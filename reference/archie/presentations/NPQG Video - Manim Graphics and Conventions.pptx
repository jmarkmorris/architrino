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015D"/>
    <a:srgbClr val="6A0DAD"/>
    <a:srgbClr val="4B0082"/>
    <a:srgbClr val="710193"/>
    <a:srgbClr val="8F00FF"/>
    <a:srgbClr val="9867C5"/>
    <a:srgbClr val="A32CC4"/>
    <a:srgbClr val="7852A9"/>
    <a:srgbClr val="81007F"/>
    <a:srgbClr val="6F2D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95"/>
    <p:restoredTop sz="94726"/>
  </p:normalViewPr>
  <p:slideViewPr>
    <p:cSldViewPr snapToGrid="0">
      <p:cViewPr varScale="1">
        <p:scale>
          <a:sx n="120" d="100"/>
          <a:sy n="120" d="100"/>
        </p:scale>
        <p:origin x="1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6450D-D7BE-FB47-BEB0-D3D716B900A5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35B0A-270B-4A40-AA49-B2772BBA2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92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35B0A-270B-4A40-AA49-B2772BBA29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58F6-A9E6-B1C5-FE6D-467262B64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E9ABE8-9D82-20A8-3F56-3205070C6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B1BC9-C0A1-7FF6-E1D3-604BEBD63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09955-6D95-F736-9488-C4F6AC754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8D28B-5673-572B-A5A0-2E8AE65A0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7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DD88-7B92-9361-B20C-067317DB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146C6-E2A7-3B86-30BF-7D04F92E94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6FC8-A3FE-4A61-0514-900D64977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1BF25-9D1D-2FEE-876C-1928FC3C5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02FF7-85E4-6525-EB92-A36FEF95D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39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83F90-05A5-E6AB-1ED1-F24AC33D1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32F32-749C-97B8-B7E2-A27CA2E3D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DA30C-52E8-1C3C-91C0-FF136781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3284B-A6DF-E106-556F-A3D13E7B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F62B2-E01A-862B-5269-85AAFB3AE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15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0382-7353-03F4-02A2-E69F0C1F4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AA00-4A12-EB98-99A8-155A25F38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909D7E-2A04-5DBC-0DB2-DBB138DD5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9238E3-98B4-3333-032A-33868909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D6537-5FA0-DFE9-3C64-BC5843F55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55215-1ECC-B24A-5A02-68AEE4FE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4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B91A-A02E-3467-FCCF-33BC4504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79A6F-DE41-6C93-431F-4278249B5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768C0-2598-A960-9384-EDFDA6041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72B228-C2D7-1AE4-ACAC-A61606E370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3A2E4-08E3-9419-BBF8-F2F7127EF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17BC30-64CE-6000-4020-21052B00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C921E-03D2-B159-FFA3-59786F980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9DD9E3-D298-4876-DF49-9CC09D0A5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49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8F84-459D-1491-4C7C-6952831B6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C9917-A108-32AD-EC90-3981ECD81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BFCDE-920E-ECA1-9A20-359D6976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54D86-2EAA-76D0-6520-FE465A607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88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2B94CD-99CA-30B8-D332-6E32C32F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496C6-4FE9-0365-FB30-16A21EF2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B1B75-D566-065F-6121-4F9D7D0B4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3179-148D-B1B0-F02A-B892F422D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DB326-27A7-AEB8-1411-91D690A6F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557E-79D5-58DB-D6E1-B32354C64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A9AEC1-1EBD-E4C6-C342-0B7A8B865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9D86A-0747-BBDA-CAC4-051593EFC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6959A-F51A-8FFA-A488-02F960082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6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58834-8240-6C80-7415-3133FEA1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DC2C14-087D-D872-7EA0-BEE490571A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B1639-3A28-8642-9C74-0A5DDA842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D6284A-C08F-ED04-5ACF-B693B9B1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CB4A0-BF2C-82F3-762C-0DB15D7EA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6B99B-5850-8F44-8CEF-3D041DEF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2FA2-4116-E4CA-F62E-D6048B6ED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0F4654-60C9-211B-3B31-3E50D07F4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B43EF-0F5B-9ECF-ABB7-843FD943E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EBA3D-4B94-0F97-9872-B33E786A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D95A0-4796-81C9-C803-89CD80B3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36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9961D4-5735-F0C1-DA7E-2889B837A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E0781-DF4B-7122-79EE-FC9933F10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E0915-F01D-A112-CC1C-3A23B204E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98D6F-7308-42C5-4429-5D8816F68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31C-06FF-E9A7-F3D3-46186C51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92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B9412-6E2F-E9E7-60A9-290B01CE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38891-018A-51E7-278A-1E5367995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7EBC5-E733-7A91-F32D-26B94EB92B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8F27B-DA9C-924C-AB72-BB2AD1CD8579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2F64F-5A5F-38B3-AE09-4F4603E805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7B9A4-2CD8-FA68-F110-900EF36F8F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24CE97-56AA-B94B-948F-3FCF6F967E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54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id="{E27E9F5D-1FBC-9D7B-5678-A9CF9F534CD6}"/>
              </a:ext>
            </a:extLst>
          </p:cNvPr>
          <p:cNvSpPr txBox="1"/>
          <p:nvPr/>
        </p:nvSpPr>
        <p:spPr>
          <a:xfrm>
            <a:off x="433388" y="221172"/>
            <a:ext cx="11758612" cy="454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Colors</a:t>
            </a:r>
          </a:p>
        </p:txBody>
      </p:sp>
      <p:sp>
        <p:nvSpPr>
          <p:cNvPr id="3" name="Rectangle 2">
            <a:extLst>
              <a:ext uri="{FF2B5EF4-FFF2-40B4-BE49-F238E27FC236}">
                <a16:creationId id="{165A336C-9DE9-9203-4406-C074680B388C}"/>
              </a:ext>
            </a:extLst>
          </p:cNvPr>
          <p:cNvSpPr/>
          <p:nvPr/>
        </p:nvSpPr>
        <p:spPr>
          <a:xfrm>
            <a:off x="9451983" y="3965888"/>
            <a:ext cx="1914525" cy="1271588"/>
          </a:xfrm>
          <a:prstGeom prst="rect">
            <a:avLst/>
          </a:prstGeom>
          <a:solidFill>
            <a:srgbClr val="71019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#710193</a:t>
            </a:r>
          </a:p>
        </p:txBody>
      </p:sp>
      <p:sp>
        <p:nvSpPr>
          <p:cNvPr id="4" name="Rectangle 3">
            <a:extLst>
              <a:ext uri="{FF2B5EF4-FFF2-40B4-BE49-F238E27FC236}">
                <a16:creationId id="{F6EABFBC-E695-EC88-92F2-D10E0E39EBC8}"/>
              </a:ext>
            </a:extLst>
          </p:cNvPr>
          <p:cNvSpPr/>
          <p:nvPr/>
        </p:nvSpPr>
        <p:spPr>
          <a:xfrm>
            <a:off x="3660779" y="2122055"/>
            <a:ext cx="1914525" cy="1271588"/>
          </a:xfrm>
          <a:prstGeom prst="rect">
            <a:avLst/>
          </a:prstGeom>
          <a:solidFill>
            <a:srgbClr val="4B008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#4B0082</a:t>
            </a:r>
          </a:p>
          <a:p>
            <a:pPr algn="ctr"/>
            <a:r>
              <a:rPr lang="en-US" dirty="0"/>
              <a:t>INDIGO</a:t>
            </a:r>
          </a:p>
        </p:txBody>
      </p:sp>
      <p:sp>
        <p:nvSpPr>
          <p:cNvPr id="7" name="Rectangle 6">
            <a:extLst>
              <a:ext uri="{FF2B5EF4-FFF2-40B4-BE49-F238E27FC236}">
                <a16:creationId id="{6E8BD314-EFC0-C911-5096-D9DCAEB2B76E}"/>
              </a:ext>
            </a:extLst>
          </p:cNvPr>
          <p:cNvSpPr/>
          <p:nvPr/>
        </p:nvSpPr>
        <p:spPr>
          <a:xfrm>
            <a:off x="3736980" y="3984722"/>
            <a:ext cx="1914525" cy="1271588"/>
          </a:xfrm>
          <a:prstGeom prst="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#7030A0</a:t>
            </a:r>
          </a:p>
          <a:p>
            <a:pPr algn="ctr"/>
            <a:r>
              <a:rPr lang="en-US" dirty="0"/>
              <a:t>PPT purple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id="{02A5524A-7932-4BDB-F8EB-5B03F4679731}"/>
              </a:ext>
            </a:extLst>
          </p:cNvPr>
          <p:cNvSpPr/>
          <p:nvPr/>
        </p:nvSpPr>
        <p:spPr>
          <a:xfrm>
            <a:off x="714378" y="2122055"/>
            <a:ext cx="1914525" cy="1271588"/>
          </a:xfrm>
          <a:prstGeom prst="rect">
            <a:avLst/>
          </a:prstGeom>
          <a:solidFill>
            <a:srgbClr val="8F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#8F00FF</a:t>
            </a:r>
          </a:p>
          <a:p>
            <a:r>
              <a:rPr lang="en-US" dirty="0"/>
              <a:t>ELECTRIC_PURPLE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id="{FB6D199E-B257-43A8-759F-62D2A0F2C90F}"/>
              </a:ext>
            </a:extLst>
          </p:cNvPr>
          <p:cNvSpPr/>
          <p:nvPr/>
        </p:nvSpPr>
        <p:spPr>
          <a:xfrm>
            <a:off x="9392714" y="2122055"/>
            <a:ext cx="1914525" cy="1271588"/>
          </a:xfrm>
          <a:prstGeom prst="rect">
            <a:avLst/>
          </a:prstGeom>
          <a:solidFill>
            <a:srgbClr val="6A0DA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#6A0DAD</a:t>
            </a:r>
          </a:p>
          <a:p>
            <a:pPr algn="ctr"/>
            <a:r>
              <a:rPr lang="en-US" dirty="0"/>
              <a:t>TRUE_PURPLE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id="{44E7362D-CE29-DCCB-BAD6-AFC6F602451F}"/>
              </a:ext>
            </a:extLst>
          </p:cNvPr>
          <p:cNvSpPr/>
          <p:nvPr/>
        </p:nvSpPr>
        <p:spPr>
          <a:xfrm>
            <a:off x="6616698" y="2122055"/>
            <a:ext cx="1914525" cy="1271588"/>
          </a:xfrm>
          <a:prstGeom prst="rect">
            <a:avLst/>
          </a:prstGeom>
          <a:solidFill>
            <a:srgbClr val="47015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# 47015D</a:t>
            </a:r>
          </a:p>
          <a:p>
            <a:pPr algn="ctr"/>
            <a:r>
              <a:rPr lang="en-US" dirty="0"/>
              <a:t>DEEP_PURPLE</a:t>
            </a:r>
          </a:p>
        </p:txBody>
      </p:sp>
      <p:sp>
        <p:nvSpPr>
          <p:cNvPr id="24" name="Footer Placeholder 3"/>
          <p:cNvSpPr txBox="1">
            <a:spLocks/>
          </p:cNvSpPr>
          <p:nvPr/>
        </p:nvSpPr>
        <p:spPr>
          <a:xfrm>
            <a:off x="10942204" y="6481737"/>
            <a:ext cx="12174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architrino.com</a:t>
            </a:r>
          </a:p>
        </p:txBody>
      </p:sp>
    </p:spTree>
    <p:extLst>
      <p:ext uri="{BB962C8B-B14F-4D97-AF65-F5344CB8AC3E}">
        <ns3:creationId val="188711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10347</TotalTime>
  <Words>26</Words>
  <Application>Microsoft Macintosh PowerPoint</Application>
  <PresentationFormat>Widescreen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25</cp:revision>
  <dcterms:created xsi:type="dcterms:W3CDTF">2023-07-19T04:41:16Z</dcterms:created>
  <dcterms:modified xsi:type="dcterms:W3CDTF">2026-07-03T17:17:29Z</dcterms:modified>
</cp:coreProperties>
</file>