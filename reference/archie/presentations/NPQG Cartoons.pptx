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6"/>
  </p:notesMasterIdLst>
  <p:sldIdLst>
    <p:sldId id="257" r:id="rId3"/>
    <p:sldId id="258" r:id="rId4"/>
    <p:sldId id="38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50"/>
    <p:restoredTop sz="85205"/>
  </p:normalViewPr>
  <p:slideViewPr>
    <p:cSldViewPr snapToGrid="0">
      <p:cViewPr varScale="1">
        <p:scale>
          <a:sx n="107" d="100"/>
          <a:sy n="107" d="100"/>
        </p:scale>
        <p:origin x="1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579F73-A198-064D-ADD1-684EA14BA2F7}" type="datetimeFigureOut">
              <a:rPr lang="en-US" smtClean="0"/>
              <a:t>7/23/24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A7E91B-60EE-A444-B82B-137F0F4B4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598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7E9EA"/>
                </a:solidFill>
                <a:effectLst/>
                <a:latin typeface="TwitterChirp"/>
              </a:rPr>
              <a:t>With the architecture of nature in hand, we don’t need colliders to discover more about nature. </a:t>
            </a:r>
            <a:r>
              <a:rPr lang="en-US" b="0" i="0">
                <a:solidFill>
                  <a:srgbClr val="E7E9EA"/>
                </a:solidFill>
                <a:effectLst/>
                <a:latin typeface="TwitterChirp"/>
              </a:rPr>
              <a:t>In the point charge era, the real art is in discovering ways to tap into shielded energy as well as to transmute point charges safely.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A7E91B-60EE-A444-B82B-137F0F4B446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512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AFA20-9CEF-8E3D-5B08-1E82DAC2AB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7BA35-1FDA-3A99-22BC-A5BE42ED8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00199-52A7-2370-1DB9-585B783E2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CE2F-56F4-C24C-9F0E-3432704CA038}" type="datetimeFigureOut">
              <a:rPr lang="en-US" smtClean="0"/>
              <a:t>7/23/24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94EAB-0BC1-E81C-297A-9D21C1A02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5604B-175D-9373-8429-09DA491AB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FC56D-8791-DE48-ADA5-335AA5A14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168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775D2-9768-AAA9-51E1-3C8144756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AADD8-BE26-429B-6CF3-B1CE790B5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FFF38-AEA0-6EFF-D6B2-047CDCB7D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CE2F-56F4-C24C-9F0E-3432704CA038}" type="datetimeFigureOut">
              <a:rPr lang="en-US" smtClean="0"/>
              <a:t>7/23/24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57F47-1869-516B-AFD0-8DB087CC7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106FE-14B4-337C-D1FB-59C776EF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FC56D-8791-DE48-ADA5-335AA5A14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925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07C90-3DDE-D483-7D1F-26235D16F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B8C01-AA9D-3DFA-E325-CBD98197C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B673C-2098-B694-101C-6846E1A59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CE2F-56F4-C24C-9F0E-3432704CA038}" type="datetimeFigureOut">
              <a:rPr lang="en-US" smtClean="0"/>
              <a:t>7/23/24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B7DBF-5C72-BD35-ECEE-6963ACA7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A17E4-5019-9B84-E7EA-2C43B5799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FC56D-8791-DE48-ADA5-335AA5A14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949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9485A-1AB4-20E9-39E2-1E286CF9C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8AD75-C64F-D124-F608-9F7A7ABFC0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08371-FD55-6716-8C3E-E27F4A045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7FC019-3A68-550E-C6D5-7FD528F80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CE2F-56F4-C24C-9F0E-3432704CA038}" type="datetimeFigureOut">
              <a:rPr lang="en-US" smtClean="0"/>
              <a:t>7/23/24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470C1-E8AC-BC70-465C-84BCAFA8D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6DCA6-3A9E-1710-51BF-C12F02E82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FC56D-8791-DE48-ADA5-335AA5A14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409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3164C-6BE2-D6CC-CECF-8130D6A0C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5839CB-3645-57C6-C158-D50186844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20D91-F43E-3386-3F14-D21D313F5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EAE3E5-3E18-59B3-98BA-1687FC0052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56946F-FB8C-0A33-F437-C13CAE57C9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844DE4-C9BF-F493-C302-146BFD800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CE2F-56F4-C24C-9F0E-3432704CA038}" type="datetimeFigureOut">
              <a:rPr lang="en-US" smtClean="0"/>
              <a:t>7/23/24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C42E70-B1BD-F6F4-B67A-268A0E557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BF2282-701B-F9A3-5533-B1C1317FF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FC56D-8791-DE48-ADA5-335AA5A14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42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D2E40-5A65-9D16-4C62-92A60B622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8C0302-3B99-4842-59E4-45CF613AB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CE2F-56F4-C24C-9F0E-3432704CA038}" type="datetimeFigureOut">
              <a:rPr lang="en-US" smtClean="0"/>
              <a:t>7/23/24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996DDE-0E28-FE4A-641E-3195A849A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C7712A-DB3D-AA58-1F37-CEDF8C50B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FC56D-8791-DE48-ADA5-335AA5A14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636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6676CB-A75F-3CE6-A6FA-EB454A737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CE2F-56F4-C24C-9F0E-3432704CA038}" type="datetimeFigureOut">
              <a:rPr lang="en-US" smtClean="0"/>
              <a:t>7/23/24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444A12-8143-9FED-1E24-6A0233C3F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178AF-F67A-B57E-BC0C-2CC5D995D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FC56D-8791-DE48-ADA5-335AA5A14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F04FE-2B29-D6B4-8B70-B303B718D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643A4-BA81-A7C3-DAA8-516272C90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F0007C-583D-A2C7-B4A8-247E4CFC8D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01941F-D14D-6199-2F03-FF8742F66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CE2F-56F4-C24C-9F0E-3432704CA038}" type="datetimeFigureOut">
              <a:rPr lang="en-US" smtClean="0"/>
              <a:t>7/23/24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959DF-D6FE-0642-5D4C-65EBAD6CB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457AA-98BC-D885-6C61-1C6040F11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FC56D-8791-DE48-ADA5-335AA5A14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391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D0A30-0DA9-A268-A500-FA7FC1DD3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40801E-9B5E-371B-2171-6C2428A7B3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151462-A4B8-3578-6403-DEA791132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DF2DC-53F8-32B6-3DC9-8BF6FC766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CE2F-56F4-C24C-9F0E-3432704CA038}" type="datetimeFigureOut">
              <a:rPr lang="en-US" smtClean="0"/>
              <a:t>7/23/24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C9368-E649-1CEB-3A1B-541A6736D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E942C0-11AA-80DE-C01F-1F07F220A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FC56D-8791-DE48-ADA5-335AA5A14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513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1C801-4F0A-CF8D-B65F-E9E1FEB89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37CCE2-0689-2DF6-4D9C-BBC657F31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EFE8B-6861-874F-94D4-475286555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CE2F-56F4-C24C-9F0E-3432704CA038}" type="datetimeFigureOut">
              <a:rPr lang="en-US" smtClean="0"/>
              <a:t>7/23/24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B7009-44E3-C261-F970-7258B1601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57149-A122-8AC1-FD11-63B74D64A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FC56D-8791-DE48-ADA5-335AA5A14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196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F010A9-EC56-DAAE-7E03-37701922DF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CD7AC0-4B8B-7967-9EEB-BD79AA7F5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10D10-5517-F7A7-8D14-5390E0ADA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CE2F-56F4-C24C-9F0E-3432704CA038}" type="datetimeFigureOut">
              <a:rPr lang="en-US" smtClean="0"/>
              <a:t>7/23/24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0C3E4-F2C1-A2B5-9874-9FADC21D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140A5-D97E-0643-503A-982FDA6DE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FC56D-8791-DE48-ADA5-335AA5A14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56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C2668-EBEB-AE41-BF76-89062B014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C28A4C-0805-8E44-B54E-3B6F671F8D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B74C2-6265-7F41-BB8F-D8A0A0C89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C895-F8E0-4049-8BEE-E5499394E46C}" type="datetime1">
              <a:rPr lang="en-US" smtClean="0"/>
              <a:t>7/23/24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53590-4180-6C42-A6BF-707655C15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J Mark Morris - Model of Nature - April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81401-8545-2D4E-A7FB-31AFC7A8D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4D4B-2FF7-BE46-958C-B004BD45E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659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560F9-C770-5C4C-9C93-102EC332D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38EDA-56F1-1C40-B81E-28B921C4E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400"/>
            <a:ext cx="10515600" cy="488156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42772-5D80-F641-A1BB-6048573C4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F55E2-A889-F24B-B1FE-1E878178F308}" type="datetime1">
              <a:rPr lang="en-US" smtClean="0"/>
              <a:t>7/23/24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FC4AF-90CF-484C-B6C7-5CE1A016F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 Mark Morris - Model of Nature - April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9AF1E-33D8-3041-A601-1384C718A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4D4B-2FF7-BE46-958C-B004BD45E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0779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1822D-6D7A-1342-98EF-890C6F2DA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CF19EA-9170-5B4B-814F-7425C8E22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8461C-3391-334C-9885-001B32D724C4}" type="datetime1">
              <a:rPr lang="en-US" smtClean="0"/>
              <a:t>7/23/24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82B1FB-ECDF-AD43-9020-0267ED91C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J Mark Morris - Model of Nature - April 2019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49C470-5AF0-5246-81E7-95EAEE563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4D4B-2FF7-BE46-958C-B004BD45E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866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0881C0-8126-473C-6C54-B1A3D1FE4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F0AB30-27F3-28D6-B001-3ECA9DC29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BDAE7-D729-73BA-A2E5-ECCF6D9841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4ECE2F-56F4-C24C-9F0E-3432704CA038}" type="datetimeFigureOut">
              <a:rPr lang="en-US" smtClean="0"/>
              <a:t>7/23/24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6D724-267A-9478-A927-B2B616969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F8C11-8FE1-E39D-E4E9-CB2946BB4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9FC56D-8791-DE48-ADA5-335AA5A14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758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79A1DB-155B-0846-9CED-8B75F56E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9736F-08D5-7643-A656-ABAEB9457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33D04-66F5-D74B-8EEA-459FDC00D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2005EE61-3907-C44D-8624-D47E09E871DB}" type="datetime1">
              <a:rPr lang="en-US" smtClean="0"/>
              <a:t>7/23/24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E6E67-6F97-E149-8437-635D11E7ED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J Mark Morris - Model of Nature - April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5CC1E-0AB1-F34A-83C6-0956BF9B4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D73D4D4B-2FF7-BE46-958C-B004BD45EF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814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B3D58A-D957-9D63-AC4F-7B1BE44CD4FC}"/>
              </a:ext>
            </a:extLst>
          </p:cNvPr>
          <p:cNvSpPr txBox="1"/>
          <p:nvPr/>
        </p:nvSpPr>
        <p:spPr>
          <a:xfrm>
            <a:off x="1170933" y="2137719"/>
            <a:ext cx="10248511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CARTOONS</a:t>
            </a:r>
          </a:p>
        </p:txBody>
      </p:sp>
    </p:spTree>
    <p:extLst>
      <p:ext uri="{BB962C8B-B14F-4D97-AF65-F5344CB8AC3E}">
        <p14:creationId xmlns:p14="http://schemas.microsoft.com/office/powerpoint/2010/main" val="3188991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45F594-2666-1F5C-D89D-AE5752479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06" y="383052"/>
            <a:ext cx="5185032" cy="5185032"/>
          </a:xfrm>
          <a:prstGeom prst="rect">
            <a:avLst/>
          </a:prstGeom>
        </p:spPr>
      </p:pic>
      <p:pic>
        <p:nvPicPr>
          <p:cNvPr id="1026" name="Picture 2" descr="Particle Collision Event Photograph by Cern">
            <a:extLst>
              <a:ext uri="{FF2B5EF4-FFF2-40B4-BE49-F238E27FC236}">
                <a16:creationId xmlns:a16="http://schemas.microsoft.com/office/drawing/2014/main" id="{0A1AC1CF-1987-8E40-0146-569178F9A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8377" y="383053"/>
            <a:ext cx="5546123" cy="5185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9C574B-6623-D7DA-5B47-89B0AACA4A09}"/>
              </a:ext>
            </a:extLst>
          </p:cNvPr>
          <p:cNvSpPr txBox="1"/>
          <p:nvPr/>
        </p:nvSpPr>
        <p:spPr>
          <a:xfrm>
            <a:off x="781730" y="5768399"/>
            <a:ext cx="109482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Particle colliders are a marvel of engineering, yet they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are primitive from the perspective of the point charge universe.</a:t>
            </a:r>
          </a:p>
        </p:txBody>
      </p:sp>
    </p:spTree>
    <p:extLst>
      <p:ext uri="{BB962C8B-B14F-4D97-AF65-F5344CB8AC3E}">
        <p14:creationId xmlns:p14="http://schemas.microsoft.com/office/powerpoint/2010/main" val="1858957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5445C6-DD42-4979-86FF-03730E8C6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734" y="321733"/>
            <a:ext cx="11573488" cy="6214534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127000" cap="sq" cmpd="thinThick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10B119-EC53-BA46-BAA3-CB758CDEDA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840037"/>
          </a:xfrm>
        </p:spPr>
        <p:txBody>
          <a:bodyPr>
            <a:normAutofit/>
          </a:bodyPr>
          <a:lstStyle/>
          <a:p>
            <a:r>
              <a:rPr lang="en-US" sz="5800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6BC0E-0DB7-C346-A0CC-E3CB36C29A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6436"/>
            <a:ext cx="9144000" cy="1600818"/>
          </a:xfrm>
        </p:spPr>
        <p:txBody>
          <a:bodyPr>
            <a:normAutofit/>
          </a:bodyPr>
          <a:lstStyle/>
          <a:p>
            <a:r>
              <a:rPr lang="en-US" dirty="0"/>
              <a:t>Questions?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5000665-DFC7-417E-8FD7-516A0F15C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4109417"/>
            <a:ext cx="2743200" cy="0"/>
          </a:xfrm>
          <a:prstGeom prst="line">
            <a:avLst/>
          </a:prstGeom>
          <a:ln w="1270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26E67-7B90-B642-8D26-6DDF890C4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59710"/>
            <a:ext cx="41148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 - Model of Nature</a:t>
            </a:r>
          </a:p>
        </p:txBody>
      </p:sp>
    </p:spTree>
    <p:extLst>
      <p:ext uri="{BB962C8B-B14F-4D97-AF65-F5344CB8AC3E}">
        <p14:creationId xmlns:p14="http://schemas.microsoft.com/office/powerpoint/2010/main" val="37478332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none">
        <a:spAutoFit/>
      </a:bodyPr>
      <a:lstStyle>
        <a:defPPr algn="l">
          <a:defRPr sz="2400" dirty="0" smtClean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defRPr>
        </a:defPPr>
      </a:lstStyle>
    </a:spDef>
    <a:txDef>
      <a:spPr>
        <a:noFill/>
      </a:spPr>
      <a:bodyPr wrap="none" rtlCol="0">
        <a:spAutoFit/>
      </a:bodyPr>
      <a:lstStyle>
        <a:defPPr algn="l">
          <a:defRPr dirty="0" smtClean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79</Words>
  <Application>Microsoft Macintosh PowerPoint</Application>
  <PresentationFormat>Widescreen</PresentationFormat>
  <Paragraphs>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Helvetica Neue</vt:lpstr>
      <vt:lpstr>TwitterChirp</vt:lpstr>
      <vt:lpstr>Office Theme</vt:lpstr>
      <vt:lpstr>1_Office Theme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Morris</dc:creator>
  <cp:lastModifiedBy>Mark Morris</cp:lastModifiedBy>
  <cp:revision>4</cp:revision>
  <dcterms:created xsi:type="dcterms:W3CDTF">2023-06-11T01:17:57Z</dcterms:created>
  <dcterms:modified xsi:type="dcterms:W3CDTF">2024-07-23T16:13:58Z</dcterms:modified>
</cp:coreProperties>
</file>