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sldIdLst>
    <p:sldId id="807" r:id="rId3"/>
    <p:sldId id="781" r:id="rId4"/>
    <p:sldId id="779" r:id="rId5"/>
    <p:sldId id="804" r:id="rId6"/>
    <p:sldId id="776" r:id="rId7"/>
    <p:sldId id="774" r:id="rId8"/>
    <p:sldId id="772" r:id="rId9"/>
    <p:sldId id="713" r:id="rId10"/>
    <p:sldId id="717" r:id="rId11"/>
    <p:sldId id="716" r:id="rId12"/>
    <p:sldId id="718" r:id="rId13"/>
    <p:sldId id="722" r:id="rId14"/>
    <p:sldId id="719" r:id="rId15"/>
    <p:sldId id="721" r:id="rId16"/>
    <p:sldId id="820" r:id="rId17"/>
    <p:sldId id="382" r:id="rId18"/>
    <p:sldId id="705" r:id="rId19"/>
    <p:sldId id="26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20" userDrawn="1">
          <p15:clr>
            <a:srgbClr val="A4A3A4"/>
          </p15:clr>
        </p15:guide>
        <p15:guide id="2" pos="3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2F92"/>
    <a:srgbClr val="D883FF"/>
    <a:srgbClr val="9437FF"/>
    <a:srgbClr val="7030A0"/>
    <a:srgbClr val="FF40FF"/>
    <a:srgbClr val="FF85FF"/>
    <a:srgbClr val="FF8A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653"/>
    <p:restoredTop sz="95810"/>
  </p:normalViewPr>
  <p:slideViewPr>
    <p:cSldViewPr snapToGrid="0" snapToObjects="1">
      <p:cViewPr>
        <p:scale>
          <a:sx n="79" d="100"/>
          <a:sy n="79" d="100"/>
        </p:scale>
        <p:origin x="3832" y="1744"/>
      </p:cViewPr>
      <p:guideLst>
        <p:guide orient="horz" pos="1920"/>
        <p:guide pos="3144"/>
      </p:guideLst>
    </p:cSldViewPr>
  </p:slideViewPr>
  <p:outlineViewPr>
    <p:cViewPr>
      <p:scale>
        <a:sx n="33" d="100"/>
        <a:sy n="33" d="100"/>
      </p:scale>
      <p:origin x="0" y="-1287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09C587-CF1F-6D46-B15F-44C1667C9B59}" type="datetimeFigureOut">
              <a:rPr lang="en-US" smtClean="0"/>
              <a:t>3/14/26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D4D731-5435-284A-9C82-866A0CCE7541}" type="slidenum">
              <a:rPr lang="en-US" smtClean="0"/>
              <a:t>‹#›</a:t>
            </a:fld>
            <a:endParaRPr lang="en-US"/>
          </a:p>
        </p:txBody>
      </p:sp>
    </p:spTree>
    <p:extLst>
      <p:ext uri="{BB962C8B-B14F-4D97-AF65-F5344CB8AC3E}">
        <p14:creationId xmlns:p14="http://schemas.microsoft.com/office/powerpoint/2010/main" val="2092898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2779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151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844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076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8112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Noether</a:t>
            </a:r>
            <a:r>
              <a:rPr lang="en-US" baseline="0" dirty="0"/>
              <a:t> core configurations are either pro or anti, depending on the spin orientation of the three binaries, or more properly their three angular momentum vectors. Do they move as a group L-M-H or L-H-M?</a:t>
            </a:r>
          </a:p>
          <a:p>
            <a:r>
              <a:rPr lang="en-US" baseline="0" dirty="0"/>
              <a:t>The down quark series is similar, with personality potentials in the polar regions of 4 electrinos and 2 </a:t>
            </a:r>
            <a:r>
              <a:rPr lang="en-US" baseline="0" dirty="0" err="1"/>
              <a:t>positrinos</a:t>
            </a:r>
            <a:r>
              <a:rPr lang="en-US" baseline="0" dirty="0"/>
              <a:t>.</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12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8</a:t>
            </a:fld>
            <a:endParaRPr lang="en-US"/>
          </a:p>
        </p:txBody>
      </p:sp>
    </p:spTree>
    <p:extLst>
      <p:ext uri="{BB962C8B-B14F-4D97-AF65-F5344CB8AC3E}">
        <p14:creationId xmlns:p14="http://schemas.microsoft.com/office/powerpoint/2010/main" val="3772924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9</a:t>
            </a:fld>
            <a:endParaRPr lang="en-US"/>
          </a:p>
        </p:txBody>
      </p:sp>
    </p:spTree>
    <p:extLst>
      <p:ext uri="{BB962C8B-B14F-4D97-AF65-F5344CB8AC3E}">
        <p14:creationId xmlns:p14="http://schemas.microsoft.com/office/powerpoint/2010/main" val="177463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10</a:t>
            </a:fld>
            <a:endParaRPr lang="en-US"/>
          </a:p>
        </p:txBody>
      </p:sp>
    </p:spTree>
    <p:extLst>
      <p:ext uri="{BB962C8B-B14F-4D97-AF65-F5344CB8AC3E}">
        <p14:creationId xmlns:p14="http://schemas.microsoft.com/office/powerpoint/2010/main" val="40242629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D4D731-5435-284A-9C82-866A0CCE7541}" type="slidenum">
              <a:rPr lang="en-US" smtClean="0"/>
              <a:t>11</a:t>
            </a:fld>
            <a:endParaRPr lang="en-US"/>
          </a:p>
        </p:txBody>
      </p:sp>
    </p:spTree>
    <p:extLst>
      <p:ext uri="{BB962C8B-B14F-4D97-AF65-F5344CB8AC3E}">
        <p14:creationId xmlns:p14="http://schemas.microsoft.com/office/powerpoint/2010/main" val="19966974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2995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bg1">
                  <a:lumMod val="85000"/>
                </a:schemeClr>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FBE95A-30ED-0D44-B861-2FC32F441E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7521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AC4F-7A0F-A943-A37C-CBCA0E32BF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6A297DA-E85E-0C4F-99BF-0A156C60B7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D6CA89-2D26-3A41-89B1-50126474275B}"/>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83BAD168-D168-924A-82CE-07F9D6F7C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38C6D-1145-FE40-A5F3-AA76BBFA80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66879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04DC4-2DA1-B348-A4DF-75DC7F91C2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0539A7-F958-5045-8004-AB9AE1A96D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4E59F-8028-6640-B7CD-712A00A55C6E}"/>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2635207B-575E-EB46-9167-DC8B9A1A7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325824-8924-0F4E-BA06-D6714EF01903}"/>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923843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C153B-5FCE-B74A-A920-BCEF1F63D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B97D35-0983-3A42-B252-8AD80D9BF1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1E38F-3C0D-E140-A6E9-29E4DFD584A3}"/>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C931BD2A-DB13-B24A-BBFC-927CE8961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A7F839-BEAD-4046-84B9-B65359FFF199}"/>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372244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CC177-DB72-3842-8FEB-9F3714731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3F9017-D4AC-4443-9CD1-2655A6BD26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78D979-597B-B94B-BB54-1E681A7ECD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A3BD60-7139-A04D-9B93-01CBEFB009F1}"/>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6" name="Footer Placeholder 5">
            <a:extLst>
              <a:ext uri="{FF2B5EF4-FFF2-40B4-BE49-F238E27FC236}">
                <a16:creationId xmlns:a16="http://schemas.microsoft.com/office/drawing/2014/main" id="{17B9F3AA-F8ED-E14B-85E0-12F62683C4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C5392-4C49-3D4E-A960-85F3FF79B15C}"/>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030207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C7FD0-5120-0C4E-9ED8-2E64DC8B93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ECB33E-1A4C-E646-937B-3065B793BD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E4967C-4E8D-224B-B99B-5A8BFB4A64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B943C8-A2E5-9D40-B765-79FA0F4A92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450570-0F93-F641-B441-AF42A2D4E4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1A5EAD-E92B-9048-B9C8-92222381FEFA}"/>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8" name="Footer Placeholder 7">
            <a:extLst>
              <a:ext uri="{FF2B5EF4-FFF2-40B4-BE49-F238E27FC236}">
                <a16:creationId xmlns:a16="http://schemas.microsoft.com/office/drawing/2014/main" id="{21BD3873-3B3E-ED46-AB43-A96EABCE28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982CEE-B54E-EB49-A16C-7BD03BE41C56}"/>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2581975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6FC62-6751-0643-9250-97D2B5E359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19D249-AD5C-E04F-9713-314E504E7AD0}"/>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4" name="Footer Placeholder 3">
            <a:extLst>
              <a:ext uri="{FF2B5EF4-FFF2-40B4-BE49-F238E27FC236}">
                <a16:creationId xmlns:a16="http://schemas.microsoft.com/office/drawing/2014/main" id="{69FAE547-A907-884B-BE81-EF89D3D64A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2ED8E-C4AB-F14B-8929-F9E030329E5E}"/>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479843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74BB6F-7B9B-964D-886B-D85350A3C9D9}"/>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3" name="Footer Placeholder 2">
            <a:extLst>
              <a:ext uri="{FF2B5EF4-FFF2-40B4-BE49-F238E27FC236}">
                <a16:creationId xmlns:a16="http://schemas.microsoft.com/office/drawing/2014/main" id="{7B12AF3E-955F-E044-BADD-4B3F33469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694269-793F-EC42-A5AD-E4EDD73AAD10}"/>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419478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5B24-7F29-EB4C-8550-397A4EF22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2BE189-5B1A-7048-AE10-17298DF6DC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40FD4A-1397-2F45-A4D7-06ABB58763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F62886-2AD3-CD44-9D2F-203200117585}"/>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6" name="Footer Placeholder 5">
            <a:extLst>
              <a:ext uri="{FF2B5EF4-FFF2-40B4-BE49-F238E27FC236}">
                <a16:creationId xmlns:a16="http://schemas.microsoft.com/office/drawing/2014/main" id="{545F0679-BAA2-4A4A-A43D-4712441F0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F063EA-2E55-AB41-AAC6-3B06B0A425BD}"/>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2900860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BCBE6-8654-C64C-A30A-1F235AC12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F834EB-69C2-AA42-98DA-7B4340442C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1F0A069-EA0A-1644-B57A-5EAE0C27D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5D40-9D00-D947-957C-66E69B00B713}"/>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6" name="Footer Placeholder 5">
            <a:extLst>
              <a:ext uri="{FF2B5EF4-FFF2-40B4-BE49-F238E27FC236}">
                <a16:creationId xmlns:a16="http://schemas.microsoft.com/office/drawing/2014/main" id="{5D6C0489-A2A3-BD45-A96A-DD5F4DAED3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B4D875-A92C-C04E-8A5E-F2BC5682816A}"/>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914221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C65C-399B-6E41-B6BD-80F186188A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F25FAD-24BB-2D45-A8F1-E9A895511D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CE0D81-B122-544D-8ACE-546BF4911DB7}"/>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9374E702-5864-8141-AF11-25FF6E46C8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83AE1-F5D3-DF4B-8CC4-896B37D8A18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3044606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62BFE7-4426-2841-9026-40331CF4D8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AFECEF-DF15-7A4D-BABF-0E2EA14CC5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D24D43-6AD7-3A4D-9528-F70FC789D52D}"/>
              </a:ext>
            </a:extLst>
          </p:cNvPr>
          <p:cNvSpPr>
            <a:spLocks noGrp="1"/>
          </p:cNvSpPr>
          <p:nvPr>
            <p:ph type="dt" sz="half" idx="10"/>
          </p:nvPr>
        </p:nvSpPr>
        <p:spPr/>
        <p:txBody>
          <a:body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80DD42A1-B626-9246-BFA2-70780398A2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E7DCD8-6D3F-824E-8311-38CE4EC55708}"/>
              </a:ext>
            </a:extLst>
          </p:cNvPr>
          <p:cNvSpPr>
            <a:spLocks noGrp="1"/>
          </p:cNvSpPr>
          <p:nvPr>
            <p:ph type="sldNum" sz="quarter" idx="12"/>
          </p:nvPr>
        </p:nvSpPr>
        <p:spPr/>
        <p:txBody>
          <a:bodyPr/>
          <a:lstStyle/>
          <a:p>
            <a:fld id="{B1D4A510-E3A4-8144-9597-B0C6EECC9215}" type="slidenum">
              <a:rPr lang="en-US" smtClean="0"/>
              <a:t>‹#›</a:t>
            </a:fld>
            <a:endParaRPr lang="en-US"/>
          </a:p>
        </p:txBody>
      </p:sp>
    </p:spTree>
    <p:extLst>
      <p:ext uri="{BB962C8B-B14F-4D97-AF65-F5344CB8AC3E}">
        <p14:creationId xmlns:p14="http://schemas.microsoft.com/office/powerpoint/2010/main" val="1658615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3/14/26</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812256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3/14/26</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219844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3/14/26</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124737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8D635-033D-CA45-AECF-FEC145E57A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899257-A465-2C4D-9918-BC8C54895E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4DCD3B-E2F2-854E-BB00-D5B0BB2A98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42ED2-DF18-DB41-BB39-D7AA7F2F2082}" type="datetimeFigureOut">
              <a:rPr lang="en-US" smtClean="0"/>
              <a:t>3/14/26</a:t>
            </a:fld>
            <a:endParaRPr lang="en-US"/>
          </a:p>
        </p:txBody>
      </p:sp>
      <p:sp>
        <p:nvSpPr>
          <p:cNvPr id="5" name="Footer Placeholder 4">
            <a:extLst>
              <a:ext uri="{FF2B5EF4-FFF2-40B4-BE49-F238E27FC236}">
                <a16:creationId xmlns:a16="http://schemas.microsoft.com/office/drawing/2014/main" id="{EFE405ED-7212-D349-B4CE-23AE6F2BE7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D46886-3E69-B540-9366-21DA707D68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4A510-E3A4-8144-9597-B0C6EECC9215}" type="slidenum">
              <a:rPr lang="en-US" smtClean="0"/>
              <a:t>‹#›</a:t>
            </a:fld>
            <a:endParaRPr lang="en-US"/>
          </a:p>
        </p:txBody>
      </p:sp>
    </p:spTree>
    <p:extLst>
      <p:ext uri="{BB962C8B-B14F-4D97-AF65-F5344CB8AC3E}">
        <p14:creationId xmlns:p14="http://schemas.microsoft.com/office/powerpoint/2010/main" val="685546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3/14/26</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32695853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380.png"/><Relationship Id="rId13" Type="http://schemas.openxmlformats.org/officeDocument/2006/relationships/image" Target="../media/image1430.png"/><Relationship Id="rId18" Type="http://schemas.openxmlformats.org/officeDocument/2006/relationships/image" Target="../media/image1480.png"/><Relationship Id="rId3" Type="http://schemas.openxmlformats.org/officeDocument/2006/relationships/image" Target="../media/image1241.png"/><Relationship Id="rId7" Type="http://schemas.openxmlformats.org/officeDocument/2006/relationships/image" Target="../media/image1371.png"/><Relationship Id="rId12" Type="http://schemas.openxmlformats.org/officeDocument/2006/relationships/image" Target="../media/image1421.png"/><Relationship Id="rId17" Type="http://schemas.openxmlformats.org/officeDocument/2006/relationships/image" Target="../media/image1470.png"/><Relationship Id="rId2" Type="http://schemas.openxmlformats.org/officeDocument/2006/relationships/notesSlide" Target="../notesSlides/notesSlide8.xml"/><Relationship Id="rId16" Type="http://schemas.openxmlformats.org/officeDocument/2006/relationships/image" Target="../media/image1460.png"/><Relationship Id="rId1" Type="http://schemas.openxmlformats.org/officeDocument/2006/relationships/slideLayout" Target="../slideLayouts/slideLayout7.xml"/><Relationship Id="rId6" Type="http://schemas.openxmlformats.org/officeDocument/2006/relationships/image" Target="../media/image1270.png"/><Relationship Id="rId11" Type="http://schemas.openxmlformats.org/officeDocument/2006/relationships/image" Target="../media/image1410.png"/><Relationship Id="rId5" Type="http://schemas.openxmlformats.org/officeDocument/2006/relationships/image" Target="../media/image1260.png"/><Relationship Id="rId15" Type="http://schemas.openxmlformats.org/officeDocument/2006/relationships/image" Target="../media/image1450.png"/><Relationship Id="rId10" Type="http://schemas.openxmlformats.org/officeDocument/2006/relationships/image" Target="../media/image1401.png"/><Relationship Id="rId4" Type="http://schemas.openxmlformats.org/officeDocument/2006/relationships/image" Target="../media/image1250.png"/><Relationship Id="rId9" Type="http://schemas.openxmlformats.org/officeDocument/2006/relationships/image" Target="../media/image1390.png"/><Relationship Id="rId14" Type="http://schemas.openxmlformats.org/officeDocument/2006/relationships/image" Target="../media/image1440.png"/></Relationships>
</file>

<file path=ppt/slides/_rels/slide9.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64.png"/><Relationship Id="rId3" Type="http://schemas.openxmlformats.org/officeDocument/2006/relationships/image" Target="../media/image1490.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notesSlide" Target="../notesSlides/notesSlide9.xml"/><Relationship Id="rId16" Type="http://schemas.openxmlformats.org/officeDocument/2006/relationships/image" Target="../media/image162.png"/><Relationship Id="rId1" Type="http://schemas.openxmlformats.org/officeDocument/2006/relationships/slideLayout" Target="../slideLayouts/slideLayout7.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0.png"/><Relationship Id="rId15" Type="http://schemas.openxmlformats.org/officeDocument/2006/relationships/image" Target="../media/image161.png"/><Relationship Id="rId10" Type="http://schemas.openxmlformats.org/officeDocument/2006/relationships/image" Target="../media/image156.png"/><Relationship Id="rId4" Type="http://schemas.openxmlformats.org/officeDocument/2006/relationships/image" Target="../media/image1501.png"/><Relationship Id="rId9" Type="http://schemas.openxmlformats.org/officeDocument/2006/relationships/image" Target="../media/image155.png"/><Relationship Id="rId14" Type="http://schemas.openxmlformats.org/officeDocument/2006/relationships/image" Target="../media/image160.png"/></Relationships>
</file>

<file path=ppt/slides/_rels/slide10.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18" Type="http://schemas.openxmlformats.org/officeDocument/2006/relationships/image" Target="../media/image180.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74.png"/><Relationship Id="rId17" Type="http://schemas.openxmlformats.org/officeDocument/2006/relationships/image" Target="../media/image179.png"/><Relationship Id="rId2" Type="http://schemas.openxmlformats.org/officeDocument/2006/relationships/notesSlide" Target="../notesSlides/notesSlide10.xml"/><Relationship Id="rId16" Type="http://schemas.openxmlformats.org/officeDocument/2006/relationships/image" Target="../media/image178.png"/><Relationship Id="rId1" Type="http://schemas.openxmlformats.org/officeDocument/2006/relationships/slideLayout" Target="../slideLayouts/slideLayout7.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66.png"/><Relationship Id="rId9" Type="http://schemas.openxmlformats.org/officeDocument/2006/relationships/image" Target="../media/image171.png"/><Relationship Id="rId14" Type="http://schemas.openxmlformats.org/officeDocument/2006/relationships/image" Target="../media/image176.png"/></Relationships>
</file>

<file path=ppt/slides/_rels/slide11.xml.rels><?xml version="1.0" encoding="UTF-8" standalone="yes"?>
<Relationships xmlns="http://schemas.openxmlformats.org/package/2006/relationships"><Relationship Id="rId8" Type="http://schemas.openxmlformats.org/officeDocument/2006/relationships/image" Target="../media/image186.png"/><Relationship Id="rId13" Type="http://schemas.openxmlformats.org/officeDocument/2006/relationships/image" Target="../media/image191.png"/><Relationship Id="rId18" Type="http://schemas.openxmlformats.org/officeDocument/2006/relationships/image" Target="../media/image172.png"/><Relationship Id="rId3" Type="http://schemas.openxmlformats.org/officeDocument/2006/relationships/image" Target="../media/image181.png"/><Relationship Id="rId7" Type="http://schemas.openxmlformats.org/officeDocument/2006/relationships/image" Target="../media/image185.png"/><Relationship Id="rId12" Type="http://schemas.openxmlformats.org/officeDocument/2006/relationships/image" Target="../media/image190.png"/><Relationship Id="rId17" Type="http://schemas.openxmlformats.org/officeDocument/2006/relationships/image" Target="../media/image195.png"/><Relationship Id="rId2" Type="http://schemas.openxmlformats.org/officeDocument/2006/relationships/notesSlide" Target="../notesSlides/notesSlide11.xml"/><Relationship Id="rId16" Type="http://schemas.openxmlformats.org/officeDocument/2006/relationships/image" Target="../media/image194.png"/><Relationship Id="rId1" Type="http://schemas.openxmlformats.org/officeDocument/2006/relationships/slideLayout" Target="../slideLayouts/slideLayout7.xml"/><Relationship Id="rId6" Type="http://schemas.openxmlformats.org/officeDocument/2006/relationships/image" Target="../media/image184.png"/><Relationship Id="rId11" Type="http://schemas.openxmlformats.org/officeDocument/2006/relationships/image" Target="../media/image189.png"/><Relationship Id="rId5" Type="http://schemas.openxmlformats.org/officeDocument/2006/relationships/image" Target="../media/image183.png"/><Relationship Id="rId15" Type="http://schemas.openxmlformats.org/officeDocument/2006/relationships/image" Target="../media/image193.png"/><Relationship Id="rId10" Type="http://schemas.openxmlformats.org/officeDocument/2006/relationships/image" Target="../media/image188.png"/><Relationship Id="rId4" Type="http://schemas.openxmlformats.org/officeDocument/2006/relationships/image" Target="../media/image182.png"/><Relationship Id="rId9" Type="http://schemas.openxmlformats.org/officeDocument/2006/relationships/image" Target="../media/image187.png"/><Relationship Id="rId14" Type="http://schemas.openxmlformats.org/officeDocument/2006/relationships/image" Target="../media/image19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931.png"/><Relationship Id="rId2" Type="http://schemas.openxmlformats.org/officeDocument/2006/relationships/image" Target="../media/image461.png"/><Relationship Id="rId1" Type="http://schemas.openxmlformats.org/officeDocument/2006/relationships/slideLayout" Target="../slideLayouts/slideLayout7.xml"/><Relationship Id="rId6" Type="http://schemas.openxmlformats.org/officeDocument/2006/relationships/image" Target="../media/image1370.png"/><Relationship Id="rId5" Type="http://schemas.openxmlformats.org/officeDocument/2006/relationships/image" Target="../media/image1171.png"/><Relationship Id="rId4" Type="http://schemas.openxmlformats.org/officeDocument/2006/relationships/image" Target="../media/image941.png"/></Relationships>
</file>

<file path=ppt/slides/_rels/slide18.xml.rels><?xml version="1.0" encoding="UTF-8" standalone="yes"?>
<Relationships xmlns="http://schemas.openxmlformats.org/package/2006/relationships"><Relationship Id="rId26" Type="http://schemas.openxmlformats.org/officeDocument/2006/relationships/image" Target="../media/image83.png"/><Relationship Id="rId21" Type="http://schemas.openxmlformats.org/officeDocument/2006/relationships/image" Target="../media/image78.png"/><Relationship Id="rId42" Type="http://schemas.openxmlformats.org/officeDocument/2006/relationships/image" Target="../media/image99.png"/><Relationship Id="rId47" Type="http://schemas.openxmlformats.org/officeDocument/2006/relationships/image" Target="../media/image104.png"/><Relationship Id="rId63" Type="http://schemas.openxmlformats.org/officeDocument/2006/relationships/image" Target="../media/image36.png"/><Relationship Id="rId68" Type="http://schemas.openxmlformats.org/officeDocument/2006/relationships/image" Target="../media/image41.png"/><Relationship Id="rId7" Type="http://schemas.openxmlformats.org/officeDocument/2006/relationships/image" Target="../media/image46.png"/><Relationship Id="rId71" Type="http://schemas.openxmlformats.org/officeDocument/2006/relationships/image" Target="../media/image44.png"/><Relationship Id="rId2" Type="http://schemas.openxmlformats.org/officeDocument/2006/relationships/notesSlide" Target="../notesSlides/notesSlide13.xml"/><Relationship Id="rId16" Type="http://schemas.openxmlformats.org/officeDocument/2006/relationships/image" Target="../media/image71.png"/><Relationship Id="rId29" Type="http://schemas.openxmlformats.org/officeDocument/2006/relationships/image" Target="../media/image110.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14.png"/><Relationship Id="rId37" Type="http://schemas.openxmlformats.org/officeDocument/2006/relationships/image" Target="../media/image19.png"/><Relationship Id="rId40" Type="http://schemas.openxmlformats.org/officeDocument/2006/relationships/image" Target="../media/image97.png"/><Relationship Id="rId45" Type="http://schemas.openxmlformats.org/officeDocument/2006/relationships/image" Target="../media/image21.png"/><Relationship Id="rId53" Type="http://schemas.openxmlformats.org/officeDocument/2006/relationships/image" Target="../media/image26.png"/><Relationship Id="rId58" Type="http://schemas.openxmlformats.org/officeDocument/2006/relationships/image" Target="../media/image31.png"/><Relationship Id="rId66" Type="http://schemas.openxmlformats.org/officeDocument/2006/relationships/image" Target="../media/image39.png"/><Relationship Id="rId61" Type="http://schemas.openxmlformats.org/officeDocument/2006/relationships/image" Target="../media/image34.png"/><Relationship Id="rId19" Type="http://schemas.openxmlformats.org/officeDocument/2006/relationships/image" Target="../media/image76.png"/><Relationship Id="rId14" Type="http://schemas.openxmlformats.org/officeDocument/2006/relationships/image" Target="../media/image50.png"/><Relationship Id="rId22" Type="http://schemas.openxmlformats.org/officeDocument/2006/relationships/image" Target="../media/image79.png"/><Relationship Id="rId27" Type="http://schemas.openxmlformats.org/officeDocument/2006/relationships/image" Target="../media/image90.png"/><Relationship Id="rId30" Type="http://schemas.openxmlformats.org/officeDocument/2006/relationships/image" Target="../media/image120.png"/><Relationship Id="rId35" Type="http://schemas.openxmlformats.org/officeDocument/2006/relationships/image" Target="../media/image17.png"/><Relationship Id="rId43" Type="http://schemas.openxmlformats.org/officeDocument/2006/relationships/image" Target="../media/image100.png"/><Relationship Id="rId48" Type="http://schemas.openxmlformats.org/officeDocument/2006/relationships/image" Target="../media/image105.png"/><Relationship Id="rId56" Type="http://schemas.openxmlformats.org/officeDocument/2006/relationships/image" Target="../media/image29.png"/><Relationship Id="rId64" Type="http://schemas.openxmlformats.org/officeDocument/2006/relationships/image" Target="../media/image37.png"/><Relationship Id="rId69" Type="http://schemas.openxmlformats.org/officeDocument/2006/relationships/image" Target="../media/image42.png"/><Relationship Id="rId8" Type="http://schemas.openxmlformats.org/officeDocument/2006/relationships/image" Target="../media/image65.png"/><Relationship Id="rId51" Type="http://schemas.openxmlformats.org/officeDocument/2006/relationships/image" Target="../media/image24.png"/><Relationship Id="rId72" Type="http://schemas.openxmlformats.org/officeDocument/2006/relationships/image" Target="../media/image45.png"/><Relationship Id="rId3" Type="http://schemas.openxmlformats.org/officeDocument/2006/relationships/image" Target="../media/image10.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15.png"/><Relationship Id="rId38" Type="http://schemas.openxmlformats.org/officeDocument/2006/relationships/image" Target="../media/image95.png"/><Relationship Id="rId46" Type="http://schemas.openxmlformats.org/officeDocument/2006/relationships/image" Target="../media/image22.png"/><Relationship Id="rId59" Type="http://schemas.openxmlformats.org/officeDocument/2006/relationships/image" Target="../media/image32.png"/><Relationship Id="rId67" Type="http://schemas.openxmlformats.org/officeDocument/2006/relationships/image" Target="../media/image40.png"/><Relationship Id="rId20" Type="http://schemas.openxmlformats.org/officeDocument/2006/relationships/image" Target="../media/image77.png"/><Relationship Id="rId41" Type="http://schemas.openxmlformats.org/officeDocument/2006/relationships/image" Target="../media/image98.png"/><Relationship Id="rId54" Type="http://schemas.openxmlformats.org/officeDocument/2006/relationships/image" Target="../media/image27.png"/><Relationship Id="rId62" Type="http://schemas.openxmlformats.org/officeDocument/2006/relationships/image" Target="../media/image35.png"/><Relationship Id="rId70" Type="http://schemas.openxmlformats.org/officeDocument/2006/relationships/image" Target="../media/image43.png"/><Relationship Id="rId1" Type="http://schemas.openxmlformats.org/officeDocument/2006/relationships/slideLayout" Target="../slideLayouts/slideLayout1.xml"/><Relationship Id="rId15" Type="http://schemas.openxmlformats.org/officeDocument/2006/relationships/image" Target="../media/image60.png"/><Relationship Id="rId23" Type="http://schemas.openxmlformats.org/officeDocument/2006/relationships/image" Target="../media/image80.png"/><Relationship Id="rId28" Type="http://schemas.openxmlformats.org/officeDocument/2006/relationships/image" Target="../media/image101.png"/><Relationship Id="rId36" Type="http://schemas.openxmlformats.org/officeDocument/2006/relationships/image" Target="../media/image18.png"/><Relationship Id="rId49" Type="http://schemas.openxmlformats.org/officeDocument/2006/relationships/image" Target="../media/image106.png"/><Relationship Id="rId57" Type="http://schemas.openxmlformats.org/officeDocument/2006/relationships/image" Target="../media/image30.png"/><Relationship Id="rId10" Type="http://schemas.openxmlformats.org/officeDocument/2006/relationships/image" Target="../media/image67.png"/><Relationship Id="rId31" Type="http://schemas.openxmlformats.org/officeDocument/2006/relationships/image" Target="../media/image130.png"/><Relationship Id="rId44" Type="http://schemas.openxmlformats.org/officeDocument/2006/relationships/image" Target="../media/image20.png"/><Relationship Id="rId52" Type="http://schemas.openxmlformats.org/officeDocument/2006/relationships/image" Target="../media/image25.png"/><Relationship Id="rId60" Type="http://schemas.openxmlformats.org/officeDocument/2006/relationships/image" Target="../media/image33.png"/><Relationship Id="rId65" Type="http://schemas.openxmlformats.org/officeDocument/2006/relationships/image" Target="../media/image38.png"/><Relationship Id="rId4" Type="http://schemas.microsoft.com/office/2007/relationships/hdphoto" Target="../media/hdphoto1.wdp"/><Relationship Id="rId9" Type="http://schemas.openxmlformats.org/officeDocument/2006/relationships/image" Target="../media/image66.png"/><Relationship Id="rId13" Type="http://schemas.openxmlformats.org/officeDocument/2006/relationships/image" Target="../media/image70.png"/><Relationship Id="rId18" Type="http://schemas.openxmlformats.org/officeDocument/2006/relationships/image" Target="../media/image75.png"/><Relationship Id="rId39" Type="http://schemas.openxmlformats.org/officeDocument/2006/relationships/image" Target="../media/image96.png"/><Relationship Id="rId34" Type="http://schemas.openxmlformats.org/officeDocument/2006/relationships/image" Target="../media/image16.png"/><Relationship Id="rId50" Type="http://schemas.openxmlformats.org/officeDocument/2006/relationships/image" Target="../media/image23.png"/><Relationship Id="rId55"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1016" y="814208"/>
            <a:ext cx="12191999" cy="452431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Advanced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Architrino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Assemblies</a:t>
            </a:r>
          </a:p>
        </p:txBody>
      </p:sp>
    </p:spTree>
    <p:extLst>
      <p:ext uri="{BB962C8B-B14F-4D97-AF65-F5344CB8AC3E}">
        <p14:creationId xmlns:p14="http://schemas.microsoft.com/office/powerpoint/2010/main" val="234893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xmlns:a16="http://schemas.microsoft.com/office/drawing/2014/main"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xmlns:a16="http://schemas.microsoft.com/office/drawing/2014/main"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xmlns:a16="http://schemas.microsoft.com/office/drawing/2014/main"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xmlns:a16="http://schemas.microsoft.com/office/drawing/2014/main"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xmlns:a16="http://schemas.microsoft.com/office/drawing/2014/main"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xmlns:a16="http://schemas.microsoft.com/office/drawing/2014/main"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xmlns:a16="http://schemas.microsoft.com/office/drawing/2014/main"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B04EF87-D246-C217-EDC4-F20C86B970C3}"/>
              </a:ext>
            </a:extLst>
          </p:cNvPr>
          <p:cNvSpPr txBox="1"/>
          <p:nvPr/>
        </p:nvSpPr>
        <p:spPr>
          <a:xfrm>
            <a:off x="93595" y="47464"/>
            <a:ext cx="120612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Fermion Geometry Animation : Noether Core Nested Tri-binary + Six Weak Personality Potentials in the Poles</a:t>
            </a:r>
          </a:p>
        </p:txBody>
      </p:sp>
      <p:sp>
        <p:nvSpPr>
          <p:cNvPr id="4" name="Oval 3">
            <a:extLst>
              <a:ext uri="{FF2B5EF4-FFF2-40B4-BE49-F238E27FC236}">
                <a16:creationId xmlns:a16="http://schemas.microsoft.com/office/drawing/2014/main"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xmlns:a16="http://schemas.microsoft.com/office/drawing/2014/main"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xmlns:a16="http://schemas.microsoft.com/office/drawing/2014/main"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xmlns:a16="http://schemas.microsoft.com/office/drawing/2014/main"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xmlns:a16="http://schemas.microsoft.com/office/drawing/2014/main"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Oval 11">
            <a:extLst>
              <a:ext uri="{FF2B5EF4-FFF2-40B4-BE49-F238E27FC236}">
                <a16:creationId xmlns:a16="http://schemas.microsoft.com/office/drawing/2014/main" id="{2907525E-67BF-A68B-5A85-409A552126AE}"/>
              </a:ext>
            </a:extLst>
          </p:cNvPr>
          <p:cNvSpPr>
            <a:spLocks noChangeAspect="1"/>
          </p:cNvSpPr>
          <p:nvPr/>
        </p:nvSpPr>
        <p:spPr>
          <a:xfrm flipH="1">
            <a:off x="1724629" y="1317095"/>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Oval 20">
            <a:extLst>
              <a:ext uri="{FF2B5EF4-FFF2-40B4-BE49-F238E27FC236}">
                <a16:creationId xmlns:a16="http://schemas.microsoft.com/office/drawing/2014/main" id="{C7B9B32B-FC12-F676-4CD9-F56692FFBAE6}"/>
              </a:ext>
            </a:extLst>
          </p:cNvPr>
          <p:cNvSpPr>
            <a:spLocks noChangeAspect="1"/>
          </p:cNvSpPr>
          <p:nvPr/>
        </p:nvSpPr>
        <p:spPr>
          <a:xfrm flipH="1">
            <a:off x="9850932" y="1313366"/>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xmlns:a16="http://schemas.microsoft.com/office/drawing/2014/main" id="{2D8E298A-1BF2-D26A-33FF-76228E517B7C}"/>
              </a:ext>
            </a:extLst>
          </p:cNvPr>
          <p:cNvSpPr>
            <a:spLocks noChangeAspect="1"/>
          </p:cNvSpPr>
          <p:nvPr/>
        </p:nvSpPr>
        <p:spPr>
          <a:xfrm flipH="1">
            <a:off x="1685679" y="5994845"/>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 name="Oval 25">
            <a:extLst>
              <a:ext uri="{FF2B5EF4-FFF2-40B4-BE49-F238E27FC236}">
                <a16:creationId xmlns:a16="http://schemas.microsoft.com/office/drawing/2014/main" id="{DE74BA95-814A-E2A0-0E48-99AAF5103451}"/>
              </a:ext>
            </a:extLst>
          </p:cNvPr>
          <p:cNvSpPr>
            <a:spLocks noChangeAspect="1"/>
          </p:cNvSpPr>
          <p:nvPr/>
        </p:nvSpPr>
        <p:spPr>
          <a:xfrm flipH="1">
            <a:off x="9865361" y="6040726"/>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xmlns:a16="http://schemas.microsoft.com/office/drawing/2014/main" id="{5BC68189-33C0-F9D5-1FF7-67F7EC0419C8}"/>
              </a:ext>
            </a:extLst>
          </p:cNvPr>
          <p:cNvSpPr>
            <a:spLocks noChangeAspect="1"/>
          </p:cNvSpPr>
          <p:nvPr/>
        </p:nvSpPr>
        <p:spPr>
          <a:xfrm flipH="1">
            <a:off x="5758060" y="6538590"/>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xmlns:a16="http://schemas.microsoft.com/office/drawing/2014/main" id="{D06083AA-EFFE-EF59-C527-C2F5776DCA8C}"/>
              </a:ext>
            </a:extLst>
          </p:cNvPr>
          <p:cNvSpPr>
            <a:spLocks noChangeAspect="1"/>
          </p:cNvSpPr>
          <p:nvPr/>
        </p:nvSpPr>
        <p:spPr>
          <a:xfrm flipH="1">
            <a:off x="5777681" y="527506"/>
            <a:ext cx="304800" cy="304800"/>
          </a:xfrm>
          <a:prstGeom prst="ellipse">
            <a:avLst/>
          </a:prstGeom>
          <a:solidFill>
            <a:srgbClr val="7030A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3205609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fill="hold" grpId="0" nodeType="clickEffect">
                                  <p:stCondLst>
                                    <p:cond delay="0"/>
                                  </p:stCondLst>
                                  <p:endCondLst>
                                    <p:cond evt="onNext" delay="0">
                                      <p:tgtEl>
                                        <p:sldTgt/>
                                      </p:tgtEl>
                                    </p:cond>
                                  </p:endCondLst>
                                  <p:childTnLst>
                                    <p:animMotion origin="layout" path="M 0.19622 0.14097 C 0.25247 0.29514 0.26302 0.45972 0.22018 0.50949 C 0.17695 0.55856 0.09661 0.4743 0.04049 0.32176 C -0.0155 0.16805 -0.02553 0.00347 0.01692 -0.04653 C 0.06028 -0.0963 0.14036 -0.01181 0.19622 0.14097 Z " pathEditMode="relative" rAng="3420000" ptsTypes="AAAAA">
                                      <p:cBhvr>
                                        <p:cTn id="6" dur="2000" fill="hold"/>
                                        <p:tgtEl>
                                          <p:spTgt spid="11"/>
                                        </p:tgtEl>
                                        <p:attrNameLst>
                                          <p:attrName>ppt_x</p:attrName>
                                          <p:attrName>ppt_y</p:attrName>
                                        </p:attrNameLst>
                                      </p:cBhvr>
                                      <p:rCtr x="-7786" y="9051"/>
                                    </p:animMotion>
                                  </p:childTnLst>
                                </p:cTn>
                              </p:par>
                              <p:par>
                                <p:cTn id="7" presetID="1" presetClass="path" presetSubtype="0" repeatCount="indefinite" fill="hold" grpId="0" nodeType="withEffect">
                                  <p:stCondLst>
                                    <p:cond delay="1000"/>
                                  </p:stCondLst>
                                  <p:endCondLst>
                                    <p:cond evt="onNext" delay="0">
                                      <p:tgtEl>
                                        <p:sldTgt/>
                                      </p:tgtEl>
                                    </p:cond>
                                  </p:endCondLst>
                                  <p:childTnLst>
                                    <p:animMotion origin="layout" path="M -0.04545 -0.30255 C 0.00507 -0.14653 0.00911 0.01805 -0.03685 0.0662 C -0.08282 0.11342 -0.16172 0.02407 -0.21224 -0.13172 C -0.26289 -0.2875 -0.2668 -0.45324 -0.22071 -0.50047 C -0.17461 -0.54746 -0.09623 -0.45926 -0.04545 -0.30255 Z " pathEditMode="relative" rAng="3600000" ptsTypes="AAAAA">
                                      <p:cBhvr>
                                        <p:cTn id="8" dur="2000" fill="hold"/>
                                        <p:tgtEl>
                                          <p:spTgt spid="9"/>
                                        </p:tgtEl>
                                        <p:attrNameLst>
                                          <p:attrName>ppt_x</p:attrName>
                                          <p:attrName>ppt_y</p:attrName>
                                        </p:attrNameLst>
                                      </p:cBhvr>
                                      <p:rCtr x="-8333" y="8542"/>
                                    </p:animMotion>
                                  </p:childTnLst>
                                </p:cTn>
                              </p:par>
                              <p:par>
                                <p:cTn id="9" presetID="1" presetClass="path" presetSubtype="0" repeatCount="indefinite" fill="hold" grpId="0" nodeType="withEffect">
                                  <p:stCondLst>
                                    <p:cond delay="0"/>
                                  </p:stCondLst>
                                  <p:endCondLst>
                                    <p:cond evt="onNext" delay="0">
                                      <p:tgtEl>
                                        <p:sldTgt/>
                                      </p:tgtEl>
                                    </p:cond>
                                  </p:endCondLst>
                                  <p:childTnLst>
                                    <p:animMotion origin="layout" path="M -0.46028 -0.33727 C -0.2056 -0.33727 0.00104 -0.18102 0.00104 0.01204 C 0.00104 0.2044 -0.2056 0.36134 -0.46028 0.36134 C -0.71497 0.36134 -0.92148 0.2044 -0.92148 0.01204 C -0.92148 -0.18102 -0.71497 -0.33727 -0.46028 -0.33727 Z " pathEditMode="relative" rAng="0" ptsTypes="AAAAA">
                                      <p:cBhvr>
                                        <p:cTn id="10" dur="5000" fill="hold"/>
                                        <p:tgtEl>
                                          <p:spTgt spid="8"/>
                                        </p:tgtEl>
                                        <p:attrNameLst>
                                          <p:attrName>ppt_x</p:attrName>
                                          <p:attrName>ppt_y</p:attrName>
                                        </p:attrNameLst>
                                      </p:cBhvr>
                                      <p:rCtr x="0" y="34931"/>
                                    </p:animMotion>
                                  </p:childTnLst>
                                </p:cTn>
                              </p:par>
                              <p:par>
                                <p:cTn id="11" presetID="1" presetClass="path" presetSubtype="0" repeatCount="indefinite" fill="hold" grpId="0" nodeType="withEffect">
                                  <p:stCondLst>
                                    <p:cond delay="2500"/>
                                  </p:stCondLst>
                                  <p:endCondLst>
                                    <p:cond evt="onNext" delay="0">
                                      <p:tgtEl>
                                        <p:sldTgt/>
                                      </p:tgtEl>
                                    </p:cond>
                                  </p:endCondLst>
                                  <p:childTnLst>
                                    <p:animMotion origin="layout" path="M 0.46419 -0.34931 C 0.71888 -0.34931 0.92526 -0.19306 0.92526 -3.7037E-7 C 0.92526 0.19236 0.71888 0.34931 0.46419 0.34931 C 0.20937 0.34931 0.00273 0.19236 0.00273 -3.7037E-7 C 0.00273 -0.19306 0.20937 -0.34931 0.46419 -0.34931 Z " pathEditMode="relative" rAng="0" ptsTypes="AAAAA">
                                      <p:cBhvr>
                                        <p:cTn id="12" dur="5000" fill="hold"/>
                                        <p:tgtEl>
                                          <p:spTgt spid="7"/>
                                        </p:tgtEl>
                                        <p:attrNameLst>
                                          <p:attrName>ppt_x</p:attrName>
                                          <p:attrName>ppt_y</p:attrName>
                                        </p:attrNameLst>
                                      </p:cBhvr>
                                      <p:rCtr x="-26" y="34931"/>
                                    </p:animMotion>
                                  </p:childTnLst>
                                </p:cTn>
                              </p:par>
                              <p:par>
                                <p:cTn id="13" presetID="1" presetClass="path" presetSubtype="0" repeatCount="indefinite" fill="hold" grpId="0" nodeType="withEffect">
                                  <p:stCondLst>
                                    <p:cond delay="0"/>
                                  </p:stCondLst>
                                  <p:endCondLst>
                                    <p:cond evt="onNext" delay="0">
                                      <p:tgtEl>
                                        <p:sldTgt/>
                                      </p:tgtEl>
                                    </p:cond>
                                  </p:endCondLst>
                                  <p:childTnLst>
                                    <p:animMotion origin="layout" path="M 0.00443 1.85185E-6 C 0.01654 0.01296 0.0099 0.07245 -0.01068 0.13333 C -0.03073 0.19329 -0.05716 0.23125 -0.06901 0.21852 C -0.08151 0.20532 -0.07448 0.14653 -0.05443 0.08657 C -0.03385 0.02569 -0.00755 -0.01296 0.00443 1.85185E-6 Z " pathEditMode="relative" rAng="1860000" ptsTypes="AAAAA">
                                      <p:cBhvr>
                                        <p:cTn id="14" dur="1000" fill="hold"/>
                                        <p:tgtEl>
                                          <p:spTgt spid="6"/>
                                        </p:tgtEl>
                                        <p:attrNameLst>
                                          <p:attrName>ppt_x</p:attrName>
                                          <p:attrName>ppt_y</p:attrName>
                                        </p:attrNameLst>
                                      </p:cBhvr>
                                      <p:rCtr x="-3672" y="10926"/>
                                    </p:animMotion>
                                  </p:childTnLst>
                                </p:cTn>
                              </p:par>
                              <p:par>
                                <p:cTn id="15" presetID="1" presetClass="path" presetSubtype="0" repeatCount="indefinite" fill="hold" grpId="0" nodeType="withEffect">
                                  <p:stCondLst>
                                    <p:cond delay="500"/>
                                  </p:stCondLst>
                                  <p:endCondLst>
                                    <p:cond evt="onNext" delay="0">
                                      <p:tgtEl>
                                        <p:sldTgt/>
                                      </p:tgtEl>
                                    </p:cond>
                                  </p:endCondLst>
                                  <p:childTnLst>
                                    <p:animMotion origin="layout" path="M 0.07266 -0.21806 C 0.08477 -0.2051 0.07813 -0.14561 0.05755 -0.08473 C 0.0375 -0.02477 0.01107 0.01319 -0.00078 0.00046 C -0.01328 -0.01273 -0.00625 -0.07153 0.0138 -0.13148 C 0.03438 -0.19236 0.06068 -0.23102 0.07266 -0.21806 Z " pathEditMode="relative" rAng="1860000" ptsTypes="AAAAA">
                                      <p:cBhvr>
                                        <p:cTn id="16" dur="1000" fill="hold"/>
                                        <p:tgtEl>
                                          <p:spTgt spid="4"/>
                                        </p:tgtEl>
                                        <p:attrNameLst>
                                          <p:attrName>ppt_x</p:attrName>
                                          <p:attrName>ppt_y</p:attrName>
                                        </p:attrNameLst>
                                      </p:cBhvr>
                                      <p:rCtr x="-3672" y="10926"/>
                                    </p:animMotion>
                                  </p:childTnLst>
                                </p:cTn>
                              </p:par>
                              <p:par>
                                <p:cTn id="17" presetID="1" presetClass="path" presetSubtype="0" repeatCount="indefinite" fill="hold" grpId="0" nodeType="withEffect">
                                  <p:stCondLst>
                                    <p:cond delay="0"/>
                                  </p:stCondLst>
                                  <p:endCondLst>
                                    <p:cond evt="onNext" delay="0">
                                      <p:tgtEl>
                                        <p:sldTgt/>
                                      </p:tgtEl>
                                    </p:cond>
                                  </p:endCondLst>
                                  <p:childTnLst>
                                    <p:animMotion origin="layout" path="M 2.70833E-6 -4.07407E-6 C 0.01015 -4.07407E-6 0.01849 0.00926 0.01849 0.02107 C 0.01849 0.03264 0.01015 0.04213 2.70833E-6 0.04213 C -0.01016 0.04213 -0.0181 0.03264 -0.0181 0.02107 C -0.0181 0.00926 -0.01016 -4.07407E-6 2.70833E-6 -4.07407E-6 Z " pathEditMode="relative" rAng="0" ptsTypes="AAAAA">
                                      <p:cBhvr>
                                        <p:cTn id="18" dur="3000" fill="hold"/>
                                        <p:tgtEl>
                                          <p:spTgt spid="28"/>
                                        </p:tgtEl>
                                        <p:attrNameLst>
                                          <p:attrName>ppt_x</p:attrName>
                                          <p:attrName>ppt_y</p:attrName>
                                        </p:attrNameLst>
                                      </p:cBhvr>
                                      <p:rCtr x="13" y="2106"/>
                                    </p:animMotion>
                                  </p:childTnLst>
                                </p:cTn>
                              </p:par>
                              <p:par>
                                <p:cTn id="19" presetID="1" presetClass="path" presetSubtype="0" repeatCount="indefinite" fill="hold" grpId="0" nodeType="withEffect">
                                  <p:stCondLst>
                                    <p:cond delay="0"/>
                                  </p:stCondLst>
                                  <p:endCondLst>
                                    <p:cond evt="onNext" delay="0">
                                      <p:tgtEl>
                                        <p:sldTgt/>
                                      </p:tgtEl>
                                    </p:cond>
                                  </p:endCondLst>
                                  <p:childTnLst>
                                    <p:animMotion origin="layout" path="M -0.00013 -0.00231 C 0.00416 -0.01805 0.0125 -0.02778 0.01836 -0.02291 C 0.02422 -0.01852 0.02552 -0.00046 0.02122 0.01528 C 0.01705 0.03195 0.00885 0.04074 0.00325 0.03634 C -0.00287 0.03079 -0.00443 0.01412 -0.00013 -0.00231 Z " pathEditMode="relative" rAng="17700000" ptsTypes="AAAAA">
                                      <p:cBhvr>
                                        <p:cTn id="20" dur="3000" fill="hold"/>
                                        <p:tgtEl>
                                          <p:spTgt spid="12"/>
                                        </p:tgtEl>
                                        <p:attrNameLst>
                                          <p:attrName>ppt_x</p:attrName>
                                          <p:attrName>ppt_y</p:attrName>
                                        </p:attrNameLst>
                                      </p:cBhvr>
                                      <p:rCtr x="1068" y="880"/>
                                    </p:animMotion>
                                  </p:childTnLst>
                                </p:cTn>
                              </p:par>
                              <p:par>
                                <p:cTn id="21" presetID="1" presetClass="path" presetSubtype="0" repeatCount="indefinite" fill="hold" grpId="0" nodeType="withEffect">
                                  <p:stCondLst>
                                    <p:cond delay="0"/>
                                  </p:stCondLst>
                                  <p:endCondLst>
                                    <p:cond evt="onNext" delay="0">
                                      <p:tgtEl>
                                        <p:sldTgt/>
                                      </p:tgtEl>
                                    </p:cond>
                                  </p:endCondLst>
                                  <p:childTnLst>
                                    <p:animMotion origin="layout" path="M -2.70833E-6 -0.00278 C 0.00534 0.01203 0.00534 0.02963 -2.70833E-6 0.03634 C -0.0056 0.0419 -0.01458 0.03472 -0.02018 0.01921 C -0.02513 0.00416 -0.02513 -0.01297 -0.01953 -0.01968 C -0.01406 -0.02547 -0.00534 -0.01852 -2.70833E-6 -0.00278 Z " pathEditMode="relative" rAng="3480000" ptsTypes="AAAAA">
                                      <p:cBhvr>
                                        <p:cTn id="22" dur="3000" fill="hold"/>
                                        <p:tgtEl>
                                          <p:spTgt spid="21"/>
                                        </p:tgtEl>
                                        <p:attrNameLst>
                                          <p:attrName>ppt_x</p:attrName>
                                          <p:attrName>ppt_y</p:attrName>
                                        </p:attrNameLst>
                                      </p:cBhvr>
                                      <p:rCtr x="-990" y="1111"/>
                                    </p:animMotion>
                                  </p:childTnLst>
                                </p:cTn>
                              </p:par>
                              <p:par>
                                <p:cTn id="23" presetID="1" presetClass="path" presetSubtype="0" repeatCount="indefinite" fill="hold" grpId="0" nodeType="withEffect">
                                  <p:stCondLst>
                                    <p:cond delay="0"/>
                                  </p:stCondLst>
                                  <p:endCondLst>
                                    <p:cond evt="onNext" delay="0">
                                      <p:tgtEl>
                                        <p:sldTgt/>
                                      </p:tgtEl>
                                    </p:cond>
                                  </p:endCondLst>
                                  <p:childTnLst>
                                    <p:animMotion origin="layout" path="M -0.01835 -0.01597 C -0.01393 -0.03218 -0.00559 -0.04144 0.0004 -0.03634 C 0.00625 -0.03125 0.00743 -0.01366 0.00287 0.00255 C -0.00156 0.01875 -0.00976 0.02731 -0.01562 0.02222 C -0.02161 0.0169 -0.02278 0.00023 -0.01835 -0.01597 Z " pathEditMode="relative" rAng="17760000" ptsTypes="AAAAA">
                                      <p:cBhvr>
                                        <p:cTn id="24" dur="3000" fill="hold"/>
                                        <p:tgtEl>
                                          <p:spTgt spid="26"/>
                                        </p:tgtEl>
                                        <p:attrNameLst>
                                          <p:attrName>ppt_x</p:attrName>
                                          <p:attrName>ppt_y</p:attrName>
                                        </p:attrNameLst>
                                      </p:cBhvr>
                                      <p:rCtr x="1068" y="903"/>
                                    </p:animMotion>
                                  </p:childTnLst>
                                </p:cTn>
                              </p:par>
                              <p:par>
                                <p:cTn id="25" presetID="1" presetClass="path" presetSubtype="0" repeatCount="indefinite" fill="hold" grpId="0" nodeType="withEffect">
                                  <p:stCondLst>
                                    <p:cond delay="0"/>
                                  </p:stCondLst>
                                  <p:endCondLst>
                                    <p:cond evt="onNext" delay="0">
                                      <p:tgtEl>
                                        <p:sldTgt/>
                                      </p:tgtEl>
                                    </p:cond>
                                  </p:endCondLst>
                                  <p:childTnLst>
                                    <p:animMotion origin="layout" path="M 4.375E-6 -0.01944 C 0.01015 -0.01944 0.01849 -0.01018 0.01849 0.00162 C 0.01849 0.0132 0.01015 0.02269 4.375E-6 0.02269 C -0.01016 0.02269 -0.0181 0.0132 -0.0181 0.00162 C -0.0181 -0.01018 -0.01016 -0.01944 4.375E-6 -0.01944 Z " pathEditMode="relative" rAng="0" ptsTypes="AAAAA">
                                      <p:cBhvr>
                                        <p:cTn id="26" dur="3000" fill="hold"/>
                                        <p:tgtEl>
                                          <p:spTgt spid="27"/>
                                        </p:tgtEl>
                                        <p:attrNameLst>
                                          <p:attrName>ppt_x</p:attrName>
                                          <p:attrName>ppt_y</p:attrName>
                                        </p:attrNameLst>
                                      </p:cBhvr>
                                      <p:rCtr x="13" y="2106"/>
                                    </p:animMotion>
                                  </p:childTnLst>
                                </p:cTn>
                              </p:par>
                              <p:par>
                                <p:cTn id="27" presetID="1" presetClass="path" presetSubtype="0" repeatCount="indefinite" fill="hold" grpId="0" nodeType="withEffect">
                                  <p:stCondLst>
                                    <p:cond delay="0"/>
                                  </p:stCondLst>
                                  <p:endCondLst>
                                    <p:cond evt="onNext" delay="0">
                                      <p:tgtEl>
                                        <p:sldTgt/>
                                      </p:tgtEl>
                                    </p:cond>
                                  </p:endCondLst>
                                  <p:childTnLst>
                                    <p:animMotion origin="layout" path="M 0.01719 -0.01829 C 0.02136 -0.00162 0.02005 0.01574 0.0138 0.0206 C 0.00807 0.02546 -0.00039 0.01713 -0.00443 -0.00093 C -0.00833 -0.01644 -0.0069 -0.03403 -0.00091 -0.03843 C 0.00508 -0.04375 0.01302 -0.03426 0.01719 -0.01829 Z " pathEditMode="relative" rAng="3960000" ptsTypes="AAAAA">
                                      <p:cBhvr>
                                        <p:cTn id="28" dur="3000" fill="hold"/>
                                        <p:tgtEl>
                                          <p:spTgt spid="25"/>
                                        </p:tgtEl>
                                        <p:attrNameLst>
                                          <p:attrName>ppt_x</p:attrName>
                                          <p:attrName>ppt_y</p:attrName>
                                        </p:attrNameLst>
                                      </p:cBhvr>
                                      <p:rCtr x="-1068" y="92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1" grpId="0" animBg="1"/>
      <p:bldP spid="12" grpId="0" animBg="1"/>
      <p:bldP spid="21" grpId="0" animBg="1"/>
      <p:bldP spid="25" grpId="0" animBg="1"/>
      <p:bldP spid="26" grpId="0" animBg="1"/>
      <p:bldP spid="27"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sp>
        <p:nvSpPr>
          <p:cNvPr id="2" name="Oval 1">
            <a:extLst>
              <a:ext uri="{FF2B5EF4-FFF2-40B4-BE49-F238E27FC236}">
                <a16:creationId xmlns:a16="http://schemas.microsoft.com/office/drawing/2014/main"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2D66E320-044F-FF6B-745A-EEB0A0C8513C}"/>
              </a:ext>
            </a:extLst>
          </p:cNvPr>
          <p:cNvSpPr/>
          <p:nvPr/>
        </p:nvSpPr>
        <p:spPr>
          <a:xfrm rot="14400000">
            <a:off x="3637865" y="2677999"/>
            <a:ext cx="4522382" cy="2275977"/>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29C5FBF2-D81F-F77E-EE4B-FADD35D47A9D}"/>
              </a:ext>
            </a:extLst>
          </p:cNvPr>
          <p:cNvSpPr/>
          <p:nvPr/>
        </p:nvSpPr>
        <p:spPr>
          <a:xfrm rot="10800000">
            <a:off x="294520" y="1449180"/>
            <a:ext cx="11247120" cy="4789112"/>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2" name="Straight Connector 21">
            <a:extLst>
              <a:ext uri="{FF2B5EF4-FFF2-40B4-BE49-F238E27FC236}">
                <a16:creationId xmlns:a16="http://schemas.microsoft.com/office/drawing/2014/main" id="{63E3415D-0EC7-FEF4-7EEC-458E9002BF2E}"/>
              </a:ext>
            </a:extLst>
          </p:cNvPr>
          <p:cNvCxnSpPr>
            <a:cxnSpLocks/>
          </p:cNvCxnSpPr>
          <p:nvPr/>
        </p:nvCxnSpPr>
        <p:spPr>
          <a:xfrm rot="3600000">
            <a:off x="157730" y="48353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DCA82C0-A939-DE94-42C7-2622B0765E45}"/>
              </a:ext>
            </a:extLst>
          </p:cNvPr>
          <p:cNvCxnSpPr>
            <a:cxnSpLocks/>
          </p:cNvCxnSpPr>
          <p:nvPr/>
        </p:nvCxnSpPr>
        <p:spPr>
          <a:xfrm rot="-3600000">
            <a:off x="127247" y="46067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3" name="Triangle 2">
            <a:extLst>
              <a:ext uri="{FF2B5EF4-FFF2-40B4-BE49-F238E27FC236}">
                <a16:creationId xmlns:a16="http://schemas.microsoft.com/office/drawing/2014/main" id="{0BB63093-AB79-2C21-D264-E742BCC5746B}"/>
              </a:ext>
            </a:extLst>
          </p:cNvPr>
          <p:cNvSpPr/>
          <p:nvPr/>
        </p:nvSpPr>
        <p:spPr>
          <a:xfrm rot="18000000">
            <a:off x="7683389" y="2657784"/>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riangle 12">
            <a:extLst>
              <a:ext uri="{FF2B5EF4-FFF2-40B4-BE49-F238E27FC236}">
                <a16:creationId xmlns:a16="http://schemas.microsoft.com/office/drawing/2014/main" id="{C67E867C-2059-D15A-B71A-BE7922644CB7}"/>
              </a:ext>
            </a:extLst>
          </p:cNvPr>
          <p:cNvSpPr/>
          <p:nvPr/>
        </p:nvSpPr>
        <p:spPr>
          <a:xfrm rot="3600000" flipV="1">
            <a:off x="7653511" y="379320"/>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riangle 13">
            <a:extLst>
              <a:ext uri="{FF2B5EF4-FFF2-40B4-BE49-F238E27FC236}">
                <a16:creationId xmlns:a16="http://schemas.microsoft.com/office/drawing/2014/main" id="{B7D7F1EE-F275-F5E8-0866-AC50258AF484}"/>
              </a:ext>
            </a:extLst>
          </p:cNvPr>
          <p:cNvSpPr/>
          <p:nvPr/>
        </p:nvSpPr>
        <p:spPr>
          <a:xfrm rot="18000000" flipH="1" flipV="1">
            <a:off x="3792095" y="404428"/>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Triangle 15">
            <a:extLst>
              <a:ext uri="{FF2B5EF4-FFF2-40B4-BE49-F238E27FC236}">
                <a16:creationId xmlns:a16="http://schemas.microsoft.com/office/drawing/2014/main" id="{CE0950FA-1A7E-C1FE-EF19-0AD3CE2867A5}"/>
              </a:ext>
            </a:extLst>
          </p:cNvPr>
          <p:cNvSpPr/>
          <p:nvPr/>
        </p:nvSpPr>
        <p:spPr>
          <a:xfrm rot="3600000" flipH="1">
            <a:off x="3753145" y="2623082"/>
            <a:ext cx="425835" cy="459811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Triangle 16">
            <a:extLst>
              <a:ext uri="{FF2B5EF4-FFF2-40B4-BE49-F238E27FC236}">
                <a16:creationId xmlns:a16="http://schemas.microsoft.com/office/drawing/2014/main" id="{3360AA5D-1336-D9F5-47E3-17C5BA9A70B2}"/>
              </a:ext>
            </a:extLst>
          </p:cNvPr>
          <p:cNvSpPr/>
          <p:nvPr/>
        </p:nvSpPr>
        <p:spPr>
          <a:xfrm flipH="1">
            <a:off x="5702179" y="3750367"/>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riangle 18">
            <a:extLst>
              <a:ext uri="{FF2B5EF4-FFF2-40B4-BE49-F238E27FC236}">
                <a16:creationId xmlns:a16="http://schemas.microsoft.com/office/drawing/2014/main" id="{1E110D80-9960-9DB6-6299-3A059A27C2D0}"/>
              </a:ext>
            </a:extLst>
          </p:cNvPr>
          <p:cNvSpPr/>
          <p:nvPr/>
        </p:nvSpPr>
        <p:spPr>
          <a:xfrm flipH="1" flipV="1">
            <a:off x="5702179" y="843389"/>
            <a:ext cx="425835" cy="3002787"/>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1B04EF87-D246-C217-EDC4-F20C86B970C3}"/>
              </a:ext>
            </a:extLst>
          </p:cNvPr>
          <p:cNvSpPr txBox="1"/>
          <p:nvPr/>
        </p:nvSpPr>
        <p:spPr>
          <a:xfrm>
            <a:off x="521531" y="80243"/>
            <a:ext cx="114319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Electron Geometry : Noether Core Nested Tri-binary + Six Weak Personality Potentials in the Poles</a:t>
            </a:r>
          </a:p>
        </p:txBody>
      </p:sp>
      <p:sp>
        <p:nvSpPr>
          <p:cNvPr id="4" name="Oval 3">
            <a:extLst>
              <a:ext uri="{FF2B5EF4-FFF2-40B4-BE49-F238E27FC236}">
                <a16:creationId xmlns:a16="http://schemas.microsoft.com/office/drawing/2014/main"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xmlns:a16="http://schemas.microsoft.com/office/drawing/2014/main"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 name="Oval 6">
            <a:extLst>
              <a:ext uri="{FF2B5EF4-FFF2-40B4-BE49-F238E27FC236}">
                <a16:creationId xmlns:a16="http://schemas.microsoft.com/office/drawing/2014/main" id="{68FE29E3-AA14-0975-BFDD-5AF64B9DF694}"/>
              </a:ext>
            </a:extLst>
          </p:cNvPr>
          <p:cNvSpPr>
            <a:spLocks noChangeAspect="1"/>
          </p:cNvSpPr>
          <p:nvPr/>
        </p:nvSpPr>
        <p:spPr>
          <a:xfrm flipH="1">
            <a:off x="104004" y="369133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xmlns:a16="http://schemas.microsoft.com/office/drawing/2014/main" id="{D68AEB40-9406-C977-3D27-BE229941A7B2}"/>
              </a:ext>
            </a:extLst>
          </p:cNvPr>
          <p:cNvSpPr>
            <a:spLocks noChangeAspect="1"/>
          </p:cNvSpPr>
          <p:nvPr/>
        </p:nvSpPr>
        <p:spPr>
          <a:xfrm flipH="1">
            <a:off x="11375814" y="3608274"/>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xmlns:a16="http://schemas.microsoft.com/office/drawing/2014/main" id="{A141F7E8-A2A1-7295-2756-72923248FD95}"/>
              </a:ext>
            </a:extLst>
          </p:cNvPr>
          <p:cNvSpPr>
            <a:spLocks noChangeAspect="1"/>
          </p:cNvSpPr>
          <p:nvPr/>
        </p:nvSpPr>
        <p:spPr>
          <a:xfrm flipH="1">
            <a:off x="7256993" y="5104021"/>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57C9B749-40C0-908B-EC86-837523F1F95E}"/>
              </a:ext>
            </a:extLst>
          </p:cNvPr>
          <p:cNvSpPr>
            <a:spLocks noChangeAspect="1"/>
          </p:cNvSpPr>
          <p:nvPr/>
        </p:nvSpPr>
        <p:spPr>
          <a:xfrm flipH="1">
            <a:off x="4309071" y="2064045"/>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Oval 11">
            <a:extLst>
              <a:ext uri="{FF2B5EF4-FFF2-40B4-BE49-F238E27FC236}">
                <a16:creationId xmlns:a16="http://schemas.microsoft.com/office/drawing/2014/main" id="{2907525E-67BF-A68B-5A85-409A552126AE}"/>
              </a:ext>
            </a:extLst>
          </p:cNvPr>
          <p:cNvSpPr>
            <a:spLocks noChangeAspect="1"/>
          </p:cNvSpPr>
          <p:nvPr/>
        </p:nvSpPr>
        <p:spPr>
          <a:xfrm flipH="1">
            <a:off x="1724629" y="131709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Oval 20">
            <a:extLst>
              <a:ext uri="{FF2B5EF4-FFF2-40B4-BE49-F238E27FC236}">
                <a16:creationId xmlns:a16="http://schemas.microsoft.com/office/drawing/2014/main" id="{C7B9B32B-FC12-F676-4CD9-F56692FFBAE6}"/>
              </a:ext>
            </a:extLst>
          </p:cNvPr>
          <p:cNvSpPr>
            <a:spLocks noChangeAspect="1"/>
          </p:cNvSpPr>
          <p:nvPr/>
        </p:nvSpPr>
        <p:spPr>
          <a:xfrm flipH="1">
            <a:off x="9850932" y="1313366"/>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xmlns:a16="http://schemas.microsoft.com/office/drawing/2014/main" id="{2D8E298A-1BF2-D26A-33FF-76228E517B7C}"/>
              </a:ext>
            </a:extLst>
          </p:cNvPr>
          <p:cNvSpPr>
            <a:spLocks noChangeAspect="1"/>
          </p:cNvSpPr>
          <p:nvPr/>
        </p:nvSpPr>
        <p:spPr>
          <a:xfrm flipH="1">
            <a:off x="1685679" y="5994845"/>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 name="Oval 25">
            <a:extLst>
              <a:ext uri="{FF2B5EF4-FFF2-40B4-BE49-F238E27FC236}">
                <a16:creationId xmlns:a16="http://schemas.microsoft.com/office/drawing/2014/main" id="{DE74BA95-814A-E2A0-0E48-99AAF5103451}"/>
              </a:ext>
            </a:extLst>
          </p:cNvPr>
          <p:cNvSpPr>
            <a:spLocks noChangeAspect="1"/>
          </p:cNvSpPr>
          <p:nvPr/>
        </p:nvSpPr>
        <p:spPr>
          <a:xfrm flipH="1">
            <a:off x="9865361" y="6040726"/>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xmlns:a16="http://schemas.microsoft.com/office/drawing/2014/main" id="{5BC68189-33C0-F9D5-1FF7-67F7EC0419C8}"/>
              </a:ext>
            </a:extLst>
          </p:cNvPr>
          <p:cNvSpPr>
            <a:spLocks noChangeAspect="1"/>
          </p:cNvSpPr>
          <p:nvPr/>
        </p:nvSpPr>
        <p:spPr>
          <a:xfrm flipH="1">
            <a:off x="5758060" y="6538590"/>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xmlns:a16="http://schemas.microsoft.com/office/drawing/2014/main" id="{D06083AA-EFFE-EF59-C527-C2F5776DCA8C}"/>
              </a:ext>
            </a:extLst>
          </p:cNvPr>
          <p:cNvSpPr>
            <a:spLocks noChangeAspect="1"/>
          </p:cNvSpPr>
          <p:nvPr/>
        </p:nvSpPr>
        <p:spPr>
          <a:xfrm flipH="1">
            <a:off x="5777681" y="527506"/>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2622692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668F77D6-DFDA-5A46-8DF1-47F6A167C2B1}"/>
              </a:ext>
            </a:extLst>
          </p:cNvPr>
          <p:cNvSpPr txBox="1">
            <a:spLocks/>
          </p:cNvSpPr>
          <p:nvPr/>
        </p:nvSpPr>
        <p:spPr>
          <a:xfrm>
            <a:off x="10924248" y="638860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cxnSp>
        <p:nvCxnSpPr>
          <p:cNvPr id="10" name="Straight Connector 9">
            <a:extLst>
              <a:ext uri="{FF2B5EF4-FFF2-40B4-BE49-F238E27FC236}">
                <a16:creationId xmlns:a16="http://schemas.microsoft.com/office/drawing/2014/main" id="{174E041C-172B-020E-078B-EC5562739827}"/>
              </a:ext>
            </a:extLst>
          </p:cNvPr>
          <p:cNvCxnSpPr>
            <a:cxnSpLocks/>
          </p:cNvCxnSpPr>
          <p:nvPr/>
        </p:nvCxnSpPr>
        <p:spPr>
          <a:xfrm>
            <a:off x="-177553" y="239697"/>
            <a:ext cx="11505460" cy="6720396"/>
          </a:xfrm>
          <a:prstGeom prst="line">
            <a:avLst/>
          </a:prstGeom>
          <a:ln w="9525">
            <a:solidFill>
              <a:srgbClr val="7030A0"/>
            </a:solidFill>
            <a:prstDash val="dashDot"/>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B04EF87-D246-C217-EDC4-F20C86B970C3}"/>
              </a:ext>
            </a:extLst>
          </p:cNvPr>
          <p:cNvSpPr txBox="1"/>
          <p:nvPr/>
        </p:nvSpPr>
        <p:spPr>
          <a:xfrm>
            <a:off x="3914152" y="276227"/>
            <a:ext cx="4363695"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Mapping the Gluon</a:t>
            </a:r>
          </a:p>
        </p:txBody>
      </p:sp>
      <p:grpSp>
        <p:nvGrpSpPr>
          <p:cNvPr id="7" name="Group 6">
            <a:extLst>
              <a:ext uri="{FF2B5EF4-FFF2-40B4-BE49-F238E27FC236}">
                <a16:creationId xmlns:a16="http://schemas.microsoft.com/office/drawing/2014/main" id="{51414DF2-FC2B-AB4B-DE79-4EBBFB7FFBC3}"/>
              </a:ext>
            </a:extLst>
          </p:cNvPr>
          <p:cNvGrpSpPr/>
          <p:nvPr/>
        </p:nvGrpSpPr>
        <p:grpSpPr>
          <a:xfrm>
            <a:off x="2052909" y="1525844"/>
            <a:ext cx="3522268" cy="2197109"/>
            <a:chOff x="4148842" y="2700375"/>
            <a:chExt cx="3522268" cy="2197109"/>
          </a:xfrm>
        </p:grpSpPr>
        <p:sp>
          <p:nvSpPr>
            <p:cNvPr id="2" name="Oval 1">
              <a:extLst>
                <a:ext uri="{FF2B5EF4-FFF2-40B4-BE49-F238E27FC236}">
                  <a16:creationId xmlns:a16="http://schemas.microsoft.com/office/drawing/2014/main" id="{47D71178-1E46-B597-8D85-944B656E93ED}"/>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riangle 2">
              <a:extLst>
                <a:ext uri="{FF2B5EF4-FFF2-40B4-BE49-F238E27FC236}">
                  <a16:creationId xmlns:a16="http://schemas.microsoft.com/office/drawing/2014/main" id="{0BB63093-AB79-2C21-D264-E742BCC5746B}"/>
                </a:ext>
              </a:extLst>
            </p:cNvPr>
            <p:cNvSpPr/>
            <p:nvPr/>
          </p:nvSpPr>
          <p:spPr>
            <a:xfrm rot="18000000">
              <a:off x="6102735" y="3329109"/>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Oval 3">
              <a:extLst>
                <a:ext uri="{FF2B5EF4-FFF2-40B4-BE49-F238E27FC236}">
                  <a16:creationId xmlns:a16="http://schemas.microsoft.com/office/drawing/2014/main" id="{F5518008-3A0D-9C2C-7BAE-B369DD2D0B86}"/>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 name="Oval 5">
              <a:extLst>
                <a:ext uri="{FF2B5EF4-FFF2-40B4-BE49-F238E27FC236}">
                  <a16:creationId xmlns:a16="http://schemas.microsoft.com/office/drawing/2014/main" id="{7B16C4F3-6716-E2CD-9CC9-08863A0CB9D2}"/>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4" name="Triangle 23">
              <a:extLst>
                <a:ext uri="{FF2B5EF4-FFF2-40B4-BE49-F238E27FC236}">
                  <a16:creationId xmlns:a16="http://schemas.microsoft.com/office/drawing/2014/main" id="{39CCA9FF-CE10-0C3D-6339-7DAC74908190}"/>
                </a:ext>
              </a:extLst>
            </p:cNvPr>
            <p:cNvSpPr/>
            <p:nvPr/>
          </p:nvSpPr>
          <p:spPr>
            <a:xfrm rot="7200000">
              <a:off x="4466160" y="2383057"/>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4EB91885-A429-B475-EFC2-E451D1503062}"/>
              </a:ext>
            </a:extLst>
          </p:cNvPr>
          <p:cNvGrpSpPr/>
          <p:nvPr/>
        </p:nvGrpSpPr>
        <p:grpSpPr>
          <a:xfrm flipH="1" flipV="1">
            <a:off x="5466104" y="3549561"/>
            <a:ext cx="3522268" cy="2197109"/>
            <a:chOff x="4148842" y="2700375"/>
            <a:chExt cx="3522268" cy="2197109"/>
          </a:xfrm>
        </p:grpSpPr>
        <p:sp>
          <p:nvSpPr>
            <p:cNvPr id="9" name="Oval 8">
              <a:extLst>
                <a:ext uri="{FF2B5EF4-FFF2-40B4-BE49-F238E27FC236}">
                  <a16:creationId xmlns:a16="http://schemas.microsoft.com/office/drawing/2014/main" id="{2EA17A64-F750-F853-EFD0-16FB56A13342}"/>
                </a:ext>
              </a:extLst>
            </p:cNvPr>
            <p:cNvSpPr/>
            <p:nvPr/>
          </p:nvSpPr>
          <p:spPr>
            <a:xfrm rot="7200000">
              <a:off x="5067282" y="3526398"/>
              <a:ext cx="1701597" cy="634674"/>
            </a:xfrm>
            <a:prstGeom prst="ellipse">
              <a:avLst/>
            </a:prstGeom>
            <a:noFill/>
            <a:ln w="1270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riangle 10">
              <a:extLst>
                <a:ext uri="{FF2B5EF4-FFF2-40B4-BE49-F238E27FC236}">
                  <a16:creationId xmlns:a16="http://schemas.microsoft.com/office/drawing/2014/main" id="{4B03336A-E680-1CCA-82A4-7D6E2FAA8C91}"/>
                </a:ext>
              </a:extLst>
            </p:cNvPr>
            <p:cNvSpPr/>
            <p:nvPr/>
          </p:nvSpPr>
          <p:spPr>
            <a:xfrm rot="18000000">
              <a:off x="6102735" y="3329109"/>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EED93301-36FD-FAA1-BF28-E36B34FF8099}"/>
                </a:ext>
              </a:extLst>
            </p:cNvPr>
            <p:cNvSpPr>
              <a:spLocks noChangeAspect="1"/>
            </p:cNvSpPr>
            <p:nvPr/>
          </p:nvSpPr>
          <p:spPr>
            <a:xfrm flipH="1">
              <a:off x="5337781" y="4419292"/>
              <a:ext cx="304800" cy="304800"/>
            </a:xfrm>
            <a:prstGeom prst="ellipse">
              <a:avLst/>
            </a:prstGeom>
            <a:solidFill>
              <a:srgbClr val="0070C0"/>
            </a:solidFill>
            <a:ln w="12700">
              <a:solidFill>
                <a:schemeClr val="bg1"/>
              </a:solid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xmlns:a16="http://schemas.microsoft.com/office/drawing/2014/main" id="{BB539F08-7A2D-3297-F461-5C0C848B7117}"/>
                </a:ext>
              </a:extLst>
            </p:cNvPr>
            <p:cNvSpPr>
              <a:spLocks noChangeAspect="1"/>
            </p:cNvSpPr>
            <p:nvPr/>
          </p:nvSpPr>
          <p:spPr>
            <a:xfrm flipH="1">
              <a:off x="6169262" y="2921623"/>
              <a:ext cx="304800" cy="304800"/>
            </a:xfrm>
            <a:prstGeom prst="ellipse">
              <a:avLst/>
            </a:prstGeom>
            <a:solidFill>
              <a:srgbClr val="FF0000"/>
            </a:solidFill>
            <a:ln w="12700">
              <a:solidFill>
                <a:schemeClr val="bg1"/>
              </a:solidFill>
            </a:ln>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Triangle 13">
              <a:extLst>
                <a:ext uri="{FF2B5EF4-FFF2-40B4-BE49-F238E27FC236}">
                  <a16:creationId xmlns:a16="http://schemas.microsoft.com/office/drawing/2014/main" id="{074081AA-4B97-F0B1-BD72-DDB53711CF8B}"/>
                </a:ext>
              </a:extLst>
            </p:cNvPr>
            <p:cNvSpPr/>
            <p:nvPr/>
          </p:nvSpPr>
          <p:spPr>
            <a:xfrm rot="7200000">
              <a:off x="4466160" y="2383057"/>
              <a:ext cx="1251057" cy="1885693"/>
            </a:xfrm>
            <a:prstGeom prst="triangle">
              <a:avLst/>
            </a:prstGeom>
            <a:gradFill flip="none" rotWithShape="1">
              <a:gsLst>
                <a:gs pos="0">
                  <a:srgbClr val="FF0000">
                    <a:alpha val="29508"/>
                  </a:srgbClr>
                </a:gs>
                <a:gs pos="100000">
                  <a:srgbClr val="0070C0"/>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Oval 14">
            <a:extLst>
              <a:ext uri="{FF2B5EF4-FFF2-40B4-BE49-F238E27FC236}">
                <a16:creationId xmlns:a16="http://schemas.microsoft.com/office/drawing/2014/main" id="{6E01DB10-4936-18CF-D69F-C4E01C427DF2}"/>
              </a:ext>
            </a:extLst>
          </p:cNvPr>
          <p:cNvSpPr/>
          <p:nvPr/>
        </p:nvSpPr>
        <p:spPr>
          <a:xfrm rot="1748179">
            <a:off x="3552545" y="2580686"/>
            <a:ext cx="3942558" cy="2033399"/>
          </a:xfrm>
          <a:prstGeom prst="ellipse">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Line Callout 2 (Border and Accent Bar) 15">
            <a:extLst>
              <a:ext uri="{FF2B5EF4-FFF2-40B4-BE49-F238E27FC236}">
                <a16:creationId xmlns:a16="http://schemas.microsoft.com/office/drawing/2014/main" id="{3B41870D-4D61-47AB-BCC8-F216CAFE4E4E}"/>
              </a:ext>
            </a:extLst>
          </p:cNvPr>
          <p:cNvSpPr/>
          <p:nvPr/>
        </p:nvSpPr>
        <p:spPr>
          <a:xfrm>
            <a:off x="7851520" y="1252386"/>
            <a:ext cx="3981255" cy="2190352"/>
          </a:xfrm>
          <a:prstGeom prst="accentBorderCallout2">
            <a:avLst>
              <a:gd name="adj1" fmla="val 18750"/>
              <a:gd name="adj2" fmla="val -8333"/>
              <a:gd name="adj3" fmla="val 18750"/>
              <a:gd name="adj4" fmla="val -16667"/>
              <a:gd name="adj5" fmla="val 66479"/>
              <a:gd name="adj6" fmla="val -33430"/>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It appears that Quantum theory defines the gluon as the coupled flux tubes — but does not include the energetic binaries that generate the potential vortices.  The potential vortices cause action on the source binaries as well as any captive personality potentials. </a:t>
            </a:r>
          </a:p>
        </p:txBody>
      </p:sp>
      <p:sp>
        <p:nvSpPr>
          <p:cNvPr id="17" name="Line Callout 2 (Border and Accent Bar) 16">
            <a:extLst>
              <a:ext uri="{FF2B5EF4-FFF2-40B4-BE49-F238E27FC236}">
                <a16:creationId xmlns:a16="http://schemas.microsoft.com/office/drawing/2014/main" id="{8018DCAC-104C-E937-C85E-0DCF32D6CC63}"/>
              </a:ext>
            </a:extLst>
          </p:cNvPr>
          <p:cNvSpPr/>
          <p:nvPr/>
        </p:nvSpPr>
        <p:spPr>
          <a:xfrm flipH="1">
            <a:off x="220584" y="4886429"/>
            <a:ext cx="3904465" cy="1224725"/>
          </a:xfrm>
          <a:prstGeom prst="accentBorderCallout2">
            <a:avLst>
              <a:gd name="adj1" fmla="val 45885"/>
              <a:gd name="adj2" fmla="val -9171"/>
              <a:gd name="adj3" fmla="val 46303"/>
              <a:gd name="adj4" fmla="val -18343"/>
              <a:gd name="adj5" fmla="val -5373"/>
              <a:gd name="adj6" fmla="val -28695"/>
            </a:avLst>
          </a:prstGeom>
          <a:noFill/>
          <a:ln>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Provenance of W and Z boson reactions indicates that personality point potentials may be swapped in coupled vortices</a:t>
            </a:r>
          </a:p>
        </p:txBody>
      </p:sp>
      <p:sp>
        <p:nvSpPr>
          <p:cNvPr id="26" name="TextBox 25">
            <a:extLst>
              <a:ext uri="{FF2B5EF4-FFF2-40B4-BE49-F238E27FC236}">
                <a16:creationId xmlns:a16="http://schemas.microsoft.com/office/drawing/2014/main" id="{50B5D544-59A0-AF89-F887-C2B327BFF0E8}"/>
              </a:ext>
            </a:extLst>
          </p:cNvPr>
          <p:cNvSpPr txBox="1"/>
          <p:nvPr/>
        </p:nvSpPr>
        <p:spPr>
          <a:xfrm>
            <a:off x="8165885" y="4119815"/>
            <a:ext cx="1719227"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Orbiting binary</a:t>
            </a:r>
          </a:p>
        </p:txBody>
      </p:sp>
      <p:cxnSp>
        <p:nvCxnSpPr>
          <p:cNvPr id="32" name="Straight Arrow Connector 31">
            <a:extLst>
              <a:ext uri="{FF2B5EF4-FFF2-40B4-BE49-F238E27FC236}">
                <a16:creationId xmlns:a16="http://schemas.microsoft.com/office/drawing/2014/main" id="{9E38DC69-E191-0D9F-D919-0DC34112FEEB}"/>
              </a:ext>
            </a:extLst>
          </p:cNvPr>
          <p:cNvCxnSpPr>
            <a:cxnSpLocks/>
          </p:cNvCxnSpPr>
          <p:nvPr/>
        </p:nvCxnSpPr>
        <p:spPr>
          <a:xfrm flipH="1">
            <a:off x="7851520" y="4317282"/>
            <a:ext cx="40812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757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12" name="Rectangle 111">
            <a:extLst>
              <a:ext uri="{FF2B5EF4-FFF2-40B4-BE49-F238E27FC236}">
                <a16:creationId xmlns:a16="http://schemas.microsoft.com/office/drawing/2014/main" id="{4D9217BE-F0DF-0043-9A68-69C8B7088BF0}"/>
              </a:ext>
            </a:extLst>
          </p:cNvPr>
          <p:cNvSpPr/>
          <p:nvPr/>
        </p:nvSpPr>
        <p:spPr>
          <a:xfrm>
            <a:off x="5751" y="220883"/>
            <a:ext cx="12192000" cy="523220"/>
          </a:xfrm>
          <a:prstGeom prst="rect">
            <a:avLst/>
          </a:prstGeom>
          <a:solidFill>
            <a:srgbClr val="7030A0"/>
          </a:solidFill>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Architectural Exploded View for a Nested Fermion</a:t>
            </a:r>
          </a:p>
        </p:txBody>
      </p:sp>
      <p:sp>
        <p:nvSpPr>
          <p:cNvPr id="177" name="TextBox 176">
            <a:extLst>
              <a:ext uri="{FF2B5EF4-FFF2-40B4-BE49-F238E27FC236}">
                <a16:creationId xmlns:a16="http://schemas.microsoft.com/office/drawing/2014/main" id="{CF706161-146F-363E-C3E1-CC4034884EA9}"/>
              </a:ext>
            </a:extLst>
          </p:cNvPr>
          <p:cNvSpPr txBox="1"/>
          <p:nvPr/>
        </p:nvSpPr>
        <p:spPr>
          <a:xfrm>
            <a:off x="282824" y="1144216"/>
            <a:ext cx="3015146"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 binary assembly - Exploded view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Presumably l &gt;&gt; r?</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2" name="Straight Connector 91">
            <a:extLst>
              <a:ext uri="{FF2B5EF4-FFF2-40B4-BE49-F238E27FC236}">
                <a16:creationId xmlns:a16="http://schemas.microsoft.com/office/drawing/2014/main" id="{3FE0242A-08DF-980D-F565-9BC7D4C8BC4E}"/>
              </a:ext>
            </a:extLst>
          </p:cNvPr>
          <p:cNvCxnSpPr>
            <a:cxnSpLocks/>
          </p:cNvCxnSpPr>
          <p:nvPr/>
        </p:nvCxnSpPr>
        <p:spPr>
          <a:xfrm>
            <a:off x="1767360" y="1959913"/>
            <a:ext cx="0" cy="1299235"/>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xmlns:a16="http://schemas.microsoft.com/office/drawing/2014/main" id="{E6B7701F-38F5-E709-397C-98DBAA043E08}"/>
              </a:ext>
            </a:extLst>
          </p:cNvPr>
          <p:cNvSpPr>
            <a:spLocks noChangeAspect="1"/>
          </p:cNvSpPr>
          <p:nvPr/>
        </p:nvSpPr>
        <p:spPr>
          <a:xfrm flipH="1">
            <a:off x="1690321" y="1801040"/>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 name="Oval 204">
            <a:extLst>
              <a:ext uri="{FF2B5EF4-FFF2-40B4-BE49-F238E27FC236}">
                <a16:creationId xmlns:a16="http://schemas.microsoft.com/office/drawing/2014/main" id="{81219D62-4289-176F-8E08-04F806AB525F}"/>
              </a:ext>
            </a:extLst>
          </p:cNvPr>
          <p:cNvSpPr>
            <a:spLocks noChangeAspect="1"/>
          </p:cNvSpPr>
          <p:nvPr/>
        </p:nvSpPr>
        <p:spPr>
          <a:xfrm flipH="1">
            <a:off x="1690321" y="6246651"/>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271" name="Straight Arrow Connector 270">
            <a:extLst>
              <a:ext uri="{FF2B5EF4-FFF2-40B4-BE49-F238E27FC236}">
                <a16:creationId xmlns:a16="http://schemas.microsoft.com/office/drawing/2014/main" id="{4DC8F56E-81E4-AB5F-54C2-D16CEDCCB828}"/>
              </a:ext>
            </a:extLst>
          </p:cNvPr>
          <p:cNvCxnSpPr>
            <a:cxnSpLocks/>
          </p:cNvCxnSpPr>
          <p:nvPr/>
        </p:nvCxnSpPr>
        <p:spPr>
          <a:xfrm flipV="1">
            <a:off x="1205699" y="1878079"/>
            <a:ext cx="0" cy="2222808"/>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C2FAA0D-14BC-B049-BF12-40D724D90BBF}"/>
              </a:ext>
            </a:extLst>
          </p:cNvPr>
          <p:cNvSpPr txBox="1"/>
          <p:nvPr/>
        </p:nvSpPr>
        <p:spPr>
          <a:xfrm>
            <a:off x="894563" y="2644217"/>
            <a:ext cx="29687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l</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a:t>
            </a:r>
            <a:endPar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46" name="TextBox 45">
            <a:extLst>
              <a:ext uri="{FF2B5EF4-FFF2-40B4-BE49-F238E27FC236}">
                <a16:creationId xmlns:a16="http://schemas.microsoft.com/office/drawing/2014/main" id="{3328CB43-C96D-7884-7A8E-4367EAD45A93}"/>
              </a:ext>
            </a:extLst>
          </p:cNvPr>
          <p:cNvSpPr txBox="1"/>
          <p:nvPr/>
        </p:nvSpPr>
        <p:spPr>
          <a:xfrm>
            <a:off x="3826897" y="1144216"/>
            <a:ext cx="2135368"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 binary assembly with explosion view from center of Generation 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C4DDCFEB-6721-A40D-DD90-F63F59702047}"/>
              </a:ext>
            </a:extLst>
          </p:cNvPr>
          <p:cNvSpPr txBox="1"/>
          <p:nvPr/>
        </p:nvSpPr>
        <p:spPr>
          <a:xfrm>
            <a:off x="6882795" y="1149987"/>
            <a:ext cx="2051270" cy="5770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Generation III binary assembly with explosion view from center of Generation II</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9A0D0583-F8D1-ADD3-3423-26D84050662E}"/>
              </a:ext>
            </a:extLst>
          </p:cNvPr>
          <p:cNvSpPr txBox="1"/>
          <p:nvPr/>
        </p:nvSpPr>
        <p:spPr>
          <a:xfrm>
            <a:off x="9242589" y="1955119"/>
            <a:ext cx="2822958" cy="1708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Everything is shown in 2D. In reality, the binaries are spinning at different frequencies but possibly harmonically. The polar point potentials are vibrating.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Each binary pole can strongly couple.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Personality potentials bind in the poles.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nested assembly shields the Generation II and III core energy. </a:t>
            </a:r>
          </a:p>
        </p:txBody>
      </p:sp>
      <p:cxnSp>
        <p:nvCxnSpPr>
          <p:cNvPr id="49" name="Straight Connector 48">
            <a:extLst>
              <a:ext uri="{FF2B5EF4-FFF2-40B4-BE49-F238E27FC236}">
                <a16:creationId xmlns:a16="http://schemas.microsoft.com/office/drawing/2014/main" id="{4E2B42AA-FE86-6B0D-8686-E619B2563ABB}"/>
              </a:ext>
            </a:extLst>
          </p:cNvPr>
          <p:cNvCxnSpPr>
            <a:cxnSpLocks/>
          </p:cNvCxnSpPr>
          <p:nvPr/>
        </p:nvCxnSpPr>
        <p:spPr>
          <a:xfrm>
            <a:off x="1767360" y="5001588"/>
            <a:ext cx="0" cy="1245063"/>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05B3B50F-DC5E-AD0E-5497-F7B207C70529}"/>
              </a:ext>
            </a:extLst>
          </p:cNvPr>
          <p:cNvGrpSpPr/>
          <p:nvPr/>
        </p:nvGrpSpPr>
        <p:grpSpPr>
          <a:xfrm>
            <a:off x="378049" y="3656172"/>
            <a:ext cx="2783634" cy="897059"/>
            <a:chOff x="124658" y="3121169"/>
            <a:chExt cx="2783634" cy="897059"/>
          </a:xfrm>
        </p:grpSpPr>
        <p:grpSp>
          <p:nvGrpSpPr>
            <p:cNvPr id="21" name="Group 20">
              <a:extLst>
                <a:ext uri="{FF2B5EF4-FFF2-40B4-BE49-F238E27FC236}">
                  <a16:creationId xmlns:a16="http://schemas.microsoft.com/office/drawing/2014/main" id="{BBE21F59-8644-3269-4103-365E7721A48F}"/>
                </a:ext>
              </a:extLst>
            </p:cNvPr>
            <p:cNvGrpSpPr/>
            <p:nvPr/>
          </p:nvGrpSpPr>
          <p:grpSpPr>
            <a:xfrm>
              <a:off x="126454" y="3121169"/>
              <a:ext cx="2781838" cy="897059"/>
              <a:chOff x="126454" y="3209303"/>
              <a:chExt cx="2781838" cy="897059"/>
            </a:xfrm>
          </p:grpSpPr>
          <p:sp>
            <p:nvSpPr>
              <p:cNvPr id="79" name="Oval 78">
                <a:extLst>
                  <a:ext uri="{FF2B5EF4-FFF2-40B4-BE49-F238E27FC236}">
                    <a16:creationId xmlns:a16="http://schemas.microsoft.com/office/drawing/2014/main" id="{DCC97071-9D67-DC48-AD13-C0A25508CBD8}"/>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24" name="Straight Arrow Connector 23">
              <a:extLst>
                <a:ext uri="{FF2B5EF4-FFF2-40B4-BE49-F238E27FC236}">
                  <a16:creationId xmlns:a16="http://schemas.microsoft.com/office/drawing/2014/main" id="{C40D6638-C7C5-E646-B76A-E5A7E44CADA8}"/>
                </a:ext>
              </a:extLst>
            </p:cNvPr>
            <p:cNvCxnSpPr>
              <a:cxnSpLocks/>
            </p:cNvCxnSpPr>
            <p:nvPr/>
          </p:nvCxnSpPr>
          <p:spPr>
            <a:xfrm flipH="1">
              <a:off x="124658" y="3569699"/>
              <a:ext cx="1389174" cy="1"/>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2" name="TextBox 271">
              <a:extLst>
                <a:ext uri="{FF2B5EF4-FFF2-40B4-BE49-F238E27FC236}">
                  <a16:creationId xmlns:a16="http://schemas.microsoft.com/office/drawing/2014/main" id="{3B7405A1-F297-040D-FEF6-CAF2973FDB30}"/>
                </a:ext>
              </a:extLst>
            </p:cNvPr>
            <p:cNvSpPr txBox="1"/>
            <p:nvPr/>
          </p:nvSpPr>
          <p:spPr>
            <a:xfrm>
              <a:off x="389768" y="3485011"/>
              <a:ext cx="33054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r</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a:t>
              </a:r>
              <a:endParaRPr kumimoji="0" lang="en-US" sz="1800" b="0" i="1"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4" name="Oval 3">
              <a:extLst>
                <a:ext uri="{FF2B5EF4-FFF2-40B4-BE49-F238E27FC236}">
                  <a16:creationId xmlns:a16="http://schemas.microsoft.com/office/drawing/2014/main" id="{9DE477F3-607B-1CCD-C969-7357D4434074}"/>
                </a:ext>
              </a:extLst>
            </p:cNvPr>
            <p:cNvSpPr/>
            <p:nvPr/>
          </p:nvSpPr>
          <p:spPr>
            <a:xfrm>
              <a:off x="1491110" y="3542796"/>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6" name="Group 25">
            <a:extLst>
              <a:ext uri="{FF2B5EF4-FFF2-40B4-BE49-F238E27FC236}">
                <a16:creationId xmlns:a16="http://schemas.microsoft.com/office/drawing/2014/main" id="{E6CBF03E-5DBD-167F-54FC-7AA9D644DDB2}"/>
              </a:ext>
            </a:extLst>
          </p:cNvPr>
          <p:cNvGrpSpPr/>
          <p:nvPr/>
        </p:nvGrpSpPr>
        <p:grpSpPr>
          <a:xfrm>
            <a:off x="1655961" y="2086409"/>
            <a:ext cx="4342127" cy="4041033"/>
            <a:chOff x="1402570" y="1555221"/>
            <a:chExt cx="4342127" cy="4041033"/>
          </a:xfrm>
        </p:grpSpPr>
        <p:grpSp>
          <p:nvGrpSpPr>
            <p:cNvPr id="19" name="Group 18">
              <a:extLst>
                <a:ext uri="{FF2B5EF4-FFF2-40B4-BE49-F238E27FC236}">
                  <a16:creationId xmlns:a16="http://schemas.microsoft.com/office/drawing/2014/main" id="{F0AE51A8-9142-5C80-DE7F-726B16B5E418}"/>
                </a:ext>
              </a:extLst>
            </p:cNvPr>
            <p:cNvGrpSpPr/>
            <p:nvPr/>
          </p:nvGrpSpPr>
          <p:grpSpPr>
            <a:xfrm>
              <a:off x="1402570" y="1555221"/>
              <a:ext cx="4342127" cy="4041033"/>
              <a:chOff x="1402570" y="1555221"/>
              <a:chExt cx="4342127" cy="4041033"/>
            </a:xfrm>
          </p:grpSpPr>
          <p:sp>
            <p:nvSpPr>
              <p:cNvPr id="9" name="Rectangle 8">
                <a:extLst>
                  <a:ext uri="{FF2B5EF4-FFF2-40B4-BE49-F238E27FC236}">
                    <a16:creationId xmlns:a16="http://schemas.microsoft.com/office/drawing/2014/main" id="{9C6C7B53-5B3C-3C1C-7710-51476E042AA6}"/>
                  </a:ext>
                </a:extLst>
              </p:cNvPr>
              <p:cNvSpPr/>
              <p:nvPr/>
            </p:nvSpPr>
            <p:spPr>
              <a:xfrm>
                <a:off x="3397679" y="1560228"/>
                <a:ext cx="2347018" cy="40310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8" name="Group 17">
                <a:extLst>
                  <a:ext uri="{FF2B5EF4-FFF2-40B4-BE49-F238E27FC236}">
                    <a16:creationId xmlns:a16="http://schemas.microsoft.com/office/drawing/2014/main" id="{C5A5F5F3-14F8-8B72-F4B4-097C6A7E9FFD}"/>
                  </a:ext>
                </a:extLst>
              </p:cNvPr>
              <p:cNvGrpSpPr/>
              <p:nvPr/>
            </p:nvGrpSpPr>
            <p:grpSpPr>
              <a:xfrm>
                <a:off x="1405745" y="1555221"/>
                <a:ext cx="4338951" cy="2148098"/>
                <a:chOff x="1405745" y="1555221"/>
                <a:chExt cx="4338951" cy="2148098"/>
              </a:xfrm>
            </p:grpSpPr>
            <p:cxnSp>
              <p:nvCxnSpPr>
                <p:cNvPr id="53" name="Straight Connector 52">
                  <a:extLst>
                    <a:ext uri="{FF2B5EF4-FFF2-40B4-BE49-F238E27FC236}">
                      <a16:creationId xmlns:a16="http://schemas.microsoft.com/office/drawing/2014/main" id="{AA75F403-CD2E-B546-1882-2D3DF4CB076A}"/>
                    </a:ext>
                  </a:extLst>
                </p:cNvPr>
                <p:cNvCxnSpPr>
                  <a:cxnSpLocks/>
                </p:cNvCxnSpPr>
                <p:nvPr/>
              </p:nvCxnSpPr>
              <p:spPr>
                <a:xfrm flipH="1">
                  <a:off x="1405745" y="1555221"/>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D6BC56D-0583-CD1D-8183-CB393F6AD1EB}"/>
                    </a:ext>
                  </a:extLst>
                </p:cNvPr>
                <p:cNvCxnSpPr>
                  <a:cxnSpLocks/>
                </p:cNvCxnSpPr>
                <p:nvPr/>
              </p:nvCxnSpPr>
              <p:spPr>
                <a:xfrm flipH="1">
                  <a:off x="1617804" y="1560228"/>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7740BE14-FA7E-7CE2-4C93-173F2996A25D}"/>
                    </a:ext>
                  </a:extLst>
                </p:cNvPr>
                <p:cNvSpPr/>
                <p:nvPr/>
              </p:nvSpPr>
              <p:spPr>
                <a:xfrm>
                  <a:off x="1405745" y="3449400"/>
                  <a:ext cx="212059" cy="2539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71" name="Straight Connector 70">
                <a:extLst>
                  <a:ext uri="{FF2B5EF4-FFF2-40B4-BE49-F238E27FC236}">
                    <a16:creationId xmlns:a16="http://schemas.microsoft.com/office/drawing/2014/main" id="{4EAEF28A-335A-5216-FFA7-0F00537737EC}"/>
                  </a:ext>
                </a:extLst>
              </p:cNvPr>
              <p:cNvCxnSpPr>
                <a:cxnSpLocks/>
              </p:cNvCxnSpPr>
              <p:nvPr/>
            </p:nvCxnSpPr>
            <p:spPr>
              <a:xfrm flipH="1" flipV="1">
                <a:off x="1402570" y="3698032"/>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EE41792-9694-8EF5-EB76-A329FF25858F}"/>
                  </a:ext>
                </a:extLst>
              </p:cNvPr>
              <p:cNvCxnSpPr>
                <a:cxnSpLocks/>
              </p:cNvCxnSpPr>
              <p:nvPr/>
            </p:nvCxnSpPr>
            <p:spPr>
              <a:xfrm flipH="1" flipV="1">
                <a:off x="1614629" y="3702075"/>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sp>
          <p:nvSpPr>
            <p:cNvPr id="82" name="Oval 81">
              <a:extLst>
                <a:ext uri="{FF2B5EF4-FFF2-40B4-BE49-F238E27FC236}">
                  <a16:creationId xmlns:a16="http://schemas.microsoft.com/office/drawing/2014/main" id="{7C3636A0-4996-B8E8-8EF9-C0A43C716D7E}"/>
                </a:ext>
              </a:extLst>
            </p:cNvPr>
            <p:cNvSpPr/>
            <p:nvPr/>
          </p:nvSpPr>
          <p:spPr>
            <a:xfrm rot="5400000">
              <a:off x="4130256" y="2513503"/>
              <a:ext cx="897059" cy="2120026"/>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Oval 82">
              <a:extLst>
                <a:ext uri="{FF2B5EF4-FFF2-40B4-BE49-F238E27FC236}">
                  <a16:creationId xmlns:a16="http://schemas.microsoft.com/office/drawing/2014/main" id="{BAB28E0E-0557-36DC-F71A-0D85D1FFC5B0}"/>
                </a:ext>
              </a:extLst>
            </p:cNvPr>
            <p:cNvSpPr>
              <a:spLocks noChangeAspect="1"/>
            </p:cNvSpPr>
            <p:nvPr/>
          </p:nvSpPr>
          <p:spPr>
            <a:xfrm flipH="1">
              <a:off x="5322897" y="378472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4" name="Oval 83">
              <a:extLst>
                <a:ext uri="{FF2B5EF4-FFF2-40B4-BE49-F238E27FC236}">
                  <a16:creationId xmlns:a16="http://schemas.microsoft.com/office/drawing/2014/main" id="{9DC698A5-CDDD-9813-1914-FEB330F4966A}"/>
                </a:ext>
              </a:extLst>
            </p:cNvPr>
            <p:cNvSpPr>
              <a:spLocks noChangeAspect="1"/>
            </p:cNvSpPr>
            <p:nvPr/>
          </p:nvSpPr>
          <p:spPr>
            <a:xfrm flipH="1">
              <a:off x="3640693" y="321459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85" name="Straight Arrow Connector 84">
              <a:extLst>
                <a:ext uri="{FF2B5EF4-FFF2-40B4-BE49-F238E27FC236}">
                  <a16:creationId xmlns:a16="http://schemas.microsoft.com/office/drawing/2014/main" id="{2BB48FC0-6726-DD79-13CE-43D8B03B79F1}"/>
                </a:ext>
              </a:extLst>
            </p:cNvPr>
            <p:cNvCxnSpPr>
              <a:cxnSpLocks/>
            </p:cNvCxnSpPr>
            <p:nvPr/>
          </p:nvCxnSpPr>
          <p:spPr>
            <a:xfrm rot="5100000">
              <a:off x="3634756" y="3078045"/>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F800F490-7A1D-197D-AC85-EDB48666C28D}"/>
                </a:ext>
              </a:extLst>
            </p:cNvPr>
            <p:cNvCxnSpPr>
              <a:cxnSpLocks/>
            </p:cNvCxnSpPr>
            <p:nvPr/>
          </p:nvCxnSpPr>
          <p:spPr>
            <a:xfrm rot="5400000" flipH="1" flipV="1">
              <a:off x="5409807" y="390234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159000F-1896-0FF7-683C-17F203F5B4CF}"/>
                </a:ext>
              </a:extLst>
            </p:cNvPr>
            <p:cNvCxnSpPr>
              <a:cxnSpLocks/>
            </p:cNvCxnSpPr>
            <p:nvPr/>
          </p:nvCxnSpPr>
          <p:spPr>
            <a:xfrm flipH="1">
              <a:off x="3518772" y="3573514"/>
              <a:ext cx="1035365" cy="0"/>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590F70C2-7F18-2B9F-38E6-D996114A54BF}"/>
                </a:ext>
              </a:extLst>
            </p:cNvPr>
            <p:cNvSpPr txBox="1"/>
            <p:nvPr/>
          </p:nvSpPr>
          <p:spPr>
            <a:xfrm>
              <a:off x="3666293" y="3481206"/>
              <a:ext cx="3802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r</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a:t>
              </a:r>
              <a:endParaRPr kumimoji="0" lang="en-US" sz="1800" b="0" i="1"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81" name="Oval 80">
              <a:extLst>
                <a:ext uri="{FF2B5EF4-FFF2-40B4-BE49-F238E27FC236}">
                  <a16:creationId xmlns:a16="http://schemas.microsoft.com/office/drawing/2014/main" id="{1A52A6DC-54BB-00E6-38D0-F1A2D96BD0B1}"/>
                </a:ext>
              </a:extLst>
            </p:cNvPr>
            <p:cNvSpPr/>
            <p:nvPr/>
          </p:nvSpPr>
          <p:spPr>
            <a:xfrm>
              <a:off x="4531415" y="3546611"/>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01" name="Rectangle 100">
            <a:extLst>
              <a:ext uri="{FF2B5EF4-FFF2-40B4-BE49-F238E27FC236}">
                <a16:creationId xmlns:a16="http://schemas.microsoft.com/office/drawing/2014/main" id="{EAD7EB97-2837-B1B8-5F2E-F50CA0EAF531}"/>
              </a:ext>
            </a:extLst>
          </p:cNvPr>
          <p:cNvSpPr/>
          <p:nvPr/>
        </p:nvSpPr>
        <p:spPr>
          <a:xfrm>
            <a:off x="6699070" y="2091416"/>
            <a:ext cx="2347018" cy="40310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2" name="Group 101">
            <a:extLst>
              <a:ext uri="{FF2B5EF4-FFF2-40B4-BE49-F238E27FC236}">
                <a16:creationId xmlns:a16="http://schemas.microsoft.com/office/drawing/2014/main" id="{BCFD2F81-44CA-60CA-213B-B64C9C638422}"/>
              </a:ext>
            </a:extLst>
          </p:cNvPr>
          <p:cNvGrpSpPr/>
          <p:nvPr/>
        </p:nvGrpSpPr>
        <p:grpSpPr>
          <a:xfrm>
            <a:off x="4707136" y="2086409"/>
            <a:ext cx="4338951" cy="2148098"/>
            <a:chOff x="1405745" y="1555221"/>
            <a:chExt cx="4338951" cy="2148098"/>
          </a:xfrm>
        </p:grpSpPr>
        <p:cxnSp>
          <p:nvCxnSpPr>
            <p:cNvPr id="105" name="Straight Connector 104">
              <a:extLst>
                <a:ext uri="{FF2B5EF4-FFF2-40B4-BE49-F238E27FC236}">
                  <a16:creationId xmlns:a16="http://schemas.microsoft.com/office/drawing/2014/main" id="{F2CE9DD6-5E20-92E1-D40E-C49ACE96FF9D}"/>
                </a:ext>
              </a:extLst>
            </p:cNvPr>
            <p:cNvCxnSpPr>
              <a:cxnSpLocks/>
            </p:cNvCxnSpPr>
            <p:nvPr/>
          </p:nvCxnSpPr>
          <p:spPr>
            <a:xfrm flipH="1">
              <a:off x="1405745" y="1555221"/>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A53C4716-07FE-7926-BC4D-CA0279A4DC07}"/>
                </a:ext>
              </a:extLst>
            </p:cNvPr>
            <p:cNvCxnSpPr>
              <a:cxnSpLocks/>
            </p:cNvCxnSpPr>
            <p:nvPr/>
          </p:nvCxnSpPr>
          <p:spPr>
            <a:xfrm flipH="1">
              <a:off x="1617804" y="1560228"/>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109" name="Rectangle 108">
              <a:extLst>
                <a:ext uri="{FF2B5EF4-FFF2-40B4-BE49-F238E27FC236}">
                  <a16:creationId xmlns:a16="http://schemas.microsoft.com/office/drawing/2014/main" id="{529A9E3B-C35B-BE61-947F-7FAFE4AB8166}"/>
                </a:ext>
              </a:extLst>
            </p:cNvPr>
            <p:cNvSpPr/>
            <p:nvPr/>
          </p:nvSpPr>
          <p:spPr>
            <a:xfrm>
              <a:off x="1405745" y="3449400"/>
              <a:ext cx="212059" cy="253919"/>
            </a:xfrm>
            <a:prstGeom prst="rect">
              <a:avLst/>
            </a:prstGeom>
            <a:no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103" name="Straight Connector 102">
            <a:extLst>
              <a:ext uri="{FF2B5EF4-FFF2-40B4-BE49-F238E27FC236}">
                <a16:creationId xmlns:a16="http://schemas.microsoft.com/office/drawing/2014/main" id="{89B4CCA8-0359-9B72-D786-D46944AA1532}"/>
              </a:ext>
            </a:extLst>
          </p:cNvPr>
          <p:cNvCxnSpPr>
            <a:cxnSpLocks/>
          </p:cNvCxnSpPr>
          <p:nvPr/>
        </p:nvCxnSpPr>
        <p:spPr>
          <a:xfrm flipH="1" flipV="1">
            <a:off x="4703961" y="4229220"/>
            <a:ext cx="1991934" cy="189822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F0B48A1A-D3F4-AF73-980E-9C2E02A8667A}"/>
              </a:ext>
            </a:extLst>
          </p:cNvPr>
          <p:cNvCxnSpPr>
            <a:cxnSpLocks/>
          </p:cNvCxnSpPr>
          <p:nvPr/>
        </p:nvCxnSpPr>
        <p:spPr>
          <a:xfrm flipH="1" flipV="1">
            <a:off x="4916020" y="4233263"/>
            <a:ext cx="4126892" cy="1889172"/>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sp>
        <p:nvSpPr>
          <p:cNvPr id="93" name="Oval 92">
            <a:extLst>
              <a:ext uri="{FF2B5EF4-FFF2-40B4-BE49-F238E27FC236}">
                <a16:creationId xmlns:a16="http://schemas.microsoft.com/office/drawing/2014/main" id="{48DC6B77-1ED6-D10D-A9E0-9AEF1425D8E0}"/>
              </a:ext>
            </a:extLst>
          </p:cNvPr>
          <p:cNvSpPr/>
          <p:nvPr/>
        </p:nvSpPr>
        <p:spPr>
          <a:xfrm rot="5400000">
            <a:off x="7505886" y="3332877"/>
            <a:ext cx="677715" cy="1596520"/>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Oval 93">
            <a:extLst>
              <a:ext uri="{FF2B5EF4-FFF2-40B4-BE49-F238E27FC236}">
                <a16:creationId xmlns:a16="http://schemas.microsoft.com/office/drawing/2014/main" id="{B712F85F-6D85-BFF5-F9F4-803B19BB23AE}"/>
              </a:ext>
            </a:extLst>
          </p:cNvPr>
          <p:cNvSpPr>
            <a:spLocks noChangeAspect="1"/>
          </p:cNvSpPr>
          <p:nvPr/>
        </p:nvSpPr>
        <p:spPr>
          <a:xfrm flipH="1">
            <a:off x="8357588" y="4277812"/>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5" name="Oval 94">
            <a:extLst>
              <a:ext uri="{FF2B5EF4-FFF2-40B4-BE49-F238E27FC236}">
                <a16:creationId xmlns:a16="http://schemas.microsoft.com/office/drawing/2014/main" id="{772C7C82-6D4A-B859-573B-8202D91CECE2}"/>
              </a:ext>
            </a:extLst>
          </p:cNvPr>
          <p:cNvSpPr>
            <a:spLocks noChangeAspect="1"/>
          </p:cNvSpPr>
          <p:nvPr/>
        </p:nvSpPr>
        <p:spPr>
          <a:xfrm flipH="1">
            <a:off x="7147824" y="38372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6" name="Straight Arrow Connector 95">
            <a:extLst>
              <a:ext uri="{FF2B5EF4-FFF2-40B4-BE49-F238E27FC236}">
                <a16:creationId xmlns:a16="http://schemas.microsoft.com/office/drawing/2014/main" id="{9E249CA5-666B-8B00-7848-55646EF88C15}"/>
              </a:ext>
            </a:extLst>
          </p:cNvPr>
          <p:cNvCxnSpPr>
            <a:cxnSpLocks/>
          </p:cNvCxnSpPr>
          <p:nvPr/>
        </p:nvCxnSpPr>
        <p:spPr>
          <a:xfrm rot="5100000">
            <a:off x="7141887" y="3700673"/>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F57171B8-F63E-F39C-7564-77DCBA5EC87F}"/>
              </a:ext>
            </a:extLst>
          </p:cNvPr>
          <p:cNvCxnSpPr>
            <a:cxnSpLocks/>
          </p:cNvCxnSpPr>
          <p:nvPr/>
        </p:nvCxnSpPr>
        <p:spPr>
          <a:xfrm rot="5400000" flipH="1" flipV="1">
            <a:off x="8444498" y="439543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6580B26B-983A-E5E1-127E-88DD5B477A43}"/>
              </a:ext>
            </a:extLst>
          </p:cNvPr>
          <p:cNvCxnSpPr>
            <a:cxnSpLocks/>
            <a:endCxn id="93" idx="4"/>
          </p:cNvCxnSpPr>
          <p:nvPr/>
        </p:nvCxnSpPr>
        <p:spPr>
          <a:xfrm flipH="1">
            <a:off x="7046484" y="4104702"/>
            <a:ext cx="809044" cy="26436"/>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68DA5C64-B2FA-B483-2F99-2AF497D07D60}"/>
              </a:ext>
            </a:extLst>
          </p:cNvPr>
          <p:cNvSpPr txBox="1"/>
          <p:nvPr/>
        </p:nvSpPr>
        <p:spPr>
          <a:xfrm>
            <a:off x="7242004" y="4012394"/>
            <a:ext cx="42992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r</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III</a:t>
            </a:r>
            <a:endParaRPr kumimoji="0" lang="en-US" sz="1800" b="0" i="1" u="none" strike="noStrike" kern="1200" cap="none" spc="0" normalizeH="0" baseline="-2500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100" name="Oval 99">
            <a:extLst>
              <a:ext uri="{FF2B5EF4-FFF2-40B4-BE49-F238E27FC236}">
                <a16:creationId xmlns:a16="http://schemas.microsoft.com/office/drawing/2014/main" id="{85FCD835-ED29-E322-8DB3-D44198EB5017}"/>
              </a:ext>
            </a:extLst>
          </p:cNvPr>
          <p:cNvSpPr/>
          <p:nvPr/>
        </p:nvSpPr>
        <p:spPr>
          <a:xfrm>
            <a:off x="7822665" y="4077799"/>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Oval 109">
            <a:extLst>
              <a:ext uri="{FF2B5EF4-FFF2-40B4-BE49-F238E27FC236}">
                <a16:creationId xmlns:a16="http://schemas.microsoft.com/office/drawing/2014/main" id="{895AA575-0CFD-201F-6646-9A6E9088B0E9}"/>
              </a:ext>
            </a:extLst>
          </p:cNvPr>
          <p:cNvSpPr>
            <a:spLocks noChangeAspect="1"/>
          </p:cNvSpPr>
          <p:nvPr/>
        </p:nvSpPr>
        <p:spPr>
          <a:xfrm flipH="1">
            <a:off x="4749484" y="2704956"/>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1" name="Oval 110">
            <a:extLst>
              <a:ext uri="{FF2B5EF4-FFF2-40B4-BE49-F238E27FC236}">
                <a16:creationId xmlns:a16="http://schemas.microsoft.com/office/drawing/2014/main" id="{1F4292D4-B139-BC11-3335-ABDB2DE66881}"/>
              </a:ext>
            </a:extLst>
          </p:cNvPr>
          <p:cNvSpPr>
            <a:spLocks noChangeAspect="1"/>
          </p:cNvSpPr>
          <p:nvPr/>
        </p:nvSpPr>
        <p:spPr>
          <a:xfrm flipH="1">
            <a:off x="7768485" y="3230027"/>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3" name="Oval 112">
            <a:extLst>
              <a:ext uri="{FF2B5EF4-FFF2-40B4-BE49-F238E27FC236}">
                <a16:creationId xmlns:a16="http://schemas.microsoft.com/office/drawing/2014/main" id="{98080A04-B5D3-6DDF-3411-DD37E34F7D26}"/>
              </a:ext>
            </a:extLst>
          </p:cNvPr>
          <p:cNvSpPr>
            <a:spLocks noChangeAspect="1"/>
          </p:cNvSpPr>
          <p:nvPr/>
        </p:nvSpPr>
        <p:spPr>
          <a:xfrm flipH="1">
            <a:off x="7768485" y="4908776"/>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4" name="Oval 113">
            <a:extLst>
              <a:ext uri="{FF2B5EF4-FFF2-40B4-BE49-F238E27FC236}">
                <a16:creationId xmlns:a16="http://schemas.microsoft.com/office/drawing/2014/main" id="{F2836E75-C92B-8FCF-24BB-E5CDE297C0FE}"/>
              </a:ext>
            </a:extLst>
          </p:cNvPr>
          <p:cNvSpPr>
            <a:spLocks noChangeAspect="1"/>
          </p:cNvSpPr>
          <p:nvPr/>
        </p:nvSpPr>
        <p:spPr>
          <a:xfrm flipH="1">
            <a:off x="4749484" y="5326673"/>
            <a:ext cx="154079" cy="154079"/>
          </a:xfrm>
          <a:prstGeom prst="ellipse">
            <a:avLst/>
          </a:prstGeom>
          <a:solidFill>
            <a:schemeClr val="bg1"/>
          </a:solidFill>
          <a:ln>
            <a:noFill/>
          </a:ln>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116" name="Straight Connector 115">
            <a:extLst>
              <a:ext uri="{FF2B5EF4-FFF2-40B4-BE49-F238E27FC236}">
                <a16:creationId xmlns:a16="http://schemas.microsoft.com/office/drawing/2014/main" id="{CE971AC7-3032-EF92-1FDF-264C5D2E930A}"/>
              </a:ext>
            </a:extLst>
          </p:cNvPr>
          <p:cNvCxnSpPr>
            <a:cxnSpLocks/>
            <a:stCxn id="110" idx="4"/>
          </p:cNvCxnSpPr>
          <p:nvPr/>
        </p:nvCxnSpPr>
        <p:spPr>
          <a:xfrm>
            <a:off x="4826523" y="2859035"/>
            <a:ext cx="4077" cy="552513"/>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CE97FBD-15BD-1A1D-0C2B-6CEEAB4A972D}"/>
              </a:ext>
            </a:extLst>
          </p:cNvPr>
          <p:cNvCxnSpPr>
            <a:cxnSpLocks/>
            <a:endCxn id="114" idx="0"/>
          </p:cNvCxnSpPr>
          <p:nvPr/>
        </p:nvCxnSpPr>
        <p:spPr>
          <a:xfrm flipH="1">
            <a:off x="4826523" y="4772988"/>
            <a:ext cx="4077" cy="553685"/>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0EFC4FC0-3947-A789-45B7-F30B3093EBA2}"/>
              </a:ext>
            </a:extLst>
          </p:cNvPr>
          <p:cNvCxnSpPr>
            <a:cxnSpLocks/>
          </p:cNvCxnSpPr>
          <p:nvPr/>
        </p:nvCxnSpPr>
        <p:spPr>
          <a:xfrm>
            <a:off x="7845524" y="3383123"/>
            <a:ext cx="0" cy="597465"/>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7A02F81F-2575-A897-B46E-7F5EF7ED6E14}"/>
              </a:ext>
            </a:extLst>
          </p:cNvPr>
          <p:cNvCxnSpPr>
            <a:cxnSpLocks/>
          </p:cNvCxnSpPr>
          <p:nvPr/>
        </p:nvCxnSpPr>
        <p:spPr>
          <a:xfrm>
            <a:off x="7845524" y="4277812"/>
            <a:ext cx="0" cy="620449"/>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25" name="TextBox 124">
            <a:extLst>
              <a:ext uri="{FF2B5EF4-FFF2-40B4-BE49-F238E27FC236}">
                <a16:creationId xmlns:a16="http://schemas.microsoft.com/office/drawing/2014/main" id="{596A5A9A-5CC6-B36E-C497-FA2189BA8CBD}"/>
              </a:ext>
            </a:extLst>
          </p:cNvPr>
          <p:cNvSpPr txBox="1"/>
          <p:nvPr/>
        </p:nvSpPr>
        <p:spPr>
          <a:xfrm>
            <a:off x="4491506" y="2903184"/>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l</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a:t>
            </a:r>
            <a:endPar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
        <p:nvSpPr>
          <p:cNvPr id="126" name="TextBox 125">
            <a:extLst>
              <a:ext uri="{FF2B5EF4-FFF2-40B4-BE49-F238E27FC236}">
                <a16:creationId xmlns:a16="http://schemas.microsoft.com/office/drawing/2014/main" id="{06E2A012-32D1-A934-AC81-D5DECFB601FB}"/>
              </a:ext>
            </a:extLst>
          </p:cNvPr>
          <p:cNvSpPr txBox="1"/>
          <p:nvPr/>
        </p:nvSpPr>
        <p:spPr>
          <a:xfrm>
            <a:off x="7405166" y="3297666"/>
            <a:ext cx="39626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l</a:t>
            </a:r>
            <a:r>
              <a:rPr kumimoji="0" lang="en-US" sz="1800" b="0" i="1" u="none" strike="noStrike" kern="1200" cap="none" spc="0" normalizeH="0" baseline="-25000" noProof="0" dirty="0" err="1">
                <a:ln>
                  <a:noFill/>
                </a:ln>
                <a:solidFill>
                  <a:prstClr val="white"/>
                </a:solidFill>
                <a:effectLst/>
                <a:uLnTx/>
                <a:uFillTx/>
                <a:latin typeface="Cambria Math" panose="02040503050406030204" pitchFamily="18" charset="0"/>
                <a:ea typeface="Cambria Math" panose="02040503050406030204" pitchFamily="18" charset="0"/>
                <a:cs typeface="+mn-cs"/>
              </a:rPr>
              <a:t>III</a:t>
            </a:r>
            <a:endPar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endParaRPr>
          </a:p>
        </p:txBody>
      </p:sp>
    </p:spTree>
    <p:extLst>
      <p:ext uri="{BB962C8B-B14F-4D97-AF65-F5344CB8AC3E}">
        <p14:creationId xmlns:p14="http://schemas.microsoft.com/office/powerpoint/2010/main" val="270161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59" name="Oval 258">
            <a:extLst>
              <a:ext uri="{FF2B5EF4-FFF2-40B4-BE49-F238E27FC236}">
                <a16:creationId xmlns:a16="http://schemas.microsoft.com/office/drawing/2014/main" id="{BC9AA3F4-9C92-DD00-891D-352C56446661}"/>
              </a:ext>
            </a:extLst>
          </p:cNvPr>
          <p:cNvSpPr>
            <a:spLocks noChangeAspect="1"/>
          </p:cNvSpPr>
          <p:nvPr/>
        </p:nvSpPr>
        <p:spPr>
          <a:xfrm flipH="1" flipV="1">
            <a:off x="10624662" y="571546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1" name="Oval 260">
            <a:extLst>
              <a:ext uri="{FF2B5EF4-FFF2-40B4-BE49-F238E27FC236}">
                <a16:creationId xmlns:a16="http://schemas.microsoft.com/office/drawing/2014/main" id="{8D60ABDA-880D-2A83-EB2C-D0D56B305270}"/>
              </a:ext>
            </a:extLst>
          </p:cNvPr>
          <p:cNvSpPr>
            <a:spLocks noChangeAspect="1"/>
          </p:cNvSpPr>
          <p:nvPr/>
        </p:nvSpPr>
        <p:spPr>
          <a:xfrm flipH="1" flipV="1">
            <a:off x="10626769" y="126985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54" name="Straight Connector 53">
            <a:extLst>
              <a:ext uri="{FF2B5EF4-FFF2-40B4-BE49-F238E27FC236}">
                <a16:creationId xmlns:a16="http://schemas.microsoft.com/office/drawing/2014/main" id="{509FC5D5-C755-AB4D-9CEA-D642127F1A79}"/>
              </a:ext>
            </a:extLst>
          </p:cNvPr>
          <p:cNvCxnSpPr>
            <a:cxnSpLocks/>
          </p:cNvCxnSpPr>
          <p:nvPr/>
        </p:nvCxnSpPr>
        <p:spPr>
          <a:xfrm>
            <a:off x="3044580" y="23991"/>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Architectural Conjecture for Polar Potentials of a Noether Core</a:t>
            </a:r>
          </a:p>
        </p:txBody>
      </p:sp>
      <p:sp>
        <p:nvSpPr>
          <p:cNvPr id="177" name="TextBox 176">
            <a:extLst>
              <a:ext uri="{FF2B5EF4-FFF2-40B4-BE49-F238E27FC236}">
                <a16:creationId xmlns:a16="http://schemas.microsoft.com/office/drawing/2014/main" id="{CF706161-146F-363E-C3E1-CC4034884EA9}"/>
              </a:ext>
            </a:extLst>
          </p:cNvPr>
          <p:cNvSpPr txBox="1"/>
          <p:nvPr/>
        </p:nvSpPr>
        <p:spPr>
          <a:xfrm>
            <a:off x="29433" y="613028"/>
            <a:ext cx="1768883"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Exploded view.</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Presumably l &gt;&gt; r?</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BBE21F59-8644-3269-4103-365E7721A48F}"/>
              </a:ext>
            </a:extLst>
          </p:cNvPr>
          <p:cNvGrpSpPr/>
          <p:nvPr/>
        </p:nvGrpSpPr>
        <p:grpSpPr>
          <a:xfrm>
            <a:off x="126454" y="3121169"/>
            <a:ext cx="2781838" cy="897059"/>
            <a:chOff x="126454" y="3209303"/>
            <a:chExt cx="2781838" cy="897059"/>
          </a:xfrm>
        </p:grpSpPr>
        <p:sp>
          <p:nvSpPr>
            <p:cNvPr id="79" name="Oval 78">
              <a:extLst>
                <a:ext uri="{FF2B5EF4-FFF2-40B4-BE49-F238E27FC236}">
                  <a16:creationId xmlns:a16="http://schemas.microsoft.com/office/drawing/2014/main" id="{DCC97071-9D67-DC48-AD13-C0A25508CBD8}"/>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xmlns:a16="http://schemas.microsoft.com/office/drawing/2014/main" id="{3FE0242A-08DF-980D-F565-9BC7D4C8BC4E}"/>
              </a:ext>
            </a:extLst>
          </p:cNvPr>
          <p:cNvCxnSpPr>
            <a:cxnSpLocks/>
          </p:cNvCxnSpPr>
          <p:nvPr/>
        </p:nvCxnSpPr>
        <p:spPr>
          <a:xfrm>
            <a:off x="1519118"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xmlns:a16="http://schemas.microsoft.com/office/drawing/2014/main" id="{E6B7701F-38F5-E709-397C-98DBAA043E08}"/>
              </a:ext>
            </a:extLst>
          </p:cNvPr>
          <p:cNvSpPr>
            <a:spLocks noChangeAspect="1"/>
          </p:cNvSpPr>
          <p:nvPr/>
        </p:nvSpPr>
        <p:spPr>
          <a:xfrm flipH="1">
            <a:off x="1438517" y="1269852"/>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05" name="Oval 204">
            <a:extLst>
              <a:ext uri="{FF2B5EF4-FFF2-40B4-BE49-F238E27FC236}">
                <a16:creationId xmlns:a16="http://schemas.microsoft.com/office/drawing/2014/main" id="{81219D62-4289-176F-8E08-04F806AB525F}"/>
              </a:ext>
            </a:extLst>
          </p:cNvPr>
          <p:cNvSpPr>
            <a:spLocks noChangeAspect="1"/>
          </p:cNvSpPr>
          <p:nvPr/>
        </p:nvSpPr>
        <p:spPr>
          <a:xfrm flipH="1">
            <a:off x="1435342" y="571546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08" name="Straight Connector 207">
            <a:extLst>
              <a:ext uri="{FF2B5EF4-FFF2-40B4-BE49-F238E27FC236}">
                <a16:creationId xmlns:a16="http://schemas.microsoft.com/office/drawing/2014/main" id="{8F61328D-500A-0F14-9F08-E75CCF8EA0CD}"/>
              </a:ext>
            </a:extLst>
          </p:cNvPr>
          <p:cNvCxnSpPr>
            <a:cxnSpLocks/>
            <a:stCxn id="112" idx="2"/>
          </p:cNvCxnSpPr>
          <p:nvPr/>
        </p:nvCxnSpPr>
        <p:spPr>
          <a:xfrm flipH="1">
            <a:off x="6089160" y="523417"/>
            <a:ext cx="6840" cy="6334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54877DF-76D3-6FB0-9B46-0D09B5DFDC02}"/>
              </a:ext>
            </a:extLst>
          </p:cNvPr>
          <p:cNvCxnSpPr>
            <a:cxnSpLocks/>
          </p:cNvCxnSpPr>
          <p:nvPr/>
        </p:nvCxnSpPr>
        <p:spPr>
          <a:xfrm>
            <a:off x="9133740" y="523417"/>
            <a:ext cx="0" cy="635857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26" name="Oval 225">
            <a:extLst>
              <a:ext uri="{FF2B5EF4-FFF2-40B4-BE49-F238E27FC236}">
                <a16:creationId xmlns:a16="http://schemas.microsoft.com/office/drawing/2014/main" id="{15D1091D-121E-6B8B-C848-5609324A8F16}"/>
              </a:ext>
            </a:extLst>
          </p:cNvPr>
          <p:cNvSpPr/>
          <p:nvPr/>
        </p:nvSpPr>
        <p:spPr>
          <a:xfrm rot="5400000">
            <a:off x="4109696" y="2178780"/>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8" name="Oval 227">
            <a:extLst>
              <a:ext uri="{FF2B5EF4-FFF2-40B4-BE49-F238E27FC236}">
                <a16:creationId xmlns:a16="http://schemas.microsoft.com/office/drawing/2014/main" id="{992167CB-5AD2-E37D-E2E9-140538203E82}"/>
              </a:ext>
            </a:extLst>
          </p:cNvPr>
          <p:cNvSpPr>
            <a:spLocks noChangeAspect="1"/>
          </p:cNvSpPr>
          <p:nvPr/>
        </p:nvSpPr>
        <p:spPr>
          <a:xfrm flipH="1">
            <a:off x="3519321" y="3210778"/>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29" name="Straight Arrow Connector 228">
            <a:extLst>
              <a:ext uri="{FF2B5EF4-FFF2-40B4-BE49-F238E27FC236}">
                <a16:creationId xmlns:a16="http://schemas.microsoft.com/office/drawing/2014/main" id="{2879EFB8-363A-6199-6BB7-CC55148BF9B8}"/>
              </a:ext>
            </a:extLst>
          </p:cNvPr>
          <p:cNvCxnSpPr>
            <a:cxnSpLocks/>
          </p:cNvCxnSpPr>
          <p:nvPr/>
        </p:nvCxnSpPr>
        <p:spPr>
          <a:xfrm rot="5100000">
            <a:off x="3513384" y="3074230"/>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0" name="Straight Arrow Connector 229">
            <a:extLst>
              <a:ext uri="{FF2B5EF4-FFF2-40B4-BE49-F238E27FC236}">
                <a16:creationId xmlns:a16="http://schemas.microsoft.com/office/drawing/2014/main" id="{64F0CDF9-0D9D-5B1B-F538-67E388814882}"/>
              </a:ext>
            </a:extLst>
          </p:cNvPr>
          <p:cNvCxnSpPr>
            <a:cxnSpLocks/>
          </p:cNvCxnSpPr>
          <p:nvPr/>
        </p:nvCxnSpPr>
        <p:spPr>
          <a:xfrm rot="5400000" flipH="1" flipV="1">
            <a:off x="5631335" y="3898534"/>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sp>
        <p:nvSpPr>
          <p:cNvPr id="213" name="Oval 212">
            <a:extLst>
              <a:ext uri="{FF2B5EF4-FFF2-40B4-BE49-F238E27FC236}">
                <a16:creationId xmlns:a16="http://schemas.microsoft.com/office/drawing/2014/main" id="{4003C647-6486-1F5E-0E13-64F236582938}"/>
              </a:ext>
            </a:extLst>
          </p:cNvPr>
          <p:cNvSpPr>
            <a:spLocks noChangeAspect="1"/>
          </p:cNvSpPr>
          <p:nvPr/>
        </p:nvSpPr>
        <p:spPr>
          <a:xfrm flipH="1">
            <a:off x="4474532" y="571546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22" name="Straight Connector 221">
            <a:extLst>
              <a:ext uri="{FF2B5EF4-FFF2-40B4-BE49-F238E27FC236}">
                <a16:creationId xmlns:a16="http://schemas.microsoft.com/office/drawing/2014/main" id="{42591C24-D913-3487-294F-086AF2686F69}"/>
              </a:ext>
            </a:extLst>
          </p:cNvPr>
          <p:cNvCxnSpPr>
            <a:cxnSpLocks/>
          </p:cNvCxnSpPr>
          <p:nvPr/>
        </p:nvCxnSpPr>
        <p:spPr>
          <a:xfrm>
            <a:off x="4559971"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218" name="Oval 217">
            <a:extLst>
              <a:ext uri="{FF2B5EF4-FFF2-40B4-BE49-F238E27FC236}">
                <a16:creationId xmlns:a16="http://schemas.microsoft.com/office/drawing/2014/main" id="{49F124F4-E8C0-4EBD-0362-56A168F89462}"/>
              </a:ext>
            </a:extLst>
          </p:cNvPr>
          <p:cNvSpPr>
            <a:spLocks noChangeAspect="1"/>
          </p:cNvSpPr>
          <p:nvPr/>
        </p:nvSpPr>
        <p:spPr>
          <a:xfrm flipH="1">
            <a:off x="4479370" y="1269852"/>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232" name="Group 231">
            <a:extLst>
              <a:ext uri="{FF2B5EF4-FFF2-40B4-BE49-F238E27FC236}">
                <a16:creationId xmlns:a16="http://schemas.microsoft.com/office/drawing/2014/main" id="{6167F937-95B8-3B58-AB8B-E37F884AD0EA}"/>
              </a:ext>
            </a:extLst>
          </p:cNvPr>
          <p:cNvGrpSpPr/>
          <p:nvPr/>
        </p:nvGrpSpPr>
        <p:grpSpPr>
          <a:xfrm>
            <a:off x="6223006" y="3121169"/>
            <a:ext cx="2781838" cy="897059"/>
            <a:chOff x="126454" y="3209303"/>
            <a:chExt cx="2781838" cy="897059"/>
          </a:xfrm>
        </p:grpSpPr>
        <p:sp>
          <p:nvSpPr>
            <p:cNvPr id="246" name="Oval 245">
              <a:extLst>
                <a:ext uri="{FF2B5EF4-FFF2-40B4-BE49-F238E27FC236}">
                  <a16:creationId xmlns:a16="http://schemas.microsoft.com/office/drawing/2014/main" id="{75DA8645-51BF-B124-9117-2BC83EB7D402}"/>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Oval 246">
              <a:extLst>
                <a:ext uri="{FF2B5EF4-FFF2-40B4-BE49-F238E27FC236}">
                  <a16:creationId xmlns:a16="http://schemas.microsoft.com/office/drawing/2014/main" id="{8E3CD108-5511-3441-9BA3-F8E8D6B1A138}"/>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48" name="Oval 247">
              <a:extLst>
                <a:ext uri="{FF2B5EF4-FFF2-40B4-BE49-F238E27FC236}">
                  <a16:creationId xmlns:a16="http://schemas.microsoft.com/office/drawing/2014/main" id="{A0AFCD79-D393-5FAA-BB2C-5FF55C86CCE0}"/>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49" name="Straight Arrow Connector 248">
              <a:extLst>
                <a:ext uri="{FF2B5EF4-FFF2-40B4-BE49-F238E27FC236}">
                  <a16:creationId xmlns:a16="http://schemas.microsoft.com/office/drawing/2014/main" id="{FC835FC3-66A9-C7DB-A638-6DB223BFA990}"/>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0F6D25B0-94F4-8FFD-714C-60A2259DFBA4}"/>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235" name="Oval 234">
            <a:extLst>
              <a:ext uri="{FF2B5EF4-FFF2-40B4-BE49-F238E27FC236}">
                <a16:creationId xmlns:a16="http://schemas.microsoft.com/office/drawing/2014/main" id="{46A8F744-F017-0288-1F77-F8D44A35945E}"/>
              </a:ext>
            </a:extLst>
          </p:cNvPr>
          <p:cNvSpPr>
            <a:spLocks noChangeAspect="1"/>
          </p:cNvSpPr>
          <p:nvPr/>
        </p:nvSpPr>
        <p:spPr>
          <a:xfrm flipH="1" flipV="1">
            <a:off x="7535162" y="126985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6" name="Oval 235">
            <a:extLst>
              <a:ext uri="{FF2B5EF4-FFF2-40B4-BE49-F238E27FC236}">
                <a16:creationId xmlns:a16="http://schemas.microsoft.com/office/drawing/2014/main" id="{9BD7D9F0-9C63-0905-075D-15B2D0F9711B}"/>
              </a:ext>
            </a:extLst>
          </p:cNvPr>
          <p:cNvSpPr>
            <a:spLocks noChangeAspect="1"/>
          </p:cNvSpPr>
          <p:nvPr/>
        </p:nvSpPr>
        <p:spPr>
          <a:xfrm flipH="1" flipV="1">
            <a:off x="7531987" y="571546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42" name="Straight Connector 241">
            <a:extLst>
              <a:ext uri="{FF2B5EF4-FFF2-40B4-BE49-F238E27FC236}">
                <a16:creationId xmlns:a16="http://schemas.microsoft.com/office/drawing/2014/main" id="{1EA51F37-DFA8-E16C-CE17-C3B4EA8F6C52}"/>
              </a:ext>
            </a:extLst>
          </p:cNvPr>
          <p:cNvCxnSpPr>
            <a:cxnSpLocks/>
          </p:cNvCxnSpPr>
          <p:nvPr/>
        </p:nvCxnSpPr>
        <p:spPr>
          <a:xfrm>
            <a:off x="7615670"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nvGrpSpPr>
          <p:cNvPr id="252" name="Group 251">
            <a:extLst>
              <a:ext uri="{FF2B5EF4-FFF2-40B4-BE49-F238E27FC236}">
                <a16:creationId xmlns:a16="http://schemas.microsoft.com/office/drawing/2014/main" id="{70CD64E9-A89D-2FD1-3AC5-3459EF50917A}"/>
              </a:ext>
            </a:extLst>
          </p:cNvPr>
          <p:cNvGrpSpPr/>
          <p:nvPr/>
        </p:nvGrpSpPr>
        <p:grpSpPr>
          <a:xfrm>
            <a:off x="9316844" y="3121169"/>
            <a:ext cx="2781838" cy="897059"/>
            <a:chOff x="126454" y="3209303"/>
            <a:chExt cx="2781838" cy="897059"/>
          </a:xfrm>
        </p:grpSpPr>
        <p:sp>
          <p:nvSpPr>
            <p:cNvPr id="266" name="Oval 265">
              <a:extLst>
                <a:ext uri="{FF2B5EF4-FFF2-40B4-BE49-F238E27FC236}">
                  <a16:creationId xmlns:a16="http://schemas.microsoft.com/office/drawing/2014/main" id="{9EB1DA20-2463-61F5-0974-2153D473495C}"/>
                </a:ext>
              </a:extLst>
            </p:cNvPr>
            <p:cNvSpPr/>
            <p:nvPr/>
          </p:nvSpPr>
          <p:spPr>
            <a:xfrm rot="5400000">
              <a:off x="1068843" y="2266914"/>
              <a:ext cx="897059" cy="2781838"/>
            </a:xfrm>
            <a:prstGeom prst="ellipse">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7" name="Oval 266">
              <a:extLst>
                <a:ext uri="{FF2B5EF4-FFF2-40B4-BE49-F238E27FC236}">
                  <a16:creationId xmlns:a16="http://schemas.microsoft.com/office/drawing/2014/main" id="{783E697E-4AD0-EE81-FF95-26CE32054683}"/>
                </a:ext>
              </a:extLst>
            </p:cNvPr>
            <p:cNvSpPr>
              <a:spLocks noChangeAspect="1"/>
            </p:cNvSpPr>
            <p:nvPr/>
          </p:nvSpPr>
          <p:spPr>
            <a:xfrm flipH="1">
              <a:off x="2503572" y="3869043"/>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8" name="Oval 267">
              <a:extLst>
                <a:ext uri="{FF2B5EF4-FFF2-40B4-BE49-F238E27FC236}">
                  <a16:creationId xmlns:a16="http://schemas.microsoft.com/office/drawing/2014/main" id="{52AB06E8-B233-5DBA-6D6D-EC2E8C595DBB}"/>
                </a:ext>
              </a:extLst>
            </p:cNvPr>
            <p:cNvSpPr>
              <a:spLocks noChangeAspect="1"/>
            </p:cNvSpPr>
            <p:nvPr/>
          </p:nvSpPr>
          <p:spPr>
            <a:xfrm flipH="1">
              <a:off x="478468" y="329891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69" name="Straight Arrow Connector 268">
              <a:extLst>
                <a:ext uri="{FF2B5EF4-FFF2-40B4-BE49-F238E27FC236}">
                  <a16:creationId xmlns:a16="http://schemas.microsoft.com/office/drawing/2014/main" id="{EC596680-5418-CC5A-DB14-16671E450221}"/>
                </a:ext>
              </a:extLst>
            </p:cNvPr>
            <p:cNvCxnSpPr>
              <a:cxnSpLocks/>
            </p:cNvCxnSpPr>
            <p:nvPr/>
          </p:nvCxnSpPr>
          <p:spPr>
            <a:xfrm rot="5100000">
              <a:off x="472531" y="3162364"/>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952E0030-5C6D-118F-83BC-2C60F8731370}"/>
                </a:ext>
              </a:extLst>
            </p:cNvPr>
            <p:cNvCxnSpPr>
              <a:cxnSpLocks/>
            </p:cNvCxnSpPr>
            <p:nvPr/>
          </p:nvCxnSpPr>
          <p:spPr>
            <a:xfrm rot="5400000" flipH="1" flipV="1">
              <a:off x="2590482" y="3986668"/>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262" name="Straight Connector 261">
            <a:extLst>
              <a:ext uri="{FF2B5EF4-FFF2-40B4-BE49-F238E27FC236}">
                <a16:creationId xmlns:a16="http://schemas.microsoft.com/office/drawing/2014/main" id="{BC96F58E-0BB5-852F-DB03-D7DCD130DD25}"/>
              </a:ext>
            </a:extLst>
          </p:cNvPr>
          <p:cNvCxnSpPr>
            <a:cxnSpLocks/>
          </p:cNvCxnSpPr>
          <p:nvPr/>
        </p:nvCxnSpPr>
        <p:spPr>
          <a:xfrm>
            <a:off x="10709508" y="1428725"/>
            <a:ext cx="0" cy="4286738"/>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40D6638-C7C5-E646-B76A-E5A7E44CADA8}"/>
              </a:ext>
            </a:extLst>
          </p:cNvPr>
          <p:cNvCxnSpPr>
            <a:endCxn id="79" idx="0"/>
          </p:cNvCxnSpPr>
          <p:nvPr/>
        </p:nvCxnSpPr>
        <p:spPr>
          <a:xfrm>
            <a:off x="1519118" y="3569699"/>
            <a:ext cx="1389174" cy="1"/>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4DC8F56E-81E4-AB5F-54C2-D16CEDCCB828}"/>
              </a:ext>
            </a:extLst>
          </p:cNvPr>
          <p:cNvCxnSpPr>
            <a:cxnSpLocks/>
          </p:cNvCxnSpPr>
          <p:nvPr/>
        </p:nvCxnSpPr>
        <p:spPr>
          <a:xfrm flipV="1">
            <a:off x="1264728" y="1346891"/>
            <a:ext cx="0" cy="2222808"/>
          </a:xfrm>
          <a:prstGeom prst="straightConnector1">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C2FAA0D-14BC-B049-BF12-40D724D90BBF}"/>
              </a:ext>
            </a:extLst>
          </p:cNvPr>
          <p:cNvSpPr txBox="1"/>
          <p:nvPr/>
        </p:nvSpPr>
        <p:spPr>
          <a:xfrm>
            <a:off x="953592" y="2113029"/>
            <a:ext cx="24718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t>l</a:t>
            </a:r>
          </a:p>
        </p:txBody>
      </p:sp>
      <p:sp>
        <p:nvSpPr>
          <p:cNvPr id="272" name="TextBox 271">
            <a:extLst>
              <a:ext uri="{FF2B5EF4-FFF2-40B4-BE49-F238E27FC236}">
                <a16:creationId xmlns:a16="http://schemas.microsoft.com/office/drawing/2014/main" id="{3B7405A1-F297-040D-FEF6-CAF2973FDB30}"/>
              </a:ext>
            </a:extLst>
          </p:cNvPr>
          <p:cNvSpPr txBox="1"/>
          <p:nvPr/>
        </p:nvSpPr>
        <p:spPr>
          <a:xfrm>
            <a:off x="2043169" y="3244334"/>
            <a:ext cx="28084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mn-cs"/>
              </a:rPr>
              <a:t>r</a:t>
            </a:r>
          </a:p>
        </p:txBody>
      </p:sp>
      <p:sp>
        <p:nvSpPr>
          <p:cNvPr id="273" name="Oval 272">
            <a:extLst>
              <a:ext uri="{FF2B5EF4-FFF2-40B4-BE49-F238E27FC236}">
                <a16:creationId xmlns:a16="http://schemas.microsoft.com/office/drawing/2014/main" id="{5112BDC6-C5F3-A636-C500-7EBA0C35E8E9}"/>
              </a:ext>
            </a:extLst>
          </p:cNvPr>
          <p:cNvSpPr>
            <a:spLocks noChangeAspect="1"/>
          </p:cNvSpPr>
          <p:nvPr/>
        </p:nvSpPr>
        <p:spPr>
          <a:xfrm flipH="1" flipV="1">
            <a:off x="5508985" y="3766755"/>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2351761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84" name="Oval 183">
            <a:extLst>
              <a:ext uri="{FF2B5EF4-FFF2-40B4-BE49-F238E27FC236}">
                <a16:creationId xmlns:a16="http://schemas.microsoft.com/office/drawing/2014/main" id="{F9255CB3-38B0-482C-0178-5574DCB8C6E4}"/>
              </a:ext>
            </a:extLst>
          </p:cNvPr>
          <p:cNvSpPr>
            <a:spLocks noChangeAspect="1"/>
          </p:cNvSpPr>
          <p:nvPr/>
        </p:nvSpPr>
        <p:spPr>
          <a:xfrm flipH="1">
            <a:off x="11160543" y="7269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85" name="Oval 184">
            <a:extLst>
              <a:ext uri="{FF2B5EF4-FFF2-40B4-BE49-F238E27FC236}">
                <a16:creationId xmlns:a16="http://schemas.microsoft.com/office/drawing/2014/main" id="{786B827C-8E69-D5B7-066A-2A996A1FD4C6}"/>
              </a:ext>
            </a:extLst>
          </p:cNvPr>
          <p:cNvSpPr>
            <a:spLocks noChangeAspect="1"/>
          </p:cNvSpPr>
          <p:nvPr/>
        </p:nvSpPr>
        <p:spPr>
          <a:xfrm flipH="1">
            <a:off x="11160963" y="175572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6" name="Oval 175">
            <a:extLst>
              <a:ext uri="{FF2B5EF4-FFF2-40B4-BE49-F238E27FC236}">
                <a16:creationId xmlns:a16="http://schemas.microsoft.com/office/drawing/2014/main" id="{27AE381D-3BEE-2E1E-7454-8B975E9F21C2}"/>
              </a:ext>
            </a:extLst>
          </p:cNvPr>
          <p:cNvSpPr>
            <a:spLocks noChangeAspect="1"/>
          </p:cNvSpPr>
          <p:nvPr/>
        </p:nvSpPr>
        <p:spPr>
          <a:xfrm flipH="1">
            <a:off x="10125913" y="3905858"/>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4" name="Oval 173">
            <a:extLst>
              <a:ext uri="{FF2B5EF4-FFF2-40B4-BE49-F238E27FC236}">
                <a16:creationId xmlns:a16="http://schemas.microsoft.com/office/drawing/2014/main" id="{E3852383-AD61-E61E-140E-5C2B7CC339EE}"/>
              </a:ext>
            </a:extLst>
          </p:cNvPr>
          <p:cNvSpPr>
            <a:spLocks noChangeAspect="1"/>
          </p:cNvSpPr>
          <p:nvPr/>
        </p:nvSpPr>
        <p:spPr>
          <a:xfrm flipH="1">
            <a:off x="6004010" y="3904775"/>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Footer Placeholder 3">
            <a:extLst>
              <a:ext uri="{FF2B5EF4-FFF2-40B4-BE49-F238E27FC236}">
                <a16:creationId xmlns:a16="http://schemas.microsoft.com/office/drawing/2014/main" id="{7C94C084-4476-0C4E-B896-CB3AC89A47F6}"/>
              </a:ext>
            </a:extLst>
          </p:cNvPr>
          <p:cNvSpPr txBox="1">
            <a:spLocks/>
          </p:cNvSpPr>
          <p:nvPr/>
        </p:nvSpPr>
        <p:spPr>
          <a:xfrm>
            <a:off x="11030928" y="6510522"/>
            <a:ext cx="114226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a:t>
            </a:r>
          </a:p>
        </p:txBody>
      </p:sp>
      <p:cxnSp>
        <p:nvCxnSpPr>
          <p:cNvPr id="54" name="Straight Connector 53">
            <a:extLst>
              <a:ext uri="{FF2B5EF4-FFF2-40B4-BE49-F238E27FC236}">
                <a16:creationId xmlns:a16="http://schemas.microsoft.com/office/drawing/2014/main" id="{509FC5D5-C755-AB4D-9CEA-D642127F1A79}"/>
              </a:ext>
            </a:extLst>
          </p:cNvPr>
          <p:cNvCxnSpPr>
            <a:cxnSpLocks/>
          </p:cNvCxnSpPr>
          <p:nvPr/>
        </p:nvCxnSpPr>
        <p:spPr>
          <a:xfrm>
            <a:off x="406224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C22A73D-9DED-8048-8E37-3F145D35B79B}"/>
              </a:ext>
            </a:extLst>
          </p:cNvPr>
          <p:cNvCxnSpPr>
            <a:cxnSpLocks/>
          </p:cNvCxnSpPr>
          <p:nvPr/>
        </p:nvCxnSpPr>
        <p:spPr>
          <a:xfrm>
            <a:off x="8124480" y="-3"/>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2" name="Rectangle 111">
            <a:extLst>
              <a:ext uri="{FF2B5EF4-FFF2-40B4-BE49-F238E27FC236}">
                <a16:creationId xmlns:a16="http://schemas.microsoft.com/office/drawing/2014/main" id="{4D9217BE-F0DF-0043-9A68-69C8B7088BF0}"/>
              </a:ext>
            </a:extLst>
          </p:cNvPr>
          <p:cNvSpPr/>
          <p:nvPr/>
        </p:nvSpPr>
        <p:spPr>
          <a:xfrm>
            <a:off x="0" y="197"/>
            <a:ext cx="12192000" cy="523220"/>
          </a:xfrm>
          <a:prstGeom prst="rect">
            <a:avLst/>
          </a:prstGeom>
          <a:solidFill>
            <a:srgbClr val="7030A0"/>
          </a:solidFill>
          <a:ln>
            <a:solidFill>
              <a:schemeClr val="bg1"/>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Quark Color Charge : Implementation Candidate Conjecture</a:t>
            </a:r>
          </a:p>
        </p:txBody>
      </p:sp>
      <p:sp>
        <p:nvSpPr>
          <p:cNvPr id="98" name="TextBox 97">
            <a:extLst>
              <a:ext uri="{FF2B5EF4-FFF2-40B4-BE49-F238E27FC236}">
                <a16:creationId xmlns:a16="http://schemas.microsoft.com/office/drawing/2014/main" id="{03170DA2-933A-E746-8799-DEC80877A0BF}"/>
              </a:ext>
            </a:extLst>
          </p:cNvPr>
          <p:cNvSpPr txBox="1"/>
          <p:nvPr/>
        </p:nvSpPr>
        <p:spPr>
          <a:xfrm>
            <a:off x="1085785" y="5725008"/>
            <a:ext cx="2006768"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Configurations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 red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anti-up : anti-red</a:t>
            </a:r>
          </a:p>
        </p:txBody>
      </p:sp>
      <p:grpSp>
        <p:nvGrpSpPr>
          <p:cNvPr id="33" name="Group 32">
            <a:extLst>
              <a:ext uri="{FF2B5EF4-FFF2-40B4-BE49-F238E27FC236}">
                <a16:creationId xmlns:a16="http://schemas.microsoft.com/office/drawing/2014/main" id="{88C3FCCC-3D31-4078-1540-D21596159E06}"/>
              </a:ext>
            </a:extLst>
          </p:cNvPr>
          <p:cNvGrpSpPr/>
          <p:nvPr/>
        </p:nvGrpSpPr>
        <p:grpSpPr>
          <a:xfrm>
            <a:off x="1352406" y="2482913"/>
            <a:ext cx="1393194" cy="853440"/>
            <a:chOff x="1352406" y="1889760"/>
            <a:chExt cx="1393194" cy="853440"/>
          </a:xfrm>
        </p:grpSpPr>
        <p:grpSp>
          <p:nvGrpSpPr>
            <p:cNvPr id="16" name="Group 15">
              <a:extLst>
                <a:ext uri="{FF2B5EF4-FFF2-40B4-BE49-F238E27FC236}">
                  <a16:creationId xmlns:a16="http://schemas.microsoft.com/office/drawing/2014/main" id="{426387B5-E1DE-E93B-0446-A7E0DAB75CA8}"/>
                </a:ext>
              </a:extLst>
            </p:cNvPr>
            <p:cNvGrpSpPr/>
            <p:nvPr/>
          </p:nvGrpSpPr>
          <p:grpSpPr>
            <a:xfrm>
              <a:off x="1352406" y="2064073"/>
              <a:ext cx="1393194" cy="501146"/>
              <a:chOff x="1324998" y="2175626"/>
              <a:chExt cx="1393194" cy="501146"/>
            </a:xfrm>
          </p:grpSpPr>
          <p:sp>
            <p:nvSpPr>
              <p:cNvPr id="80" name="Oval 79">
                <a:extLst>
                  <a:ext uri="{FF2B5EF4-FFF2-40B4-BE49-F238E27FC236}">
                    <a16:creationId xmlns:a16="http://schemas.microsoft.com/office/drawing/2014/main" id="{4B5172ED-2D8A-034A-8B6D-511FB837A5C1}"/>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Oval 85">
                <a:extLst>
                  <a:ext uri="{FF2B5EF4-FFF2-40B4-BE49-F238E27FC236}">
                    <a16:creationId xmlns:a16="http://schemas.microsoft.com/office/drawing/2014/main" id="{B6DDABCD-9B6E-0146-8BFF-3CBF4280B6B7}"/>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a16:creationId xmlns:a16="http://schemas.microsoft.com/office/drawing/2014/main" id="{7542A9BE-ECCE-5C40-A68A-16AE68143B72}"/>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5" name="Straight Arrow Connector 94">
                <a:extLst>
                  <a:ext uri="{FF2B5EF4-FFF2-40B4-BE49-F238E27FC236}">
                    <a16:creationId xmlns:a16="http://schemas.microsoft.com/office/drawing/2014/main" id="{03FE165A-ABC8-BE4E-8543-7690FB45F3BF}"/>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99813F5-0792-5E44-BD4E-C5C96C3DDB3F}"/>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12884C72-353D-E9F9-DC2F-E30DB3036D57}"/>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79" name="Oval 78">
            <a:extLst>
              <a:ext uri="{FF2B5EF4-FFF2-40B4-BE49-F238E27FC236}">
                <a16:creationId xmlns:a16="http://schemas.microsoft.com/office/drawing/2014/main" id="{DCC97071-9D67-DC48-AD13-C0A25508CBD8}"/>
              </a:ext>
            </a:extLst>
          </p:cNvPr>
          <p:cNvSpPr/>
          <p:nvPr/>
        </p:nvSpPr>
        <p:spPr>
          <a:xfrm rot="5400000">
            <a:off x="1600473" y="2875331"/>
            <a:ext cx="897059"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Oval 87">
            <a:extLst>
              <a:ext uri="{FF2B5EF4-FFF2-40B4-BE49-F238E27FC236}">
                <a16:creationId xmlns:a16="http://schemas.microsoft.com/office/drawing/2014/main" id="{5E822E41-836D-6B4A-859F-FD430E027DC8}"/>
              </a:ext>
            </a:extLst>
          </p:cNvPr>
          <p:cNvSpPr>
            <a:spLocks noChangeAspect="1"/>
          </p:cNvSpPr>
          <p:nvPr/>
        </p:nvSpPr>
        <p:spPr>
          <a:xfrm flipH="1">
            <a:off x="3451729" y="499121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xmlns:a16="http://schemas.microsoft.com/office/drawing/2014/main" id="{942F0346-DB25-A44F-8938-8FB3746D7D80}"/>
              </a:ext>
            </a:extLst>
          </p:cNvPr>
          <p:cNvSpPr>
            <a:spLocks noChangeAspect="1"/>
          </p:cNvSpPr>
          <p:nvPr/>
        </p:nvSpPr>
        <p:spPr>
          <a:xfrm flipH="1">
            <a:off x="496350" y="442107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6" name="Straight Arrow Connector 105">
            <a:extLst>
              <a:ext uri="{FF2B5EF4-FFF2-40B4-BE49-F238E27FC236}">
                <a16:creationId xmlns:a16="http://schemas.microsoft.com/office/drawing/2014/main" id="{B011BF8B-9B3B-194E-860A-C437CC99C7A7}"/>
              </a:ext>
            </a:extLst>
          </p:cNvPr>
          <p:cNvCxnSpPr>
            <a:cxnSpLocks/>
          </p:cNvCxnSpPr>
          <p:nvPr/>
        </p:nvCxnSpPr>
        <p:spPr>
          <a:xfrm rot="5100000">
            <a:off x="490413" y="4284531"/>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1FEAF416-CED6-C54A-A22B-8A4184554071}"/>
              </a:ext>
            </a:extLst>
          </p:cNvPr>
          <p:cNvCxnSpPr>
            <a:cxnSpLocks/>
          </p:cNvCxnSpPr>
          <p:nvPr/>
        </p:nvCxnSpPr>
        <p:spPr>
          <a:xfrm rot="5400000" flipH="1" flipV="1">
            <a:off x="3538639" y="5108835"/>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7B579F78-0F28-F3EB-F72B-084A9B9384E3}"/>
              </a:ext>
            </a:extLst>
          </p:cNvPr>
          <p:cNvGrpSpPr/>
          <p:nvPr/>
        </p:nvGrpSpPr>
        <p:grpSpPr>
          <a:xfrm>
            <a:off x="1689784" y="894059"/>
            <a:ext cx="669830" cy="853440"/>
            <a:chOff x="1689784" y="718799"/>
            <a:chExt cx="669830" cy="853440"/>
          </a:xfrm>
        </p:grpSpPr>
        <p:sp>
          <p:nvSpPr>
            <p:cNvPr id="81" name="Oval 80">
              <a:extLst>
                <a:ext uri="{FF2B5EF4-FFF2-40B4-BE49-F238E27FC236}">
                  <a16:creationId xmlns:a16="http://schemas.microsoft.com/office/drawing/2014/main" id="{AB13C73C-22E9-E346-BD10-636EC5B03EEB}"/>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 name="Oval 86">
              <a:extLst>
                <a:ext uri="{FF2B5EF4-FFF2-40B4-BE49-F238E27FC236}">
                  <a16:creationId xmlns:a16="http://schemas.microsoft.com/office/drawing/2014/main" id="{E35603F7-4AC6-D54E-B796-8ECF3E139D28}"/>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a16:creationId xmlns:a16="http://schemas.microsoft.com/office/drawing/2014/main" id="{CC8884F5-50D7-4345-825E-5F4014AE501E}"/>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94" name="Straight Arrow Connector 93">
              <a:extLst>
                <a:ext uri="{FF2B5EF4-FFF2-40B4-BE49-F238E27FC236}">
                  <a16:creationId xmlns:a16="http://schemas.microsoft.com/office/drawing/2014/main" id="{F9C01C71-7A09-AE4B-B957-2044CA563BC5}"/>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5CBB2A3-47BB-2A4B-A755-E5E82F457977}"/>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A3F17B9-1C23-C3D8-4313-9EF40E515E97}"/>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00" name="Oval 99">
            <a:extLst>
              <a:ext uri="{FF2B5EF4-FFF2-40B4-BE49-F238E27FC236}">
                <a16:creationId xmlns:a16="http://schemas.microsoft.com/office/drawing/2014/main" id="{889819DB-E81A-F472-79B3-2F0803388948}"/>
              </a:ext>
            </a:extLst>
          </p:cNvPr>
          <p:cNvSpPr>
            <a:spLocks noChangeAspect="1"/>
          </p:cNvSpPr>
          <p:nvPr/>
        </p:nvSpPr>
        <p:spPr>
          <a:xfrm flipH="1">
            <a:off x="1968786" y="23209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2" name="Oval 101">
            <a:extLst>
              <a:ext uri="{FF2B5EF4-FFF2-40B4-BE49-F238E27FC236}">
                <a16:creationId xmlns:a16="http://schemas.microsoft.com/office/drawing/2014/main" id="{5D68C263-0782-1A05-68EC-20EE9ACD99F7}"/>
              </a:ext>
            </a:extLst>
          </p:cNvPr>
          <p:cNvSpPr>
            <a:spLocks noChangeAspect="1"/>
          </p:cNvSpPr>
          <p:nvPr/>
        </p:nvSpPr>
        <p:spPr>
          <a:xfrm flipH="1">
            <a:off x="1968786" y="72598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4" name="Oval 103">
            <a:extLst>
              <a:ext uri="{FF2B5EF4-FFF2-40B4-BE49-F238E27FC236}">
                <a16:creationId xmlns:a16="http://schemas.microsoft.com/office/drawing/2014/main" id="{2165C8FD-4DE1-96E0-A7FE-66433C5D665E}"/>
              </a:ext>
            </a:extLst>
          </p:cNvPr>
          <p:cNvSpPr>
            <a:spLocks noChangeAspect="1"/>
          </p:cNvSpPr>
          <p:nvPr/>
        </p:nvSpPr>
        <p:spPr>
          <a:xfrm flipH="1">
            <a:off x="1968786" y="335529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5" name="Oval 104">
            <a:extLst>
              <a:ext uri="{FF2B5EF4-FFF2-40B4-BE49-F238E27FC236}">
                <a16:creationId xmlns:a16="http://schemas.microsoft.com/office/drawing/2014/main" id="{4B7D9331-A8B9-A45E-F48D-177606DD2226}"/>
              </a:ext>
            </a:extLst>
          </p:cNvPr>
          <p:cNvSpPr>
            <a:spLocks noChangeAspect="1"/>
          </p:cNvSpPr>
          <p:nvPr/>
        </p:nvSpPr>
        <p:spPr>
          <a:xfrm flipH="1">
            <a:off x="1968786" y="17525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xmlns:a16="http://schemas.microsoft.com/office/drawing/2014/main" id="{5F703C8E-9C9A-9AA8-C1EA-937BF413D8C3}"/>
              </a:ext>
            </a:extLst>
          </p:cNvPr>
          <p:cNvGrpSpPr/>
          <p:nvPr/>
        </p:nvGrpSpPr>
        <p:grpSpPr>
          <a:xfrm>
            <a:off x="1798906" y="3947987"/>
            <a:ext cx="154079" cy="1729776"/>
            <a:chOff x="1968786" y="3905769"/>
            <a:chExt cx="154079" cy="1729776"/>
          </a:xfrm>
        </p:grpSpPr>
        <p:cxnSp>
          <p:nvCxnSpPr>
            <p:cNvPr id="92" name="Straight Connector 91">
              <a:extLst>
                <a:ext uri="{FF2B5EF4-FFF2-40B4-BE49-F238E27FC236}">
                  <a16:creationId xmlns:a16="http://schemas.microsoft.com/office/drawing/2014/main" id="{3FE0242A-08DF-980D-F565-9BC7D4C8BC4E}"/>
                </a:ext>
              </a:extLst>
            </p:cNvPr>
            <p:cNvCxnSpPr>
              <a:cxnSpLocks/>
            </p:cNvCxnSpPr>
            <p:nvPr/>
          </p:nvCxnSpPr>
          <p:spPr>
            <a:xfrm>
              <a:off x="2049780" y="4071766"/>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03" name="Oval 102">
              <a:extLst>
                <a:ext uri="{FF2B5EF4-FFF2-40B4-BE49-F238E27FC236}">
                  <a16:creationId xmlns:a16="http://schemas.microsoft.com/office/drawing/2014/main" id="{AE43153C-43B8-F0B0-8FC1-7E26572B6F9F}"/>
                </a:ext>
              </a:extLst>
            </p:cNvPr>
            <p:cNvSpPr>
              <a:spLocks noChangeAspect="1"/>
            </p:cNvSpPr>
            <p:nvPr/>
          </p:nvSpPr>
          <p:spPr>
            <a:xfrm flipH="1">
              <a:off x="1968786"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8" name="Oval 107">
              <a:extLst>
                <a:ext uri="{FF2B5EF4-FFF2-40B4-BE49-F238E27FC236}">
                  <a16:creationId xmlns:a16="http://schemas.microsoft.com/office/drawing/2014/main" id="{7A7A198B-FEC6-3916-6D34-693F050058E9}"/>
                </a:ext>
              </a:extLst>
            </p:cNvPr>
            <p:cNvSpPr>
              <a:spLocks noChangeAspect="1"/>
            </p:cNvSpPr>
            <p:nvPr/>
          </p:nvSpPr>
          <p:spPr>
            <a:xfrm flipH="1">
              <a:off x="1968786" y="390576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0" name="TextBox 109">
            <a:extLst>
              <a:ext uri="{FF2B5EF4-FFF2-40B4-BE49-F238E27FC236}">
                <a16:creationId xmlns:a16="http://schemas.microsoft.com/office/drawing/2014/main" id="{CFC67F64-B3F4-AE68-49AD-F6F7C4BAC7C9}"/>
              </a:ext>
            </a:extLst>
          </p:cNvPr>
          <p:cNvSpPr txBox="1"/>
          <p:nvPr/>
        </p:nvSpPr>
        <p:spPr>
          <a:xfrm>
            <a:off x="5122191" y="5725008"/>
            <a:ext cx="2100255"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Configurations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 blue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anti-up : anti-blue</a:t>
            </a:r>
          </a:p>
          <a:p>
            <a:pPr marR="0" lvl="0" algn="l" defTabSz="9144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13" name="Group 112">
            <a:extLst>
              <a:ext uri="{FF2B5EF4-FFF2-40B4-BE49-F238E27FC236}">
                <a16:creationId xmlns:a16="http://schemas.microsoft.com/office/drawing/2014/main" id="{ED8D1AED-CEA9-08D7-3969-65E744E072B1}"/>
              </a:ext>
            </a:extLst>
          </p:cNvPr>
          <p:cNvGrpSpPr/>
          <p:nvPr/>
        </p:nvGrpSpPr>
        <p:grpSpPr>
          <a:xfrm>
            <a:off x="4180742" y="4071766"/>
            <a:ext cx="3809334" cy="1409700"/>
            <a:chOff x="144336" y="3093720"/>
            <a:chExt cx="3809334" cy="1409700"/>
          </a:xfrm>
        </p:grpSpPr>
        <p:grpSp>
          <p:nvGrpSpPr>
            <p:cNvPr id="128" name="Group 127">
              <a:extLst>
                <a:ext uri="{FF2B5EF4-FFF2-40B4-BE49-F238E27FC236}">
                  <a16:creationId xmlns:a16="http://schemas.microsoft.com/office/drawing/2014/main" id="{D5D055E1-564F-D8EF-C99F-F15574E9BCE5}"/>
                </a:ext>
              </a:extLst>
            </p:cNvPr>
            <p:cNvGrpSpPr/>
            <p:nvPr/>
          </p:nvGrpSpPr>
          <p:grpSpPr>
            <a:xfrm>
              <a:off x="144336" y="3353422"/>
              <a:ext cx="3809334" cy="897059"/>
              <a:chOff x="144336" y="3353422"/>
              <a:chExt cx="3809334" cy="897059"/>
            </a:xfrm>
          </p:grpSpPr>
          <p:sp>
            <p:nvSpPr>
              <p:cNvPr id="130" name="Oval 129">
                <a:extLst>
                  <a:ext uri="{FF2B5EF4-FFF2-40B4-BE49-F238E27FC236}">
                    <a16:creationId xmlns:a16="http://schemas.microsoft.com/office/drawing/2014/main" id="{054DBD98-7A0D-612D-824A-7C5F3F71C965}"/>
                  </a:ext>
                </a:extLst>
              </p:cNvPr>
              <p:cNvSpPr/>
              <p:nvPr/>
            </p:nvSpPr>
            <p:spPr>
              <a:xfrm rot="5400000">
                <a:off x="1600473" y="1897285"/>
                <a:ext cx="897059"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EF34B2BD-7C57-8C1D-AB0E-9AC697D78C33}"/>
                  </a:ext>
                </a:extLst>
              </p:cNvPr>
              <p:cNvSpPr>
                <a:spLocks noChangeAspect="1"/>
              </p:cNvSpPr>
              <p:nvPr/>
            </p:nvSpPr>
            <p:spPr>
              <a:xfrm flipH="1">
                <a:off x="3451729" y="401316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2" name="Oval 131">
                <a:extLst>
                  <a:ext uri="{FF2B5EF4-FFF2-40B4-BE49-F238E27FC236}">
                    <a16:creationId xmlns:a16="http://schemas.microsoft.com/office/drawing/2014/main" id="{888D9C01-8A6B-99E2-4D73-8A45B120C078}"/>
                  </a:ext>
                </a:extLst>
              </p:cNvPr>
              <p:cNvSpPr>
                <a:spLocks noChangeAspect="1"/>
              </p:cNvSpPr>
              <p:nvPr/>
            </p:nvSpPr>
            <p:spPr>
              <a:xfrm flipH="1">
                <a:off x="496350" y="344303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33" name="Straight Arrow Connector 132">
                <a:extLst>
                  <a:ext uri="{FF2B5EF4-FFF2-40B4-BE49-F238E27FC236}">
                    <a16:creationId xmlns:a16="http://schemas.microsoft.com/office/drawing/2014/main" id="{6524BB82-CE3A-7B1A-0C98-9166A3AD481D}"/>
                  </a:ext>
                </a:extLst>
              </p:cNvPr>
              <p:cNvCxnSpPr>
                <a:cxnSpLocks/>
              </p:cNvCxnSpPr>
              <p:nvPr/>
            </p:nvCxnSpPr>
            <p:spPr>
              <a:xfrm rot="5100000">
                <a:off x="490413" y="3306485"/>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E1DA87D4-222D-75A8-1E12-9CC9F2F20E8A}"/>
                  </a:ext>
                </a:extLst>
              </p:cNvPr>
              <p:cNvCxnSpPr>
                <a:cxnSpLocks/>
              </p:cNvCxnSpPr>
              <p:nvPr/>
            </p:nvCxnSpPr>
            <p:spPr>
              <a:xfrm rot="5400000" flipH="1" flipV="1">
                <a:off x="3538639" y="413078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29" name="Straight Connector 128">
              <a:extLst>
                <a:ext uri="{FF2B5EF4-FFF2-40B4-BE49-F238E27FC236}">
                  <a16:creationId xmlns:a16="http://schemas.microsoft.com/office/drawing/2014/main" id="{5835D1AE-72E5-0991-E140-AADB766AE58A}"/>
                </a:ext>
              </a:extLst>
            </p:cNvPr>
            <p:cNvCxnSpPr>
              <a:cxnSpLocks/>
            </p:cNvCxnSpPr>
            <p:nvPr/>
          </p:nvCxnSpPr>
          <p:spPr>
            <a:xfrm>
              <a:off x="2049780" y="3093720"/>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023F488C-E0C4-E77E-B410-D75404D1609E}"/>
              </a:ext>
            </a:extLst>
          </p:cNvPr>
          <p:cNvGrpSpPr/>
          <p:nvPr/>
        </p:nvGrpSpPr>
        <p:grpSpPr>
          <a:xfrm>
            <a:off x="5726190" y="894059"/>
            <a:ext cx="669830" cy="853440"/>
            <a:chOff x="1689784" y="718799"/>
            <a:chExt cx="669830" cy="853440"/>
          </a:xfrm>
        </p:grpSpPr>
        <p:sp>
          <p:nvSpPr>
            <p:cNvPr id="122" name="Oval 121">
              <a:extLst>
                <a:ext uri="{FF2B5EF4-FFF2-40B4-BE49-F238E27FC236}">
                  <a16:creationId xmlns:a16="http://schemas.microsoft.com/office/drawing/2014/main" id="{0C285042-525C-0F12-FA39-D504C28B9E19}"/>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3" name="Oval 122">
              <a:extLst>
                <a:ext uri="{FF2B5EF4-FFF2-40B4-BE49-F238E27FC236}">
                  <a16:creationId xmlns:a16="http://schemas.microsoft.com/office/drawing/2014/main" id="{DF5DE358-E14B-6B1E-CDE9-BF14B3ED7D9B}"/>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4" name="Oval 123">
              <a:extLst>
                <a:ext uri="{FF2B5EF4-FFF2-40B4-BE49-F238E27FC236}">
                  <a16:creationId xmlns:a16="http://schemas.microsoft.com/office/drawing/2014/main" id="{48FA995E-0EBB-9072-68B1-D19720FCA87F}"/>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25" name="Straight Arrow Connector 124">
              <a:extLst>
                <a:ext uri="{FF2B5EF4-FFF2-40B4-BE49-F238E27FC236}">
                  <a16:creationId xmlns:a16="http://schemas.microsoft.com/office/drawing/2014/main" id="{D2CDDCA0-D32D-CAEA-8E98-39F3FDBD9881}"/>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9BE6EDBE-D738-C4C6-CE10-5D7E48A1A166}"/>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81D796B-B0B9-FA74-7537-9372E802924F}"/>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684312AE-AE43-14B2-C03F-67F35E5B2A8E}"/>
              </a:ext>
            </a:extLst>
          </p:cNvPr>
          <p:cNvSpPr>
            <a:spLocks noChangeAspect="1"/>
          </p:cNvSpPr>
          <p:nvPr/>
        </p:nvSpPr>
        <p:spPr>
          <a:xfrm flipH="1">
            <a:off x="6005192" y="725980"/>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8" name="Oval 117">
            <a:extLst>
              <a:ext uri="{FF2B5EF4-FFF2-40B4-BE49-F238E27FC236}">
                <a16:creationId xmlns:a16="http://schemas.microsoft.com/office/drawing/2014/main" id="{369676C4-AF94-BB57-D6B6-862C21CAF52A}"/>
              </a:ext>
            </a:extLst>
          </p:cNvPr>
          <p:cNvSpPr>
            <a:spLocks noChangeAspect="1"/>
          </p:cNvSpPr>
          <p:nvPr/>
        </p:nvSpPr>
        <p:spPr>
          <a:xfrm flipH="1">
            <a:off x="6005192"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xmlns:a16="http://schemas.microsoft.com/office/drawing/2014/main" id="{2AEBD602-854E-0DAC-F001-07FE630AAD0C}"/>
              </a:ext>
            </a:extLst>
          </p:cNvPr>
          <p:cNvGrpSpPr/>
          <p:nvPr/>
        </p:nvGrpSpPr>
        <p:grpSpPr>
          <a:xfrm>
            <a:off x="4375352" y="2320830"/>
            <a:ext cx="1393194" cy="1188548"/>
            <a:chOff x="5388812" y="2320830"/>
            <a:chExt cx="1393194" cy="1188548"/>
          </a:xfrm>
        </p:grpSpPr>
        <p:sp>
          <p:nvSpPr>
            <p:cNvPr id="173" name="Oval 172">
              <a:extLst>
                <a:ext uri="{FF2B5EF4-FFF2-40B4-BE49-F238E27FC236}">
                  <a16:creationId xmlns:a16="http://schemas.microsoft.com/office/drawing/2014/main" id="{08A0CDD0-4812-B0DB-0C6D-A53125F11D2C}"/>
                </a:ext>
              </a:extLst>
            </p:cNvPr>
            <p:cNvSpPr>
              <a:spLocks noChangeAspect="1"/>
            </p:cNvSpPr>
            <p:nvPr/>
          </p:nvSpPr>
          <p:spPr>
            <a:xfrm flipH="1">
              <a:off x="6005191" y="232083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111" name="Group 110">
              <a:extLst>
                <a:ext uri="{FF2B5EF4-FFF2-40B4-BE49-F238E27FC236}">
                  <a16:creationId xmlns:a16="http://schemas.microsoft.com/office/drawing/2014/main" id="{9263D667-5518-95C0-E0DA-0F50B22E357B}"/>
                </a:ext>
              </a:extLst>
            </p:cNvPr>
            <p:cNvGrpSpPr/>
            <p:nvPr/>
          </p:nvGrpSpPr>
          <p:grpSpPr>
            <a:xfrm>
              <a:off x="5388812" y="2482913"/>
              <a:ext cx="1393194" cy="853440"/>
              <a:chOff x="1352406" y="1889760"/>
              <a:chExt cx="1393194" cy="853440"/>
            </a:xfrm>
          </p:grpSpPr>
          <p:grpSp>
            <p:nvGrpSpPr>
              <p:cNvPr id="135" name="Group 134">
                <a:extLst>
                  <a:ext uri="{FF2B5EF4-FFF2-40B4-BE49-F238E27FC236}">
                    <a16:creationId xmlns:a16="http://schemas.microsoft.com/office/drawing/2014/main" id="{5869FC24-A13A-62DF-82E1-0241DCBAFA67}"/>
                  </a:ext>
                </a:extLst>
              </p:cNvPr>
              <p:cNvGrpSpPr/>
              <p:nvPr/>
            </p:nvGrpSpPr>
            <p:grpSpPr>
              <a:xfrm>
                <a:off x="1352406" y="2064073"/>
                <a:ext cx="1393194" cy="501146"/>
                <a:chOff x="1324998" y="2175626"/>
                <a:chExt cx="1393194" cy="501146"/>
              </a:xfrm>
            </p:grpSpPr>
            <p:sp>
              <p:nvSpPr>
                <p:cNvPr id="137" name="Oval 136">
                  <a:extLst>
                    <a:ext uri="{FF2B5EF4-FFF2-40B4-BE49-F238E27FC236}">
                      <a16:creationId xmlns:a16="http://schemas.microsoft.com/office/drawing/2014/main" id="{D2C8B79B-C88C-55D3-2C0A-DA4ACD9FE07B}"/>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8" name="Oval 137">
                  <a:extLst>
                    <a:ext uri="{FF2B5EF4-FFF2-40B4-BE49-F238E27FC236}">
                      <a16:creationId xmlns:a16="http://schemas.microsoft.com/office/drawing/2014/main" id="{FB1912F7-AF46-00EB-932B-454E38463354}"/>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9" name="Oval 138">
                  <a:extLst>
                    <a:ext uri="{FF2B5EF4-FFF2-40B4-BE49-F238E27FC236}">
                      <a16:creationId xmlns:a16="http://schemas.microsoft.com/office/drawing/2014/main" id="{50BEFB31-161E-8D2B-3FFF-1FDFDEC7879A}"/>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40" name="Straight Arrow Connector 139">
                  <a:extLst>
                    <a:ext uri="{FF2B5EF4-FFF2-40B4-BE49-F238E27FC236}">
                      <a16:creationId xmlns:a16="http://schemas.microsoft.com/office/drawing/2014/main" id="{443B8C94-5C8A-3262-6590-222A0F4696B5}"/>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33043D86-0EE4-7C11-F43A-F479C6036212}"/>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36" name="Straight Connector 135">
                <a:extLst>
                  <a:ext uri="{FF2B5EF4-FFF2-40B4-BE49-F238E27FC236}">
                    <a16:creationId xmlns:a16="http://schemas.microsoft.com/office/drawing/2014/main" id="{F7AF5E17-7225-2C3F-5D1F-472E121FE490}"/>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19" name="Oval 118">
              <a:extLst>
                <a:ext uri="{FF2B5EF4-FFF2-40B4-BE49-F238E27FC236}">
                  <a16:creationId xmlns:a16="http://schemas.microsoft.com/office/drawing/2014/main" id="{2A7037F7-4442-74BD-1BC6-164D7342E7C5}"/>
                </a:ext>
              </a:extLst>
            </p:cNvPr>
            <p:cNvSpPr>
              <a:spLocks noChangeAspect="1"/>
            </p:cNvSpPr>
            <p:nvPr/>
          </p:nvSpPr>
          <p:spPr>
            <a:xfrm flipH="1">
              <a:off x="6005192" y="335529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0" name="Oval 119">
            <a:extLst>
              <a:ext uri="{FF2B5EF4-FFF2-40B4-BE49-F238E27FC236}">
                <a16:creationId xmlns:a16="http://schemas.microsoft.com/office/drawing/2014/main" id="{E6980A98-75C7-4C54-7538-1B2733673BAB}"/>
              </a:ext>
            </a:extLst>
          </p:cNvPr>
          <p:cNvSpPr>
            <a:spLocks noChangeAspect="1"/>
          </p:cNvSpPr>
          <p:nvPr/>
        </p:nvSpPr>
        <p:spPr>
          <a:xfrm flipH="1">
            <a:off x="6005192" y="17525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3" name="TextBox 142">
            <a:extLst>
              <a:ext uri="{FF2B5EF4-FFF2-40B4-BE49-F238E27FC236}">
                <a16:creationId xmlns:a16="http://schemas.microsoft.com/office/drawing/2014/main" id="{EFF337C9-709A-AB1A-0B39-B681261CF0FA}"/>
              </a:ext>
            </a:extLst>
          </p:cNvPr>
          <p:cNvSpPr txBox="1"/>
          <p:nvPr/>
        </p:nvSpPr>
        <p:spPr>
          <a:xfrm>
            <a:off x="9242912" y="5725008"/>
            <a:ext cx="2226379" cy="1077218"/>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Configurations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up : green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anti-up : anti-green</a:t>
            </a:r>
          </a:p>
          <a:p>
            <a:pPr marR="0" lvl="0" algn="l" defTabSz="9144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44" name="Group 143">
            <a:extLst>
              <a:ext uri="{FF2B5EF4-FFF2-40B4-BE49-F238E27FC236}">
                <a16:creationId xmlns:a16="http://schemas.microsoft.com/office/drawing/2014/main" id="{168010E5-E9A0-293A-3D02-BE64098DD1C5}"/>
              </a:ext>
            </a:extLst>
          </p:cNvPr>
          <p:cNvGrpSpPr/>
          <p:nvPr/>
        </p:nvGrpSpPr>
        <p:grpSpPr>
          <a:xfrm>
            <a:off x="9509533" y="2482913"/>
            <a:ext cx="1393194" cy="853440"/>
            <a:chOff x="1352406" y="1889760"/>
            <a:chExt cx="1393194" cy="853440"/>
          </a:xfrm>
        </p:grpSpPr>
        <p:grpSp>
          <p:nvGrpSpPr>
            <p:cNvPr id="166" name="Group 165">
              <a:extLst>
                <a:ext uri="{FF2B5EF4-FFF2-40B4-BE49-F238E27FC236}">
                  <a16:creationId xmlns:a16="http://schemas.microsoft.com/office/drawing/2014/main" id="{C1982352-7CE9-2325-9B18-87D0021DB7B7}"/>
                </a:ext>
              </a:extLst>
            </p:cNvPr>
            <p:cNvGrpSpPr/>
            <p:nvPr/>
          </p:nvGrpSpPr>
          <p:grpSpPr>
            <a:xfrm>
              <a:off x="1352406" y="2064073"/>
              <a:ext cx="1393194" cy="501146"/>
              <a:chOff x="1324998" y="2175626"/>
              <a:chExt cx="1393194" cy="501146"/>
            </a:xfrm>
          </p:grpSpPr>
          <p:sp>
            <p:nvSpPr>
              <p:cNvPr id="168" name="Oval 167">
                <a:extLst>
                  <a:ext uri="{FF2B5EF4-FFF2-40B4-BE49-F238E27FC236}">
                    <a16:creationId xmlns:a16="http://schemas.microsoft.com/office/drawing/2014/main" id="{8C8A807F-7B01-F24D-BD6B-286466E7E0B9}"/>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9" name="Oval 168">
                <a:extLst>
                  <a:ext uri="{FF2B5EF4-FFF2-40B4-BE49-F238E27FC236}">
                    <a16:creationId xmlns:a16="http://schemas.microsoft.com/office/drawing/2014/main" id="{CFA26729-266C-A1EA-5580-6EC58F4CF22C}"/>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0" name="Oval 169">
                <a:extLst>
                  <a:ext uri="{FF2B5EF4-FFF2-40B4-BE49-F238E27FC236}">
                    <a16:creationId xmlns:a16="http://schemas.microsoft.com/office/drawing/2014/main" id="{C82DCEA5-F6B2-4CC6-3322-C740BB75AF0C}"/>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71" name="Straight Arrow Connector 170">
                <a:extLst>
                  <a:ext uri="{FF2B5EF4-FFF2-40B4-BE49-F238E27FC236}">
                    <a16:creationId xmlns:a16="http://schemas.microsoft.com/office/drawing/2014/main" id="{3A44CD0C-412C-B299-449B-932E12FE2C68}"/>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AB8A7CEF-6CCC-64DF-DE3E-92CFD858E5D6}"/>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7" name="Straight Connector 166">
              <a:extLst>
                <a:ext uri="{FF2B5EF4-FFF2-40B4-BE49-F238E27FC236}">
                  <a16:creationId xmlns:a16="http://schemas.microsoft.com/office/drawing/2014/main" id="{7BDF8B0F-9276-ED10-ABEC-E142DDEADEE8}"/>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grpSp>
        <p:nvGrpSpPr>
          <p:cNvPr id="145" name="Group 144">
            <a:extLst>
              <a:ext uri="{FF2B5EF4-FFF2-40B4-BE49-F238E27FC236}">
                <a16:creationId xmlns:a16="http://schemas.microsoft.com/office/drawing/2014/main" id="{91BF00ED-FA29-19E8-59FE-C73F3B7C5980}"/>
              </a:ext>
            </a:extLst>
          </p:cNvPr>
          <p:cNvGrpSpPr/>
          <p:nvPr/>
        </p:nvGrpSpPr>
        <p:grpSpPr>
          <a:xfrm>
            <a:off x="8301463" y="4071766"/>
            <a:ext cx="3809334" cy="1409700"/>
            <a:chOff x="144336" y="3093720"/>
            <a:chExt cx="3809334" cy="1409700"/>
          </a:xfrm>
        </p:grpSpPr>
        <p:grpSp>
          <p:nvGrpSpPr>
            <p:cNvPr id="159" name="Group 158">
              <a:extLst>
                <a:ext uri="{FF2B5EF4-FFF2-40B4-BE49-F238E27FC236}">
                  <a16:creationId xmlns:a16="http://schemas.microsoft.com/office/drawing/2014/main" id="{FE3638E1-8C0E-8284-08B3-F51072A574D4}"/>
                </a:ext>
              </a:extLst>
            </p:cNvPr>
            <p:cNvGrpSpPr/>
            <p:nvPr/>
          </p:nvGrpSpPr>
          <p:grpSpPr>
            <a:xfrm>
              <a:off x="144336" y="3353422"/>
              <a:ext cx="3809334" cy="897059"/>
              <a:chOff x="144336" y="3353422"/>
              <a:chExt cx="3809334" cy="897059"/>
            </a:xfrm>
          </p:grpSpPr>
          <p:sp>
            <p:nvSpPr>
              <p:cNvPr id="161" name="Oval 160">
                <a:extLst>
                  <a:ext uri="{FF2B5EF4-FFF2-40B4-BE49-F238E27FC236}">
                    <a16:creationId xmlns:a16="http://schemas.microsoft.com/office/drawing/2014/main" id="{640C7D9B-02FB-D7AF-7E55-2ADC5E9E9EBA}"/>
                  </a:ext>
                </a:extLst>
              </p:cNvPr>
              <p:cNvSpPr/>
              <p:nvPr/>
            </p:nvSpPr>
            <p:spPr>
              <a:xfrm rot="5400000">
                <a:off x="1600473" y="1897285"/>
                <a:ext cx="897059" cy="3809334"/>
              </a:xfrm>
              <a:prstGeom prst="ellipse">
                <a:avLst/>
              </a:prstGeom>
              <a:solidFill>
                <a:srgbClr val="C0000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2" name="Oval 161">
                <a:extLst>
                  <a:ext uri="{FF2B5EF4-FFF2-40B4-BE49-F238E27FC236}">
                    <a16:creationId xmlns:a16="http://schemas.microsoft.com/office/drawing/2014/main" id="{48DDDD7C-982E-BAA4-44D4-B29D6474A368}"/>
                  </a:ext>
                </a:extLst>
              </p:cNvPr>
              <p:cNvSpPr>
                <a:spLocks noChangeAspect="1"/>
              </p:cNvSpPr>
              <p:nvPr/>
            </p:nvSpPr>
            <p:spPr>
              <a:xfrm flipH="1">
                <a:off x="3451729" y="4013164"/>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3" name="Oval 162">
                <a:extLst>
                  <a:ext uri="{FF2B5EF4-FFF2-40B4-BE49-F238E27FC236}">
                    <a16:creationId xmlns:a16="http://schemas.microsoft.com/office/drawing/2014/main" id="{6C10938F-CC75-12C7-1AA6-24DA9B375A24}"/>
                  </a:ext>
                </a:extLst>
              </p:cNvPr>
              <p:cNvSpPr>
                <a:spLocks noChangeAspect="1"/>
              </p:cNvSpPr>
              <p:nvPr/>
            </p:nvSpPr>
            <p:spPr>
              <a:xfrm flipH="1">
                <a:off x="496350" y="3443033"/>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64" name="Straight Arrow Connector 163">
                <a:extLst>
                  <a:ext uri="{FF2B5EF4-FFF2-40B4-BE49-F238E27FC236}">
                    <a16:creationId xmlns:a16="http://schemas.microsoft.com/office/drawing/2014/main" id="{29D2150A-51C5-3A20-D4FD-CCDD6930D3F2}"/>
                  </a:ext>
                </a:extLst>
              </p:cNvPr>
              <p:cNvCxnSpPr>
                <a:cxnSpLocks/>
              </p:cNvCxnSpPr>
              <p:nvPr/>
            </p:nvCxnSpPr>
            <p:spPr>
              <a:xfrm rot="5100000">
                <a:off x="490413" y="3306485"/>
                <a:ext cx="35405"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4E88E626-2467-9464-3143-5930918C6A55}"/>
                  </a:ext>
                </a:extLst>
              </p:cNvPr>
              <p:cNvCxnSpPr>
                <a:cxnSpLocks/>
              </p:cNvCxnSpPr>
              <p:nvPr/>
            </p:nvCxnSpPr>
            <p:spPr>
              <a:xfrm rot="5400000" flipH="1" flipV="1">
                <a:off x="3538639" y="4130789"/>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0" name="Straight Connector 159">
              <a:extLst>
                <a:ext uri="{FF2B5EF4-FFF2-40B4-BE49-F238E27FC236}">
                  <a16:creationId xmlns:a16="http://schemas.microsoft.com/office/drawing/2014/main" id="{A67E7E1F-2E0C-D56D-B3CD-941793167011}"/>
                </a:ext>
              </a:extLst>
            </p:cNvPr>
            <p:cNvCxnSpPr>
              <a:cxnSpLocks/>
            </p:cNvCxnSpPr>
            <p:nvPr/>
          </p:nvCxnSpPr>
          <p:spPr>
            <a:xfrm>
              <a:off x="2049780" y="3093720"/>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47" name="Oval 146">
            <a:extLst>
              <a:ext uri="{FF2B5EF4-FFF2-40B4-BE49-F238E27FC236}">
                <a16:creationId xmlns:a16="http://schemas.microsoft.com/office/drawing/2014/main" id="{51F027F7-C8DF-A11D-DFB1-9CD1A68CEBE4}"/>
              </a:ext>
            </a:extLst>
          </p:cNvPr>
          <p:cNvSpPr>
            <a:spLocks noChangeAspect="1"/>
          </p:cNvSpPr>
          <p:nvPr/>
        </p:nvSpPr>
        <p:spPr>
          <a:xfrm flipH="1">
            <a:off x="10125913" y="2320921"/>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9" name="Oval 148">
            <a:extLst>
              <a:ext uri="{FF2B5EF4-FFF2-40B4-BE49-F238E27FC236}">
                <a16:creationId xmlns:a16="http://schemas.microsoft.com/office/drawing/2014/main" id="{DF0E494F-C352-D6B8-BF2C-4506A1EB89AF}"/>
              </a:ext>
            </a:extLst>
          </p:cNvPr>
          <p:cNvSpPr>
            <a:spLocks noChangeAspect="1"/>
          </p:cNvSpPr>
          <p:nvPr/>
        </p:nvSpPr>
        <p:spPr>
          <a:xfrm flipH="1">
            <a:off x="10125913"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0" name="Oval 149">
            <a:extLst>
              <a:ext uri="{FF2B5EF4-FFF2-40B4-BE49-F238E27FC236}">
                <a16:creationId xmlns:a16="http://schemas.microsoft.com/office/drawing/2014/main" id="{99571253-96D0-D2A6-AD18-E43790CAFE6A}"/>
              </a:ext>
            </a:extLst>
          </p:cNvPr>
          <p:cNvSpPr>
            <a:spLocks noChangeAspect="1"/>
          </p:cNvSpPr>
          <p:nvPr/>
        </p:nvSpPr>
        <p:spPr>
          <a:xfrm flipH="1">
            <a:off x="10125913" y="335529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2" name="Group 1">
            <a:extLst>
              <a:ext uri="{FF2B5EF4-FFF2-40B4-BE49-F238E27FC236}">
                <a16:creationId xmlns:a16="http://schemas.microsoft.com/office/drawing/2014/main" id="{10E22292-D52D-1895-DE78-8922022B5912}"/>
              </a:ext>
            </a:extLst>
          </p:cNvPr>
          <p:cNvGrpSpPr/>
          <p:nvPr/>
        </p:nvGrpSpPr>
        <p:grpSpPr>
          <a:xfrm>
            <a:off x="8795351" y="727618"/>
            <a:ext cx="669830" cy="1181447"/>
            <a:chOff x="9846911" y="725181"/>
            <a:chExt cx="669830" cy="1181447"/>
          </a:xfrm>
        </p:grpSpPr>
        <p:sp>
          <p:nvSpPr>
            <p:cNvPr id="175" name="Oval 174">
              <a:extLst>
                <a:ext uri="{FF2B5EF4-FFF2-40B4-BE49-F238E27FC236}">
                  <a16:creationId xmlns:a16="http://schemas.microsoft.com/office/drawing/2014/main" id="{BE5313B3-472E-D31E-A4B4-8FA180BB4191}"/>
                </a:ext>
              </a:extLst>
            </p:cNvPr>
            <p:cNvSpPr>
              <a:spLocks noChangeAspect="1"/>
            </p:cNvSpPr>
            <p:nvPr/>
          </p:nvSpPr>
          <p:spPr>
            <a:xfrm flipH="1">
              <a:off x="10125989" y="725181"/>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146" name="Group 145">
              <a:extLst>
                <a:ext uri="{FF2B5EF4-FFF2-40B4-BE49-F238E27FC236}">
                  <a16:creationId xmlns:a16="http://schemas.microsoft.com/office/drawing/2014/main" id="{13051248-FDC8-8E1E-1547-6CBAECA42EAD}"/>
                </a:ext>
              </a:extLst>
            </p:cNvPr>
            <p:cNvGrpSpPr/>
            <p:nvPr/>
          </p:nvGrpSpPr>
          <p:grpSpPr>
            <a:xfrm>
              <a:off x="9846911" y="894059"/>
              <a:ext cx="669830" cy="853440"/>
              <a:chOff x="1689784" y="718799"/>
              <a:chExt cx="669830" cy="853440"/>
            </a:xfrm>
          </p:grpSpPr>
          <p:sp>
            <p:nvSpPr>
              <p:cNvPr id="153" name="Oval 152">
                <a:extLst>
                  <a:ext uri="{FF2B5EF4-FFF2-40B4-BE49-F238E27FC236}">
                    <a16:creationId xmlns:a16="http://schemas.microsoft.com/office/drawing/2014/main" id="{591A3CFF-7632-F9DE-47AF-953EA6CC2CF2}"/>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4" name="Oval 153">
                <a:extLst>
                  <a:ext uri="{FF2B5EF4-FFF2-40B4-BE49-F238E27FC236}">
                    <a16:creationId xmlns:a16="http://schemas.microsoft.com/office/drawing/2014/main" id="{77F1D97A-69F3-4103-439E-CB19D20242B3}"/>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5" name="Oval 154">
                <a:extLst>
                  <a:ext uri="{FF2B5EF4-FFF2-40B4-BE49-F238E27FC236}">
                    <a16:creationId xmlns:a16="http://schemas.microsoft.com/office/drawing/2014/main" id="{11F87640-EC7D-988D-A2B2-8CC0199AC884}"/>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56" name="Straight Arrow Connector 155">
                <a:extLst>
                  <a:ext uri="{FF2B5EF4-FFF2-40B4-BE49-F238E27FC236}">
                    <a16:creationId xmlns:a16="http://schemas.microsoft.com/office/drawing/2014/main" id="{41C4CAA3-AABB-5058-0A01-E68353B5EBE6}"/>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41B9010D-A879-487C-5CBC-6E372594B8CA}"/>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ACA54094-6E17-5817-4AA8-797AD84244C4}"/>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51" name="Oval 150">
              <a:extLst>
                <a:ext uri="{FF2B5EF4-FFF2-40B4-BE49-F238E27FC236}">
                  <a16:creationId xmlns:a16="http://schemas.microsoft.com/office/drawing/2014/main" id="{EB01077A-EB2F-5E29-733D-F433A01D067D}"/>
                </a:ext>
              </a:extLst>
            </p:cNvPr>
            <p:cNvSpPr>
              <a:spLocks noChangeAspect="1"/>
            </p:cNvSpPr>
            <p:nvPr/>
          </p:nvSpPr>
          <p:spPr>
            <a:xfrm flipH="1">
              <a:off x="10125913" y="1752549"/>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77" name="TextBox 176">
            <a:extLst>
              <a:ext uri="{FF2B5EF4-FFF2-40B4-BE49-F238E27FC236}">
                <a16:creationId xmlns:a16="http://schemas.microsoft.com/office/drawing/2014/main" id="{CF706161-146F-363E-C3E1-CC4034884EA9}"/>
              </a:ext>
            </a:extLst>
          </p:cNvPr>
          <p:cNvSpPr txBox="1"/>
          <p:nvPr/>
        </p:nvSpPr>
        <p:spPr>
          <a:xfrm>
            <a:off x="29433" y="613028"/>
            <a:ext cx="1225563"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Exploded view</a:t>
            </a:r>
            <a:endParaRPr kumimoji="0" lang="en-US" sz="105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6047BCAE-39CD-2B1C-D7D9-E4CD468C29B2}"/>
              </a:ext>
            </a:extLst>
          </p:cNvPr>
          <p:cNvGrpSpPr/>
          <p:nvPr/>
        </p:nvGrpSpPr>
        <p:grpSpPr>
          <a:xfrm>
            <a:off x="10881542" y="896496"/>
            <a:ext cx="669830" cy="853440"/>
            <a:chOff x="1689784" y="718799"/>
            <a:chExt cx="669830" cy="853440"/>
          </a:xfrm>
        </p:grpSpPr>
        <p:sp>
          <p:nvSpPr>
            <p:cNvPr id="148" name="Oval 147">
              <a:extLst>
                <a:ext uri="{FF2B5EF4-FFF2-40B4-BE49-F238E27FC236}">
                  <a16:creationId xmlns:a16="http://schemas.microsoft.com/office/drawing/2014/main" id="{780BD392-5725-FF08-B510-0D94084FB97C}"/>
                </a:ext>
              </a:extLst>
            </p:cNvPr>
            <p:cNvSpPr/>
            <p:nvPr/>
          </p:nvSpPr>
          <p:spPr>
            <a:xfrm rot="5400000">
              <a:off x="1930470" y="846728"/>
              <a:ext cx="237067" cy="621220"/>
            </a:xfrm>
            <a:prstGeom prst="ellipse">
              <a:avLst/>
            </a:prstGeom>
            <a:solidFill>
              <a:srgbClr val="00B05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Oval 151">
              <a:extLst>
                <a:ext uri="{FF2B5EF4-FFF2-40B4-BE49-F238E27FC236}">
                  <a16:creationId xmlns:a16="http://schemas.microsoft.com/office/drawing/2014/main" id="{76FF4E1F-50E5-7BDC-0AEE-69F7960BA752}"/>
                </a:ext>
              </a:extLst>
            </p:cNvPr>
            <p:cNvSpPr>
              <a:spLocks noChangeAspect="1"/>
            </p:cNvSpPr>
            <p:nvPr/>
          </p:nvSpPr>
          <p:spPr>
            <a:xfrm flipH="1">
              <a:off x="2152874" y="115001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8" name="Oval 177">
              <a:extLst>
                <a:ext uri="{FF2B5EF4-FFF2-40B4-BE49-F238E27FC236}">
                  <a16:creationId xmlns:a16="http://schemas.microsoft.com/office/drawing/2014/main" id="{394F4F7D-6813-4481-E5E6-EDE2DA3BEE88}"/>
                </a:ext>
              </a:extLst>
            </p:cNvPr>
            <p:cNvSpPr>
              <a:spLocks noChangeAspect="1"/>
            </p:cNvSpPr>
            <p:nvPr/>
          </p:nvSpPr>
          <p:spPr>
            <a:xfrm flipH="1">
              <a:off x="1750347" y="991440"/>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79" name="Straight Arrow Connector 178">
              <a:extLst>
                <a:ext uri="{FF2B5EF4-FFF2-40B4-BE49-F238E27FC236}">
                  <a16:creationId xmlns:a16="http://schemas.microsoft.com/office/drawing/2014/main" id="{A411DCA8-3F92-5746-09CF-AEC373742B4D}"/>
                </a:ext>
              </a:extLst>
            </p:cNvPr>
            <p:cNvCxnSpPr>
              <a:cxnSpLocks/>
            </p:cNvCxnSpPr>
            <p:nvPr/>
          </p:nvCxnSpPr>
          <p:spPr>
            <a:xfrm rot="5400000" flipH="1" flipV="1">
              <a:off x="2224113" y="1238387"/>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09D5B6A9-4087-7BA6-7B0F-8EAE3907A776}"/>
                </a:ext>
              </a:extLst>
            </p:cNvPr>
            <p:cNvCxnSpPr>
              <a:cxnSpLocks/>
            </p:cNvCxnSpPr>
            <p:nvPr/>
          </p:nvCxnSpPr>
          <p:spPr>
            <a:xfrm rot="16200000" flipH="1" flipV="1">
              <a:off x="1757977" y="888892"/>
              <a:ext cx="46493" cy="182880"/>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840F1865-0CF3-8B69-C04F-A1DC7BD353C3}"/>
                </a:ext>
              </a:extLst>
            </p:cNvPr>
            <p:cNvCxnSpPr>
              <a:cxnSpLocks/>
            </p:cNvCxnSpPr>
            <p:nvPr/>
          </p:nvCxnSpPr>
          <p:spPr>
            <a:xfrm>
              <a:off x="2049780" y="718799"/>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182" name="TextBox 181">
            <a:extLst>
              <a:ext uri="{FF2B5EF4-FFF2-40B4-BE49-F238E27FC236}">
                <a16:creationId xmlns:a16="http://schemas.microsoft.com/office/drawing/2014/main" id="{63B8F1C2-7A42-B535-1344-9FFDC7AC37FF}"/>
              </a:ext>
            </a:extLst>
          </p:cNvPr>
          <p:cNvSpPr txBox="1"/>
          <p:nvPr/>
        </p:nvSpPr>
        <p:spPr>
          <a:xfrm>
            <a:off x="9971378" y="1110024"/>
            <a:ext cx="5052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86" name="Group 185">
            <a:extLst>
              <a:ext uri="{FF2B5EF4-FFF2-40B4-BE49-F238E27FC236}">
                <a16:creationId xmlns:a16="http://schemas.microsoft.com/office/drawing/2014/main" id="{C8799CC4-92B5-B736-BC4D-C822CE2EF8F9}"/>
              </a:ext>
            </a:extLst>
          </p:cNvPr>
          <p:cNvGrpSpPr/>
          <p:nvPr/>
        </p:nvGrpSpPr>
        <p:grpSpPr>
          <a:xfrm flipV="1">
            <a:off x="2073077" y="3947987"/>
            <a:ext cx="154079" cy="1729776"/>
            <a:chOff x="1968786" y="3905769"/>
            <a:chExt cx="154079" cy="1729776"/>
          </a:xfrm>
        </p:grpSpPr>
        <p:cxnSp>
          <p:nvCxnSpPr>
            <p:cNvPr id="187" name="Straight Connector 186">
              <a:extLst>
                <a:ext uri="{FF2B5EF4-FFF2-40B4-BE49-F238E27FC236}">
                  <a16:creationId xmlns:a16="http://schemas.microsoft.com/office/drawing/2014/main" id="{7543F106-EF21-21B2-B2EF-5F576CE4B9A1}"/>
                </a:ext>
              </a:extLst>
            </p:cNvPr>
            <p:cNvCxnSpPr>
              <a:cxnSpLocks/>
            </p:cNvCxnSpPr>
            <p:nvPr/>
          </p:nvCxnSpPr>
          <p:spPr>
            <a:xfrm>
              <a:off x="2049780" y="4071766"/>
              <a:ext cx="0" cy="140970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sp>
          <p:nvSpPr>
            <p:cNvPr id="188" name="Oval 187">
              <a:extLst>
                <a:ext uri="{FF2B5EF4-FFF2-40B4-BE49-F238E27FC236}">
                  <a16:creationId xmlns:a16="http://schemas.microsoft.com/office/drawing/2014/main" id="{4288795A-4748-85F1-B2EC-4165204C549E}"/>
                </a:ext>
              </a:extLst>
            </p:cNvPr>
            <p:cNvSpPr>
              <a:spLocks noChangeAspect="1"/>
            </p:cNvSpPr>
            <p:nvPr/>
          </p:nvSpPr>
          <p:spPr>
            <a:xfrm flipH="1">
              <a:off x="1968786" y="5481466"/>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89" name="Oval 188">
              <a:extLst>
                <a:ext uri="{FF2B5EF4-FFF2-40B4-BE49-F238E27FC236}">
                  <a16:creationId xmlns:a16="http://schemas.microsoft.com/office/drawing/2014/main" id="{2FA18F12-E98B-392C-1695-1229B926F227}"/>
                </a:ext>
              </a:extLst>
            </p:cNvPr>
            <p:cNvSpPr>
              <a:spLocks noChangeAspect="1"/>
            </p:cNvSpPr>
            <p:nvPr/>
          </p:nvSpPr>
          <p:spPr>
            <a:xfrm flipH="1">
              <a:off x="1968786" y="390576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90" name="TextBox 189">
            <a:extLst>
              <a:ext uri="{FF2B5EF4-FFF2-40B4-BE49-F238E27FC236}">
                <a16:creationId xmlns:a16="http://schemas.microsoft.com/office/drawing/2014/main" id="{3CFD8530-B008-B43E-73B8-F4BD6BD852D4}"/>
              </a:ext>
            </a:extLst>
          </p:cNvPr>
          <p:cNvSpPr txBox="1"/>
          <p:nvPr/>
        </p:nvSpPr>
        <p:spPr>
          <a:xfrm>
            <a:off x="1820257" y="4578183"/>
            <a:ext cx="5052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6700CD9-FD6E-64CF-E581-466BF3B3E241}"/>
              </a:ext>
            </a:extLst>
          </p:cNvPr>
          <p:cNvGrpSpPr/>
          <p:nvPr/>
        </p:nvGrpSpPr>
        <p:grpSpPr>
          <a:xfrm>
            <a:off x="6447292" y="2322322"/>
            <a:ext cx="1393194" cy="1186358"/>
            <a:chOff x="6447292" y="2322322"/>
            <a:chExt cx="1393194" cy="1186358"/>
          </a:xfrm>
        </p:grpSpPr>
        <p:sp>
          <p:nvSpPr>
            <p:cNvPr id="204" name="Oval 203">
              <a:extLst>
                <a:ext uri="{FF2B5EF4-FFF2-40B4-BE49-F238E27FC236}">
                  <a16:creationId xmlns:a16="http://schemas.microsoft.com/office/drawing/2014/main" id="{0B0A6C37-381A-9F11-9620-966AEEF67F73}"/>
                </a:ext>
              </a:extLst>
            </p:cNvPr>
            <p:cNvSpPr>
              <a:spLocks noChangeAspect="1"/>
            </p:cNvSpPr>
            <p:nvPr/>
          </p:nvSpPr>
          <p:spPr>
            <a:xfrm flipH="1">
              <a:off x="7065597" y="2322322"/>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06" name="Oval 205">
              <a:extLst>
                <a:ext uri="{FF2B5EF4-FFF2-40B4-BE49-F238E27FC236}">
                  <a16:creationId xmlns:a16="http://schemas.microsoft.com/office/drawing/2014/main" id="{0E66F8CD-D89A-BA00-2B4F-379E6AE16DBE}"/>
                </a:ext>
              </a:extLst>
            </p:cNvPr>
            <p:cNvSpPr>
              <a:spLocks noChangeAspect="1"/>
            </p:cNvSpPr>
            <p:nvPr/>
          </p:nvSpPr>
          <p:spPr>
            <a:xfrm flipH="1">
              <a:off x="7064192" y="3354601"/>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193" name="Group 192">
              <a:extLst>
                <a:ext uri="{FF2B5EF4-FFF2-40B4-BE49-F238E27FC236}">
                  <a16:creationId xmlns:a16="http://schemas.microsoft.com/office/drawing/2014/main" id="{0476EF23-6A2C-A725-08CC-FCD8DD834D97}"/>
                </a:ext>
              </a:extLst>
            </p:cNvPr>
            <p:cNvGrpSpPr/>
            <p:nvPr/>
          </p:nvGrpSpPr>
          <p:grpSpPr>
            <a:xfrm>
              <a:off x="6447292" y="2482913"/>
              <a:ext cx="1393194" cy="853440"/>
              <a:chOff x="1352406" y="1889760"/>
              <a:chExt cx="1393194" cy="853440"/>
            </a:xfrm>
          </p:grpSpPr>
          <p:grpSp>
            <p:nvGrpSpPr>
              <p:cNvPr id="195" name="Group 194">
                <a:extLst>
                  <a:ext uri="{FF2B5EF4-FFF2-40B4-BE49-F238E27FC236}">
                    <a16:creationId xmlns:a16="http://schemas.microsoft.com/office/drawing/2014/main" id="{235E69B2-9E52-F257-5276-BC638C07ADF0}"/>
                  </a:ext>
                </a:extLst>
              </p:cNvPr>
              <p:cNvGrpSpPr/>
              <p:nvPr/>
            </p:nvGrpSpPr>
            <p:grpSpPr>
              <a:xfrm>
                <a:off x="1352406" y="2064073"/>
                <a:ext cx="1393194" cy="501146"/>
                <a:chOff x="1324998" y="2175626"/>
                <a:chExt cx="1393194" cy="501146"/>
              </a:xfrm>
            </p:grpSpPr>
            <p:sp>
              <p:nvSpPr>
                <p:cNvPr id="197" name="Oval 196">
                  <a:extLst>
                    <a:ext uri="{FF2B5EF4-FFF2-40B4-BE49-F238E27FC236}">
                      <a16:creationId xmlns:a16="http://schemas.microsoft.com/office/drawing/2014/main" id="{E8C5A638-C229-D419-458A-0EB393D03420}"/>
                    </a:ext>
                  </a:extLst>
                </p:cNvPr>
                <p:cNvSpPr/>
                <p:nvPr/>
              </p:nvSpPr>
              <p:spPr>
                <a:xfrm rot="5400000">
                  <a:off x="1777086" y="1819754"/>
                  <a:ext cx="498543" cy="1215494"/>
                </a:xfrm>
                <a:prstGeom prst="ellipse">
                  <a:avLst/>
                </a:prstGeom>
                <a:solidFill>
                  <a:srgbClr val="0070C0">
                    <a:alpha val="50000"/>
                  </a:srgb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Oval 197">
                  <a:extLst>
                    <a:ext uri="{FF2B5EF4-FFF2-40B4-BE49-F238E27FC236}">
                      <a16:creationId xmlns:a16="http://schemas.microsoft.com/office/drawing/2014/main" id="{8378A4E7-AC36-A033-0098-38F139785BC7}"/>
                    </a:ext>
                  </a:extLst>
                </p:cNvPr>
                <p:cNvSpPr>
                  <a:spLocks noChangeAspect="1"/>
                </p:cNvSpPr>
                <p:nvPr/>
              </p:nvSpPr>
              <p:spPr>
                <a:xfrm flipH="1">
                  <a:off x="1377782" y="2411029"/>
                  <a:ext cx="154079" cy="154079"/>
                </a:xfrm>
                <a:prstGeom prst="ellipse">
                  <a:avLst/>
                </a:prstGeom>
                <a:solidFill>
                  <a:srgbClr val="0070C0"/>
                </a:solidFill>
              </p:spPr>
              <p:txBody>
                <a:bodyPr wrap="none" lIns="0"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99" name="Oval 198">
                  <a:extLst>
                    <a:ext uri="{FF2B5EF4-FFF2-40B4-BE49-F238E27FC236}">
                      <a16:creationId xmlns:a16="http://schemas.microsoft.com/office/drawing/2014/main" id="{D108B68C-C58E-530D-661A-685A7F314813}"/>
                    </a:ext>
                  </a:extLst>
                </p:cNvPr>
                <p:cNvSpPr>
                  <a:spLocks noChangeAspect="1"/>
                </p:cNvSpPr>
                <p:nvPr/>
              </p:nvSpPr>
              <p:spPr>
                <a:xfrm flipH="1">
                  <a:off x="2509785" y="2240097"/>
                  <a:ext cx="154079" cy="154079"/>
                </a:xfrm>
                <a:prstGeom prst="ellipse">
                  <a:avLst/>
                </a:prstGeom>
                <a:solidFill>
                  <a:srgbClr val="FF0000"/>
                </a:solidFill>
              </p:spPr>
              <p:txBody>
                <a:bodyPr wrap="none" lIns="9144" tIns="0" rIns="0" bIns="82296"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200" name="Straight Arrow Connector 199">
                  <a:extLst>
                    <a:ext uri="{FF2B5EF4-FFF2-40B4-BE49-F238E27FC236}">
                      <a16:creationId xmlns:a16="http://schemas.microsoft.com/office/drawing/2014/main" id="{BA8A1723-7219-6866-F4C3-E2463E160FEC}"/>
                    </a:ext>
                  </a:extLst>
                </p:cNvPr>
                <p:cNvCxnSpPr>
                  <a:cxnSpLocks/>
                </p:cNvCxnSpPr>
                <p:nvPr/>
              </p:nvCxnSpPr>
              <p:spPr>
                <a:xfrm flipH="1" flipV="1">
                  <a:off x="2644938" y="2175626"/>
                  <a:ext cx="73254" cy="156908"/>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4A45B598-5A74-DD33-FEF7-A829EF5969F0}"/>
                    </a:ext>
                  </a:extLst>
                </p:cNvPr>
                <p:cNvCxnSpPr>
                  <a:cxnSpLocks/>
                </p:cNvCxnSpPr>
                <p:nvPr/>
              </p:nvCxnSpPr>
              <p:spPr>
                <a:xfrm>
                  <a:off x="1324998" y="2484893"/>
                  <a:ext cx="98425" cy="155553"/>
                </a:xfrm>
                <a:prstGeom prst="straightConnector1">
                  <a:avLst/>
                </a:prstGeom>
                <a:ln>
                  <a:solidFill>
                    <a:schemeClr val="bg1"/>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96" name="Straight Connector 195">
                <a:extLst>
                  <a:ext uri="{FF2B5EF4-FFF2-40B4-BE49-F238E27FC236}">
                    <a16:creationId xmlns:a16="http://schemas.microsoft.com/office/drawing/2014/main" id="{75D4E2D6-6123-F765-AD23-378E12FF1E34}"/>
                  </a:ext>
                </a:extLst>
              </p:cNvPr>
              <p:cNvCxnSpPr>
                <a:cxnSpLocks/>
              </p:cNvCxnSpPr>
              <p:nvPr/>
            </p:nvCxnSpPr>
            <p:spPr>
              <a:xfrm>
                <a:off x="2049780" y="1889760"/>
                <a:ext cx="0" cy="853440"/>
              </a:xfrm>
              <a:prstGeom prst="line">
                <a:avLst/>
              </a:prstGeom>
              <a:ln>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grpSp>
      <p:sp>
        <p:nvSpPr>
          <p:cNvPr id="202" name="TextBox 201">
            <a:extLst>
              <a:ext uri="{FF2B5EF4-FFF2-40B4-BE49-F238E27FC236}">
                <a16:creationId xmlns:a16="http://schemas.microsoft.com/office/drawing/2014/main" id="{66387482-FF39-778F-72D8-E607752DF22E}"/>
              </a:ext>
            </a:extLst>
          </p:cNvPr>
          <p:cNvSpPr txBox="1"/>
          <p:nvPr/>
        </p:nvSpPr>
        <p:spPr>
          <a:xfrm>
            <a:off x="5892659" y="2696173"/>
            <a:ext cx="5052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Helvetica Neue" panose="02000503000000020004" pitchFamily="2" charset="0"/>
                <a:ea typeface="Helvetica Neue" panose="02000503000000020004" pitchFamily="2" charset="0"/>
                <a:cs typeface="Helvetica Neue" panose="02000503000000020004" pitchFamily="2" charset="0"/>
              </a:rPr>
              <a:t>or</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7847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99E525B2-85EB-994C-BBE9-8BB64FA0A52B}"/>
              </a:ext>
            </a:extLst>
          </p:cNvPr>
          <p:cNvGrpSpPr/>
          <p:nvPr/>
        </p:nvGrpSpPr>
        <p:grpSpPr>
          <a:xfrm>
            <a:off x="2916111" y="3258321"/>
            <a:ext cx="6441583" cy="5719554"/>
            <a:chOff x="5794563" y="713422"/>
            <a:chExt cx="6441583" cy="5719554"/>
          </a:xfrm>
        </p:grpSpPr>
        <p:grpSp>
          <p:nvGrpSpPr>
            <p:cNvPr id="84" name="Group 83">
              <a:extLst>
                <a:ext uri="{FF2B5EF4-FFF2-40B4-BE49-F238E27FC236}">
                  <a16:creationId xmlns:a16="http://schemas.microsoft.com/office/drawing/2014/main"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xmlns:a16="http://schemas.microsoft.com/office/drawing/2014/main"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xmlns:a16="http://schemas.microsoft.com/office/drawing/2014/main"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xmlns:a16="http://schemas.microsoft.com/office/drawing/2014/main"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xmlns:a16="http://schemas.microsoft.com/office/drawing/2014/main"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xmlns:a16="http://schemas.microsoft.com/office/drawing/2014/main"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xmlns:a16="http://schemas.microsoft.com/office/drawing/2014/main"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xmlns:a16="http://schemas.microsoft.com/office/drawing/2014/main"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xmlns:a16="http://schemas.microsoft.com/office/drawing/2014/main"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xmlns:a16="http://schemas.microsoft.com/office/drawing/2014/main"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xmlns:a16="http://schemas.microsoft.com/office/drawing/2014/main"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xmlns:a16="http://schemas.microsoft.com/office/drawing/2014/main"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xmlns:a16="http://schemas.microsoft.com/office/drawing/2014/main"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xmlns:a16="http://schemas.microsoft.com/office/drawing/2014/main"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xmlns:a16="http://schemas.microsoft.com/office/drawing/2014/main"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20" name="Group 19">
            <a:extLst>
              <a:ext uri="{FF2B5EF4-FFF2-40B4-BE49-F238E27FC236}">
                <a16:creationId xmlns:a16="http://schemas.microsoft.com/office/drawing/2014/main" id="{9101640C-6DAF-2446-8980-DFA0041214E9}"/>
              </a:ext>
            </a:extLst>
          </p:cNvPr>
          <p:cNvGrpSpPr/>
          <p:nvPr/>
        </p:nvGrpSpPr>
        <p:grpSpPr>
          <a:xfrm flipH="1">
            <a:off x="5698856" y="2333562"/>
            <a:ext cx="917709" cy="834410"/>
            <a:chOff x="2223071" y="1895856"/>
            <a:chExt cx="917709" cy="834410"/>
          </a:xfrm>
        </p:grpSpPr>
        <p:sp>
          <p:nvSpPr>
            <p:cNvPr id="10" name="Oval 9">
              <a:extLst>
                <a:ext uri="{FF2B5EF4-FFF2-40B4-BE49-F238E27FC236}">
                  <a16:creationId xmlns:a16="http://schemas.microsoft.com/office/drawing/2014/main"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xmlns:a16="http://schemas.microsoft.com/office/drawing/2014/main"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xmlns:a16="http://schemas.microsoft.com/office/drawing/2014/main"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xmlns:a16="http://schemas.microsoft.com/office/drawing/2014/main"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xmlns:a16="http://schemas.microsoft.com/office/drawing/2014/main"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52" name="Group 51">
            <a:extLst>
              <a:ext uri="{FF2B5EF4-FFF2-40B4-BE49-F238E27FC236}">
                <a16:creationId xmlns:a16="http://schemas.microsoft.com/office/drawing/2014/main" id="{743C92F1-4683-FF44-BF1A-BCC23D417A52}"/>
              </a:ext>
            </a:extLst>
          </p:cNvPr>
          <p:cNvGrpSpPr/>
          <p:nvPr/>
        </p:nvGrpSpPr>
        <p:grpSpPr>
          <a:xfrm flipH="1">
            <a:off x="2282354" y="4085485"/>
            <a:ext cx="917952" cy="836637"/>
            <a:chOff x="1741748" y="2163977"/>
            <a:chExt cx="917952" cy="836637"/>
          </a:xfrm>
        </p:grpSpPr>
        <p:sp>
          <p:nvSpPr>
            <p:cNvPr id="51" name="Oval 50">
              <a:extLst>
                <a:ext uri="{FF2B5EF4-FFF2-40B4-BE49-F238E27FC236}">
                  <a16:creationId xmlns:a16="http://schemas.microsoft.com/office/drawing/2014/main"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xmlns:a16="http://schemas.microsoft.com/office/drawing/2014/main"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xmlns:a16="http://schemas.microsoft.com/office/drawing/2014/main"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xmlns:a16="http://schemas.microsoft.com/office/drawing/2014/main"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xmlns:a16="http://schemas.microsoft.com/office/drawing/2014/main"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xmlns:a16="http://schemas.microsoft.com/office/drawing/2014/main"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4" name="Group 63">
            <a:extLst>
              <a:ext uri="{FF2B5EF4-FFF2-40B4-BE49-F238E27FC236}">
                <a16:creationId xmlns:a16="http://schemas.microsoft.com/office/drawing/2014/main" id="{7E631016-DA58-9A49-8978-806A0543A4FF}"/>
              </a:ext>
            </a:extLst>
          </p:cNvPr>
          <p:cNvGrpSpPr/>
          <p:nvPr/>
        </p:nvGrpSpPr>
        <p:grpSpPr>
          <a:xfrm flipH="1">
            <a:off x="7550885" y="2732107"/>
            <a:ext cx="917709" cy="834410"/>
            <a:chOff x="1744881" y="933357"/>
            <a:chExt cx="917709" cy="834410"/>
          </a:xfrm>
        </p:grpSpPr>
        <p:sp>
          <p:nvSpPr>
            <p:cNvPr id="65" name="Oval 64">
              <a:extLst>
                <a:ext uri="{FF2B5EF4-FFF2-40B4-BE49-F238E27FC236}">
                  <a16:creationId xmlns:a16="http://schemas.microsoft.com/office/drawing/2014/main"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xmlns:a16="http://schemas.microsoft.com/office/drawing/2014/main"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xmlns:a16="http://schemas.microsoft.com/office/drawing/2014/main"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xmlns:a16="http://schemas.microsoft.com/office/drawing/2014/main"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xmlns:a16="http://schemas.microsoft.com/office/drawing/2014/main"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xmlns:a16="http://schemas.microsoft.com/office/drawing/2014/main"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2" name="Group 81">
            <a:extLst>
              <a:ext uri="{FF2B5EF4-FFF2-40B4-BE49-F238E27FC236}">
                <a16:creationId xmlns:a16="http://schemas.microsoft.com/office/drawing/2014/main" id="{339A6D75-EC3E-1A48-AD7B-05512EE10234}"/>
              </a:ext>
            </a:extLst>
          </p:cNvPr>
          <p:cNvGrpSpPr/>
          <p:nvPr/>
        </p:nvGrpSpPr>
        <p:grpSpPr>
          <a:xfrm>
            <a:off x="9381696" y="5850565"/>
            <a:ext cx="917709" cy="834410"/>
            <a:chOff x="2303867" y="2030011"/>
            <a:chExt cx="917709" cy="834410"/>
          </a:xfrm>
        </p:grpSpPr>
        <p:sp>
          <p:nvSpPr>
            <p:cNvPr id="81" name="Oval 80">
              <a:extLst>
                <a:ext uri="{FF2B5EF4-FFF2-40B4-BE49-F238E27FC236}">
                  <a16:creationId xmlns:a16="http://schemas.microsoft.com/office/drawing/2014/main"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xmlns:a16="http://schemas.microsoft.com/office/drawing/2014/main"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xmlns:a16="http://schemas.microsoft.com/office/drawing/2014/main"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xmlns:a16="http://schemas.microsoft.com/office/drawing/2014/main"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xmlns:a16="http://schemas.microsoft.com/office/drawing/2014/main"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xmlns:a16="http://schemas.microsoft.com/office/drawing/2014/main"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xmlns:a16="http://schemas.microsoft.com/office/drawing/2014/main" id="{1393166F-73EA-5946-BE35-4B6A32B5D6B2}"/>
              </a:ext>
            </a:extLst>
          </p:cNvPr>
          <p:cNvSpPr/>
          <p:nvPr/>
        </p:nvSpPr>
        <p:spPr>
          <a:xfrm>
            <a:off x="3836247" y="3956619"/>
            <a:ext cx="4663440" cy="4663440"/>
          </a:xfrm>
          <a:prstGeom prst="arc">
            <a:avLst>
              <a:gd name="adj1" fmla="val 9906466"/>
              <a:gd name="adj2" fmla="val 866525"/>
            </a:avLst>
          </a:prstGeom>
          <a:ln w="184150">
            <a:gradFill flip="none" rotWithShape="1">
              <a:gsLst>
                <a:gs pos="0">
                  <a:srgbClr val="0070C0">
                    <a:lumMod val="100000"/>
                  </a:srgbClr>
                </a:gs>
                <a:gs pos="100000">
                  <a:srgbClr val="FF0000"/>
                </a:gs>
              </a:gsLst>
              <a:lin ang="0" scaled="1"/>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DDC3C1AC-7047-034A-B283-7E20F02DAE53}"/>
              </a:ext>
            </a:extLst>
          </p:cNvPr>
          <p:cNvSpPr txBox="1"/>
          <p:nvPr/>
        </p:nvSpPr>
        <p:spPr>
          <a:xfrm>
            <a:off x="266330" y="292963"/>
            <a:ext cx="4697633" cy="369332"/>
          </a:xfrm>
          <a:prstGeom prst="rect">
            <a:avLst/>
          </a:prstGeom>
          <a:noFill/>
        </p:spPr>
        <p:txBody>
          <a:bodyPr wrap="none" rtlCol="0">
            <a:spAutoFit/>
          </a:bodyPr>
          <a:lstStyle/>
          <a:p>
            <a:r>
              <a:rPr lang="en-US" dirty="0"/>
              <a:t>Right-Handed Couplings with Pro-Noether cores.</a:t>
            </a:r>
          </a:p>
        </p:txBody>
      </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4636F023-F993-544B-9DB9-1F2BC0664857}"/>
                  </a:ext>
                </a:extLst>
              </p:cNvPr>
              <p:cNvSpPr txBox="1"/>
              <p:nvPr/>
            </p:nvSpPr>
            <p:spPr>
              <a:xfrm>
                <a:off x="799121" y="6185674"/>
                <a:ext cx="23750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𝑒</m:t>
                          </m:r>
                        </m:e>
                        <m:sub>
                          <m:r>
                            <a:rPr lang="en-US" sz="1400" i="1">
                              <a:solidFill>
                                <a:srgbClr val="0070C0"/>
                              </a:solidFill>
                              <a:latin typeface="Cambria Math" panose="02040503050406030204" pitchFamily="18" charset="0"/>
                              <a:ea typeface="Cambria Math" panose="02040503050406030204" pitchFamily="18" charset="0"/>
                            </a:rPr>
                            <m:t> </m:t>
                          </m:r>
                        </m:sub>
                        <m:sup>
                          <m:r>
                            <a:rPr lang="en-US" sz="1400" i="1">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09" name="TextBox 108">
                <a:extLst>
                  <a:ext uri="{FF2B5EF4-FFF2-40B4-BE49-F238E27FC236}">
                    <a16:creationId xmlns:a16="http://schemas.microsoft.com/office/drawing/2014/main" id="{4636F023-F993-544B-9DB9-1F2BC0664857}"/>
                  </a:ext>
                </a:extLst>
              </p:cNvPr>
              <p:cNvSpPr txBox="1">
                <a:spLocks noRot="1" noChangeAspect="1" noMove="1" noResize="1" noEditPoints="1" noAdjustHandles="1" noChangeArrowheads="1" noChangeShapeType="1" noTextEdit="1"/>
              </p:cNvSpPr>
              <p:nvPr/>
            </p:nvSpPr>
            <p:spPr>
              <a:xfrm>
                <a:off x="799121" y="6185674"/>
                <a:ext cx="237501" cy="215444"/>
              </a:xfrm>
              <a:prstGeom prst="rect">
                <a:avLst/>
              </a:prstGeom>
              <a:blipFill>
                <a:blip r:embed="rId3"/>
                <a:stretch>
                  <a:fillRect l="-10000" r="-5000"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81D37AF7-442E-1C45-802F-CF8B9A863219}"/>
                  </a:ext>
                </a:extLst>
              </p:cNvPr>
              <p:cNvSpPr txBox="1"/>
              <p:nvPr/>
            </p:nvSpPr>
            <p:spPr>
              <a:xfrm>
                <a:off x="1169570" y="6164731"/>
                <a:ext cx="24064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r>
                            <a:rPr lang="en-US" sz="1400" i="1">
                              <a:solidFill>
                                <a:srgbClr val="0070C0"/>
                              </a:solidFill>
                              <a:latin typeface="Cambria Math" panose="02040503050406030204" pitchFamily="18" charset="0"/>
                              <a:ea typeface="Cambria Math" panose="02040503050406030204" pitchFamily="18" charset="0"/>
                            </a:rPr>
                            <m:t>𝜇</m:t>
                          </m:r>
                        </m:e>
                        <m:sub>
                          <m:r>
                            <a:rPr lang="en-US" sz="1400" i="1">
                              <a:solidFill>
                                <a:srgbClr val="0070C0"/>
                              </a:solidFill>
                              <a:latin typeface="Cambria Math" panose="02040503050406030204" pitchFamily="18" charset="0"/>
                              <a:ea typeface="Cambria Math" panose="02040503050406030204" pitchFamily="18" charset="0"/>
                            </a:rPr>
                            <m:t> </m:t>
                          </m:r>
                        </m:sub>
                        <m:sup>
                          <m:r>
                            <a:rPr lang="en-US" sz="1400" i="1">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0" name="TextBox 109">
                <a:extLst>
                  <a:ext uri="{FF2B5EF4-FFF2-40B4-BE49-F238E27FC236}">
                    <a16:creationId xmlns:a16="http://schemas.microsoft.com/office/drawing/2014/main" id="{81D37AF7-442E-1C45-802F-CF8B9A863219}"/>
                  </a:ext>
                </a:extLst>
              </p:cNvPr>
              <p:cNvSpPr txBox="1">
                <a:spLocks noRot="1" noChangeAspect="1" noMove="1" noResize="1" noEditPoints="1" noAdjustHandles="1" noChangeArrowheads="1" noChangeShapeType="1" noTextEdit="1"/>
              </p:cNvSpPr>
              <p:nvPr/>
            </p:nvSpPr>
            <p:spPr>
              <a:xfrm>
                <a:off x="1169570" y="6164731"/>
                <a:ext cx="240643" cy="215444"/>
              </a:xfrm>
              <a:prstGeom prst="rect">
                <a:avLst/>
              </a:prstGeom>
              <a:blipFill>
                <a:blip r:embed="rId4"/>
                <a:stretch>
                  <a:fillRect l="-21053" r="-526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D1AB40EA-37B2-4A4F-A8C7-D2375D9798AB}"/>
                  </a:ext>
                </a:extLst>
              </p:cNvPr>
              <p:cNvSpPr txBox="1"/>
              <p:nvPr/>
            </p:nvSpPr>
            <p:spPr>
              <a:xfrm>
                <a:off x="1503055" y="6174519"/>
                <a:ext cx="22980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r>
                            <a:rPr lang="en-US" sz="1400" i="1">
                              <a:solidFill>
                                <a:srgbClr val="0070C0"/>
                              </a:solidFill>
                              <a:latin typeface="Cambria Math" panose="02040503050406030204" pitchFamily="18" charset="0"/>
                              <a:ea typeface="Cambria Math" panose="02040503050406030204" pitchFamily="18" charset="0"/>
                            </a:rPr>
                            <m:t>𝜏</m:t>
                          </m:r>
                        </m:e>
                        <m:sub>
                          <m:r>
                            <a:rPr lang="en-US" sz="1400" i="1">
                              <a:solidFill>
                                <a:srgbClr val="0070C0"/>
                              </a:solidFill>
                              <a:latin typeface="Cambria Math" panose="02040503050406030204" pitchFamily="18" charset="0"/>
                              <a:ea typeface="Cambria Math" panose="02040503050406030204" pitchFamily="18" charset="0"/>
                            </a:rPr>
                            <m:t> </m:t>
                          </m:r>
                        </m:sub>
                        <m:sup>
                          <m:r>
                            <a:rPr lang="en-US" sz="1400" i="1">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1" name="TextBox 110">
                <a:extLst>
                  <a:ext uri="{FF2B5EF4-FFF2-40B4-BE49-F238E27FC236}">
                    <a16:creationId xmlns:a16="http://schemas.microsoft.com/office/drawing/2014/main" id="{D1AB40EA-37B2-4A4F-A8C7-D2375D9798AB}"/>
                  </a:ext>
                </a:extLst>
              </p:cNvPr>
              <p:cNvSpPr txBox="1">
                <a:spLocks noRot="1" noChangeAspect="1" noMove="1" noResize="1" noEditPoints="1" noAdjustHandles="1" noChangeArrowheads="1" noChangeShapeType="1" noTextEdit="1"/>
              </p:cNvSpPr>
              <p:nvPr/>
            </p:nvSpPr>
            <p:spPr>
              <a:xfrm>
                <a:off x="1503055" y="6174519"/>
                <a:ext cx="229807" cy="215444"/>
              </a:xfrm>
              <a:prstGeom prst="rect">
                <a:avLst/>
              </a:prstGeom>
              <a:blipFill>
                <a:blip r:embed="rId5"/>
                <a:stretch>
                  <a:fillRect l="-10526" r="-526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C6F3126B-289D-2340-8183-7B417004D3D5}"/>
                  </a:ext>
                </a:extLst>
              </p:cNvPr>
              <p:cNvSpPr txBox="1"/>
              <p:nvPr/>
            </p:nvSpPr>
            <p:spPr>
              <a:xfrm flipH="1">
                <a:off x="44198" y="6073730"/>
                <a:ext cx="675057"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𝑻</m:t>
                      </m:r>
                      <m:r>
                        <a:rPr lang="en-US" sz="1400" b="1" i="1" baseline="-25000" smtClean="0">
                          <a:solidFill>
                            <a:srgbClr val="0070C0"/>
                          </a:solidFill>
                          <a:latin typeface="Cambria Math" panose="02040503050406030204" pitchFamily="18" charset="0"/>
                          <a:ea typeface="Cambria Math" panose="02040503050406030204" pitchFamily="18" charset="0"/>
                        </a:rPr>
                        <m:t>𝟑</m:t>
                      </m:r>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𝟎</m:t>
                      </m:r>
                    </m:oMath>
                  </m:oMathPara>
                </a14:m>
                <a:br>
                  <a:rPr lang="en-US" sz="1400" b="1" dirty="0">
                    <a:solidFill>
                      <a:srgbClr val="0070C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𝒀</m:t>
                    </m:r>
                    <m:r>
                      <a:rPr lang="en-US" sz="1400" b="1" i="1" baseline="-25000" smtClean="0">
                        <a:solidFill>
                          <a:srgbClr val="0070C0"/>
                        </a:solidFill>
                        <a:latin typeface="Cambria Math" panose="02040503050406030204" pitchFamily="18" charset="0"/>
                        <a:ea typeface="Cambria Math" panose="02040503050406030204" pitchFamily="18" charset="0"/>
                      </a:rPr>
                      <m:t>𝒘</m:t>
                    </m:r>
                  </m:oMath>
                </a14:m>
                <a:r>
                  <a:rPr lang="en-US" sz="1400" b="1" dirty="0">
                    <a:solidFill>
                      <a:srgbClr val="0070C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𝟐</m:t>
                    </m:r>
                  </m:oMath>
                </a14:m>
                <a:endParaRPr lang="en-US" sz="1400" b="1" baseline="-250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2" name="TextBox 111">
                <a:extLst>
                  <a:ext uri="{FF2B5EF4-FFF2-40B4-BE49-F238E27FC236}">
                    <a16:creationId xmlns:a16="http://schemas.microsoft.com/office/drawing/2014/main" id="{C6F3126B-289D-2340-8183-7B417004D3D5}"/>
                  </a:ext>
                </a:extLst>
              </p:cNvPr>
              <p:cNvSpPr txBox="1">
                <a:spLocks noRot="1" noChangeAspect="1" noMove="1" noResize="1" noEditPoints="1" noAdjustHandles="1" noChangeArrowheads="1" noChangeShapeType="1" noTextEdit="1"/>
              </p:cNvSpPr>
              <p:nvPr/>
            </p:nvSpPr>
            <p:spPr>
              <a:xfrm flipH="1">
                <a:off x="44198" y="6073730"/>
                <a:ext cx="675057" cy="430887"/>
              </a:xfrm>
              <a:prstGeom prst="rect">
                <a:avLst/>
              </a:prstGeom>
              <a:blipFill>
                <a:blip r:embed="rId6"/>
                <a:stretch>
                  <a:fillRect l="-7407" r="-9259"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1CFBA49F-3223-024B-8115-33902E078599}"/>
                  </a:ext>
                </a:extLst>
              </p:cNvPr>
              <p:cNvSpPr txBox="1"/>
              <p:nvPr/>
            </p:nvSpPr>
            <p:spPr>
              <a:xfrm flipH="1">
                <a:off x="3300608" y="2106757"/>
                <a:ext cx="2479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𝑑</m:t>
                          </m:r>
                        </m:e>
                        <m:sub>
                          <m:r>
                            <a:rPr lang="en-US" sz="1400" i="1">
                              <a:solidFill>
                                <a:srgbClr val="0070C0"/>
                              </a:solidFill>
                              <a:latin typeface="Cambria Math" panose="02040503050406030204" pitchFamily="18" charset="0"/>
                              <a:ea typeface="Cambria Math" panose="02040503050406030204" pitchFamily="18" charset="0"/>
                            </a:rPr>
                            <m:t> </m:t>
                          </m:r>
                        </m:sub>
                        <m:sup>
                          <m:r>
                            <a:rPr lang="en-US" sz="1400" i="1">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3" name="TextBox 112">
                <a:extLst>
                  <a:ext uri="{FF2B5EF4-FFF2-40B4-BE49-F238E27FC236}">
                    <a16:creationId xmlns:a16="http://schemas.microsoft.com/office/drawing/2014/main" id="{1CFBA49F-3223-024B-8115-33902E078599}"/>
                  </a:ext>
                </a:extLst>
              </p:cNvPr>
              <p:cNvSpPr txBox="1">
                <a:spLocks noRot="1" noChangeAspect="1" noMove="1" noResize="1" noEditPoints="1" noAdjustHandles="1" noChangeArrowheads="1" noChangeShapeType="1" noTextEdit="1"/>
              </p:cNvSpPr>
              <p:nvPr/>
            </p:nvSpPr>
            <p:spPr>
              <a:xfrm flipH="1">
                <a:off x="3300608" y="2106757"/>
                <a:ext cx="247952" cy="215444"/>
              </a:xfrm>
              <a:prstGeom prst="rect">
                <a:avLst/>
              </a:prstGeom>
              <a:blipFill>
                <a:blip r:embed="rId7"/>
                <a:stretch>
                  <a:fillRect l="-14286" r="-4762"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ACF23D4F-C620-7749-91B6-0D219E79591A}"/>
                  </a:ext>
                </a:extLst>
              </p:cNvPr>
              <p:cNvSpPr txBox="1"/>
              <p:nvPr/>
            </p:nvSpPr>
            <p:spPr>
              <a:xfrm flipH="1">
                <a:off x="3465200" y="2303960"/>
                <a:ext cx="2298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𝑠</m:t>
                          </m:r>
                        </m:e>
                        <m:sub>
                          <m:r>
                            <a:rPr lang="en-US" sz="1400" i="1">
                              <a:solidFill>
                                <a:srgbClr val="0070C0"/>
                              </a:solidFill>
                              <a:latin typeface="Cambria Math" panose="02040503050406030204" pitchFamily="18" charset="0"/>
                              <a:ea typeface="Cambria Math" panose="02040503050406030204" pitchFamily="18" charset="0"/>
                            </a:rPr>
                            <m:t> </m:t>
                          </m:r>
                        </m:sub>
                        <m:sup>
                          <m:r>
                            <a:rPr lang="en-US" sz="1400" i="1">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5" name="TextBox 114">
                <a:extLst>
                  <a:ext uri="{FF2B5EF4-FFF2-40B4-BE49-F238E27FC236}">
                    <a16:creationId xmlns:a16="http://schemas.microsoft.com/office/drawing/2014/main" id="{ACF23D4F-C620-7749-91B6-0D219E79591A}"/>
                  </a:ext>
                </a:extLst>
              </p:cNvPr>
              <p:cNvSpPr txBox="1">
                <a:spLocks noRot="1" noChangeAspect="1" noMove="1" noResize="1" noEditPoints="1" noAdjustHandles="1" noChangeArrowheads="1" noChangeShapeType="1" noTextEdit="1"/>
              </p:cNvSpPr>
              <p:nvPr/>
            </p:nvSpPr>
            <p:spPr>
              <a:xfrm flipH="1">
                <a:off x="3465200" y="2303960"/>
                <a:ext cx="229870" cy="215444"/>
              </a:xfrm>
              <a:prstGeom prst="rect">
                <a:avLst/>
              </a:prstGeom>
              <a:blipFill>
                <a:blip r:embed="rId8"/>
                <a:stretch>
                  <a:fillRect l="-10526" r="-526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B52FC2C2-EC81-6E48-8489-561C15928ED1}"/>
                  </a:ext>
                </a:extLst>
              </p:cNvPr>
              <p:cNvSpPr txBox="1"/>
              <p:nvPr/>
            </p:nvSpPr>
            <p:spPr>
              <a:xfrm flipH="1">
                <a:off x="3658607" y="2520840"/>
                <a:ext cx="23993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a:solidFill>
                                <a:srgbClr val="0070C0"/>
                              </a:solidFill>
                              <a:latin typeface="Cambria Math" panose="02040503050406030204" pitchFamily="18" charset="0"/>
                              <a:ea typeface="Cambria Math" panose="02040503050406030204" pitchFamily="18" charset="0"/>
                            </a:rPr>
                          </m:ctrlPr>
                        </m:sSubSupPr>
                        <m:e>
                          <m:r>
                            <a:rPr lang="en-US" sz="1400" i="1">
                              <a:solidFill>
                                <a:srgbClr val="0070C0"/>
                              </a:solidFill>
                              <a:latin typeface="Cambria Math" panose="02040503050406030204" pitchFamily="18" charset="0"/>
                              <a:ea typeface="Cambria Math" panose="02040503050406030204" pitchFamily="18" charset="0"/>
                            </a:rPr>
                            <m:t>𝑏</m:t>
                          </m:r>
                        </m:e>
                        <m:sub>
                          <m:r>
                            <a:rPr lang="en-US" sz="1400" i="1">
                              <a:solidFill>
                                <a:srgbClr val="0070C0"/>
                              </a:solidFill>
                              <a:latin typeface="Cambria Math" panose="02040503050406030204" pitchFamily="18" charset="0"/>
                              <a:ea typeface="Cambria Math" panose="02040503050406030204" pitchFamily="18" charset="0"/>
                            </a:rPr>
                            <m:t> </m:t>
                          </m:r>
                        </m:sub>
                        <m:sup>
                          <m:r>
                            <a:rPr lang="en-US" sz="1400" i="1">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6" name="TextBox 115">
                <a:extLst>
                  <a:ext uri="{FF2B5EF4-FFF2-40B4-BE49-F238E27FC236}">
                    <a16:creationId xmlns:a16="http://schemas.microsoft.com/office/drawing/2014/main" id="{B52FC2C2-EC81-6E48-8489-561C15928ED1}"/>
                  </a:ext>
                </a:extLst>
              </p:cNvPr>
              <p:cNvSpPr txBox="1">
                <a:spLocks noRot="1" noChangeAspect="1" noMove="1" noResize="1" noEditPoints="1" noAdjustHandles="1" noChangeArrowheads="1" noChangeShapeType="1" noTextEdit="1"/>
              </p:cNvSpPr>
              <p:nvPr/>
            </p:nvSpPr>
            <p:spPr>
              <a:xfrm flipH="1">
                <a:off x="3658607" y="2520840"/>
                <a:ext cx="239937" cy="215444"/>
              </a:xfrm>
              <a:prstGeom prst="rect">
                <a:avLst/>
              </a:prstGeom>
              <a:blipFill>
                <a:blip r:embed="rId9"/>
                <a:stretch>
                  <a:fillRect l="-20000"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0BD13F41-6159-1C48-BE09-A2DE50AB55A0}"/>
                  </a:ext>
                </a:extLst>
              </p:cNvPr>
              <p:cNvSpPr txBox="1"/>
              <p:nvPr/>
            </p:nvSpPr>
            <p:spPr>
              <a:xfrm flipH="1">
                <a:off x="2653602" y="1631364"/>
                <a:ext cx="881844"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𝑻</m:t>
                      </m:r>
                      <m:r>
                        <a:rPr lang="en-US" sz="1400" b="1" i="1" baseline="-25000" smtClean="0">
                          <a:solidFill>
                            <a:srgbClr val="0070C0"/>
                          </a:solidFill>
                          <a:latin typeface="Cambria Math" panose="02040503050406030204" pitchFamily="18" charset="0"/>
                          <a:ea typeface="Cambria Math" panose="02040503050406030204" pitchFamily="18" charset="0"/>
                        </a:rPr>
                        <m:t>𝟑</m:t>
                      </m:r>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𝟎</m:t>
                      </m:r>
                    </m:oMath>
                  </m:oMathPara>
                </a14:m>
                <a:br>
                  <a:rPr lang="en-US" sz="1400" b="1" dirty="0">
                    <a:solidFill>
                      <a:srgbClr val="0070C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𝒀</m:t>
                    </m:r>
                    <m:r>
                      <a:rPr lang="en-US" sz="1400" b="1" i="1" baseline="-25000" smtClean="0">
                        <a:solidFill>
                          <a:srgbClr val="0070C0"/>
                        </a:solidFill>
                        <a:latin typeface="Cambria Math" panose="02040503050406030204" pitchFamily="18" charset="0"/>
                        <a:ea typeface="Cambria Math" panose="02040503050406030204" pitchFamily="18" charset="0"/>
                      </a:rPr>
                      <m:t>𝒘</m:t>
                    </m:r>
                  </m:oMath>
                </a14:m>
                <a:r>
                  <a:rPr lang="en-US" sz="1400" b="1" dirty="0">
                    <a:solidFill>
                      <a:srgbClr val="0070C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0070C0"/>
                        </a:solidFill>
                        <a:latin typeface="Cambria Math" panose="02040503050406030204" pitchFamily="18" charset="0"/>
                        <a:ea typeface="Cambria Math" panose="02040503050406030204" pitchFamily="18" charset="0"/>
                      </a:rPr>
                      <m:t>=</m:t>
                    </m:r>
                    <m:f>
                      <m:fPr>
                        <m:type m:val="lin"/>
                        <m:ctrlPr>
                          <a:rPr lang="en-US" sz="1400" b="1" i="1">
                            <a:solidFill>
                              <a:srgbClr val="0070C0"/>
                            </a:solidFill>
                            <a:latin typeface="Cambria Math" panose="02040503050406030204" pitchFamily="18" charset="0"/>
                            <a:ea typeface="Cambria Math" panose="02040503050406030204" pitchFamily="18" charset="0"/>
                          </a:rPr>
                        </m:ctrlPr>
                      </m:fPr>
                      <m:num>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𝟐</m:t>
                        </m:r>
                      </m:num>
                      <m:den>
                        <m:r>
                          <a:rPr lang="en-US" sz="1400" b="1" i="1" smtClean="0">
                            <a:solidFill>
                              <a:srgbClr val="0070C0"/>
                            </a:solidFill>
                            <a:latin typeface="Cambria Math" panose="02040503050406030204" pitchFamily="18" charset="0"/>
                            <a:ea typeface="Cambria Math" panose="02040503050406030204" pitchFamily="18" charset="0"/>
                          </a:rPr>
                          <m:t>𝟑</m:t>
                        </m:r>
                      </m:den>
                    </m:f>
                  </m:oMath>
                </a14:m>
                <a:endParaRPr lang="en-US" sz="1400" b="1" baseline="-250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7" name="TextBox 116">
                <a:extLst>
                  <a:ext uri="{FF2B5EF4-FFF2-40B4-BE49-F238E27FC236}">
                    <a16:creationId xmlns:a16="http://schemas.microsoft.com/office/drawing/2014/main" id="{0BD13F41-6159-1C48-BE09-A2DE50AB55A0}"/>
                  </a:ext>
                </a:extLst>
              </p:cNvPr>
              <p:cNvSpPr txBox="1">
                <a:spLocks noRot="1" noChangeAspect="1" noMove="1" noResize="1" noEditPoints="1" noAdjustHandles="1" noChangeArrowheads="1" noChangeShapeType="1" noTextEdit="1"/>
              </p:cNvSpPr>
              <p:nvPr/>
            </p:nvSpPr>
            <p:spPr>
              <a:xfrm flipH="1">
                <a:off x="2653602" y="1631364"/>
                <a:ext cx="881844" cy="430887"/>
              </a:xfrm>
              <a:prstGeom prst="rect">
                <a:avLst/>
              </a:prstGeom>
              <a:blipFill>
                <a:blip r:embed="rId10"/>
                <a:stretch>
                  <a:fillRect l="-5634" t="-37143" r="-14085" b="-12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AFD4C9CD-4D20-9A47-81B4-7B5D7801BA06}"/>
                  </a:ext>
                </a:extLst>
              </p:cNvPr>
              <p:cNvSpPr txBox="1"/>
              <p:nvPr/>
            </p:nvSpPr>
            <p:spPr>
              <a:xfrm flipH="1">
                <a:off x="9786631" y="4063302"/>
                <a:ext cx="21865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r>
                            <a:rPr lang="en-US" sz="1400" b="0" i="1" smtClean="0">
                              <a:solidFill>
                                <a:srgbClr val="FF0000"/>
                              </a:solidFill>
                              <a:latin typeface="Cambria Math" panose="02040503050406030204" pitchFamily="18" charset="0"/>
                              <a:ea typeface="Cambria Math" panose="02040503050406030204" pitchFamily="18" charset="0"/>
                            </a:rPr>
                            <m:t>𝑡</m:t>
                          </m:r>
                        </m:e>
                        <m:sub>
                          <m:r>
                            <a:rPr lang="en-US" sz="1400" i="1">
                              <a:solidFill>
                                <a:srgbClr val="FF0000"/>
                              </a:solidFill>
                              <a:latin typeface="Cambria Math" panose="02040503050406030204" pitchFamily="18" charset="0"/>
                              <a:ea typeface="Cambria Math" panose="02040503050406030204" pitchFamily="18" charset="0"/>
                            </a:rPr>
                            <m:t> </m:t>
                          </m:r>
                        </m:sub>
                        <m:sup>
                          <m:r>
                            <a:rPr lang="en-US" sz="1400" i="1">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25" name="TextBox 124">
                <a:extLst>
                  <a:ext uri="{FF2B5EF4-FFF2-40B4-BE49-F238E27FC236}">
                    <a16:creationId xmlns:a16="http://schemas.microsoft.com/office/drawing/2014/main" id="{AFD4C9CD-4D20-9A47-81B4-7B5D7801BA06}"/>
                  </a:ext>
                </a:extLst>
              </p:cNvPr>
              <p:cNvSpPr txBox="1">
                <a:spLocks noRot="1" noChangeAspect="1" noMove="1" noResize="1" noEditPoints="1" noAdjustHandles="1" noChangeArrowheads="1" noChangeShapeType="1" noTextEdit="1"/>
              </p:cNvSpPr>
              <p:nvPr/>
            </p:nvSpPr>
            <p:spPr>
              <a:xfrm flipH="1">
                <a:off x="9786631" y="4063302"/>
                <a:ext cx="218650" cy="215444"/>
              </a:xfrm>
              <a:prstGeom prst="rect">
                <a:avLst/>
              </a:prstGeom>
              <a:blipFill>
                <a:blip r:embed="rId11"/>
                <a:stretch>
                  <a:fillRect l="-11111" r="-5556"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C79796AC-C7D7-5647-B81A-99A5AB036920}"/>
                  </a:ext>
                </a:extLst>
              </p:cNvPr>
              <p:cNvSpPr txBox="1"/>
              <p:nvPr/>
            </p:nvSpPr>
            <p:spPr>
              <a:xfrm rot="21541345" flipH="1">
                <a:off x="10028843" y="3828624"/>
                <a:ext cx="23019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r>
                            <a:rPr lang="en-US" sz="1400" i="1">
                              <a:solidFill>
                                <a:srgbClr val="FF0000"/>
                              </a:solidFill>
                              <a:latin typeface="Cambria Math" panose="02040503050406030204" pitchFamily="18" charset="0"/>
                              <a:ea typeface="Cambria Math" panose="02040503050406030204" pitchFamily="18" charset="0"/>
                            </a:rPr>
                            <m:t>𝑐</m:t>
                          </m:r>
                        </m:e>
                        <m:sub>
                          <m:r>
                            <a:rPr lang="en-US" sz="1400" i="1">
                              <a:solidFill>
                                <a:srgbClr val="FF0000"/>
                              </a:solidFill>
                              <a:latin typeface="Cambria Math" panose="02040503050406030204" pitchFamily="18" charset="0"/>
                              <a:ea typeface="Cambria Math" panose="02040503050406030204" pitchFamily="18" charset="0"/>
                            </a:rPr>
                            <m:t> </m:t>
                          </m:r>
                        </m:sub>
                        <m:sup>
                          <m:r>
                            <a:rPr lang="en-US" sz="1400" i="1">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26" name="TextBox 125">
                <a:extLst>
                  <a:ext uri="{FF2B5EF4-FFF2-40B4-BE49-F238E27FC236}">
                    <a16:creationId xmlns:a16="http://schemas.microsoft.com/office/drawing/2014/main" id="{C79796AC-C7D7-5647-B81A-99A5AB036920}"/>
                  </a:ext>
                </a:extLst>
              </p:cNvPr>
              <p:cNvSpPr txBox="1">
                <a:spLocks noRot="1" noChangeAspect="1" noMove="1" noResize="1" noEditPoints="1" noAdjustHandles="1" noChangeArrowheads="1" noChangeShapeType="1" noTextEdit="1"/>
              </p:cNvSpPr>
              <p:nvPr/>
            </p:nvSpPr>
            <p:spPr>
              <a:xfrm rot="21541345" flipH="1">
                <a:off x="10028843" y="3828624"/>
                <a:ext cx="230191" cy="215444"/>
              </a:xfrm>
              <a:prstGeom prst="rect">
                <a:avLst/>
              </a:prstGeom>
              <a:blipFill>
                <a:blip r:embed="rId12"/>
                <a:stretch>
                  <a:fillRect l="-10000" b="-31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A608C3F6-96F0-104D-9DA2-0123685530F4}"/>
                  </a:ext>
                </a:extLst>
              </p:cNvPr>
              <p:cNvSpPr txBox="1"/>
              <p:nvPr/>
            </p:nvSpPr>
            <p:spPr>
              <a:xfrm rot="21541345" flipH="1">
                <a:off x="10277220" y="3623880"/>
                <a:ext cx="24519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r>
                            <a:rPr lang="en-US" sz="1400" b="0" i="1" smtClean="0">
                              <a:solidFill>
                                <a:srgbClr val="FF0000"/>
                              </a:solidFill>
                              <a:latin typeface="Cambria Math" panose="02040503050406030204" pitchFamily="18" charset="0"/>
                              <a:ea typeface="Cambria Math" panose="02040503050406030204" pitchFamily="18" charset="0"/>
                            </a:rPr>
                            <m:t>𝑢</m:t>
                          </m:r>
                        </m:e>
                        <m:sub>
                          <m:r>
                            <a:rPr lang="en-US" sz="1400" i="1">
                              <a:solidFill>
                                <a:srgbClr val="FF0000"/>
                              </a:solidFill>
                              <a:latin typeface="Cambria Math" panose="02040503050406030204" pitchFamily="18" charset="0"/>
                              <a:ea typeface="Cambria Math" panose="02040503050406030204" pitchFamily="18" charset="0"/>
                            </a:rPr>
                            <m:t> </m:t>
                          </m:r>
                        </m:sub>
                        <m:sup>
                          <m:r>
                            <a:rPr lang="en-US" sz="1400" i="1">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27" name="TextBox 126">
                <a:extLst>
                  <a:ext uri="{FF2B5EF4-FFF2-40B4-BE49-F238E27FC236}">
                    <a16:creationId xmlns:a16="http://schemas.microsoft.com/office/drawing/2014/main" id="{A608C3F6-96F0-104D-9DA2-0123685530F4}"/>
                  </a:ext>
                </a:extLst>
              </p:cNvPr>
              <p:cNvSpPr txBox="1">
                <a:spLocks noRot="1" noChangeAspect="1" noMove="1" noResize="1" noEditPoints="1" noAdjustHandles="1" noChangeArrowheads="1" noChangeShapeType="1" noTextEdit="1"/>
              </p:cNvSpPr>
              <p:nvPr/>
            </p:nvSpPr>
            <p:spPr>
              <a:xfrm rot="21541345" flipH="1">
                <a:off x="10277220" y="3623880"/>
                <a:ext cx="245195" cy="215444"/>
              </a:xfrm>
              <a:prstGeom prst="rect">
                <a:avLst/>
              </a:prstGeom>
              <a:blipFill>
                <a:blip r:embed="rId13"/>
                <a:stretch>
                  <a:fillRect l="-9524" r="-4762"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6324EB07-6735-8E41-A65D-9E6E37493D66}"/>
                  </a:ext>
                </a:extLst>
              </p:cNvPr>
              <p:cNvSpPr txBox="1"/>
              <p:nvPr/>
            </p:nvSpPr>
            <p:spPr>
              <a:xfrm flipH="1">
                <a:off x="10399817" y="3127969"/>
                <a:ext cx="881844"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𝑻</m:t>
                      </m:r>
                      <m:r>
                        <a:rPr lang="en-US" sz="1400" b="1" i="1" baseline="-25000" smtClean="0">
                          <a:solidFill>
                            <a:srgbClr val="FF0000"/>
                          </a:solidFill>
                          <a:latin typeface="Cambria Math" panose="02040503050406030204" pitchFamily="18" charset="0"/>
                          <a:ea typeface="Cambria Math" panose="02040503050406030204" pitchFamily="18" charset="0"/>
                        </a:rPr>
                        <m:t>𝟑</m:t>
                      </m:r>
                      <m:r>
                        <a:rPr lang="en-US" sz="1400" b="1" i="1" smtClean="0">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𝟎</m:t>
                      </m:r>
                    </m:oMath>
                  </m:oMathPara>
                </a14:m>
                <a:br>
                  <a:rPr lang="en-US" sz="1400" b="1" dirty="0">
                    <a:solidFill>
                      <a:srgbClr val="FF000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𝒀</m:t>
                    </m:r>
                    <m:r>
                      <a:rPr lang="en-US" sz="1400" b="1" i="1" baseline="-25000" smtClean="0">
                        <a:solidFill>
                          <a:srgbClr val="FF0000"/>
                        </a:solidFill>
                        <a:latin typeface="Cambria Math" panose="02040503050406030204" pitchFamily="18" charset="0"/>
                        <a:ea typeface="Cambria Math" panose="02040503050406030204" pitchFamily="18" charset="0"/>
                      </a:rPr>
                      <m:t>𝒘</m:t>
                    </m:r>
                  </m:oMath>
                </a14:m>
                <a:r>
                  <a:rPr lang="en-US" sz="1400" b="1" dirty="0">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FF0000"/>
                        </a:solidFill>
                        <a:latin typeface="Cambria Math" panose="02040503050406030204" pitchFamily="18" charset="0"/>
                        <a:ea typeface="Cambria Math" panose="02040503050406030204" pitchFamily="18" charset="0"/>
                      </a:rPr>
                      <m:t>=</m:t>
                    </m:r>
                    <m:f>
                      <m:fPr>
                        <m:type m:val="lin"/>
                        <m:ctrlPr>
                          <a:rPr lang="en-US" sz="1400" b="1" i="1">
                            <a:solidFill>
                              <a:srgbClr val="FF0000"/>
                            </a:solidFill>
                            <a:latin typeface="Cambria Math" panose="02040503050406030204" pitchFamily="18" charset="0"/>
                            <a:ea typeface="Cambria Math" panose="02040503050406030204" pitchFamily="18" charset="0"/>
                          </a:rPr>
                        </m:ctrlPr>
                      </m:fPr>
                      <m:num>
                        <m:r>
                          <a:rPr lang="en-US" sz="1400" b="1" i="1">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𝟒</m:t>
                        </m:r>
                      </m:num>
                      <m:den>
                        <m:r>
                          <a:rPr lang="en-US" sz="1400" b="1" i="1" smtClean="0">
                            <a:solidFill>
                              <a:srgbClr val="FF0000"/>
                            </a:solidFill>
                            <a:latin typeface="Cambria Math" panose="02040503050406030204" pitchFamily="18" charset="0"/>
                            <a:ea typeface="Cambria Math" panose="02040503050406030204" pitchFamily="18" charset="0"/>
                          </a:rPr>
                          <m:t>𝟑</m:t>
                        </m:r>
                      </m:den>
                    </m:f>
                  </m:oMath>
                </a14:m>
                <a:endParaRPr lang="en-US" sz="1400" b="1" baseline="-25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28" name="TextBox 127">
                <a:extLst>
                  <a:ext uri="{FF2B5EF4-FFF2-40B4-BE49-F238E27FC236}">
                    <a16:creationId xmlns:a16="http://schemas.microsoft.com/office/drawing/2014/main" id="{6324EB07-6735-8E41-A65D-9E6E37493D66}"/>
                  </a:ext>
                </a:extLst>
              </p:cNvPr>
              <p:cNvSpPr txBox="1">
                <a:spLocks noRot="1" noChangeAspect="1" noMove="1" noResize="1" noEditPoints="1" noAdjustHandles="1" noChangeArrowheads="1" noChangeShapeType="1" noTextEdit="1"/>
              </p:cNvSpPr>
              <p:nvPr/>
            </p:nvSpPr>
            <p:spPr>
              <a:xfrm flipH="1">
                <a:off x="10399817" y="3127969"/>
                <a:ext cx="881844" cy="430887"/>
              </a:xfrm>
              <a:prstGeom prst="rect">
                <a:avLst/>
              </a:prstGeom>
              <a:blipFill>
                <a:blip r:embed="rId14"/>
                <a:stretch>
                  <a:fillRect l="-5634" t="-37143" r="-14085" b="-12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7" name="TextBox 396">
                <a:extLst>
                  <a:ext uri="{FF2B5EF4-FFF2-40B4-BE49-F238E27FC236}">
                    <a16:creationId xmlns:a16="http://schemas.microsoft.com/office/drawing/2014/main" id="{6C625156-D560-CE4F-B2B6-607E641D8FD4}"/>
                  </a:ext>
                </a:extLst>
              </p:cNvPr>
              <p:cNvSpPr txBox="1"/>
              <p:nvPr/>
            </p:nvSpPr>
            <p:spPr>
              <a:xfrm>
                <a:off x="6043029" y="2058869"/>
                <a:ext cx="23820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rPr>
                          </m:ctrlPr>
                        </m:sSubSupPr>
                        <m:e>
                          <m:r>
                            <a:rPr lang="en-US" sz="1400" i="1">
                              <a:solidFill>
                                <a:srgbClr val="7030A0"/>
                              </a:solidFill>
                              <a:latin typeface="Cambria Math" panose="02040503050406030204" pitchFamily="18" charset="0"/>
                              <a:ea typeface="Cambria Math" panose="02040503050406030204" pitchFamily="18" charset="0"/>
                            </a:rPr>
                            <m:t>𝜈</m:t>
                          </m:r>
                        </m:e>
                        <m:sub>
                          <m:r>
                            <a:rPr lang="en-US" sz="1400" i="1">
                              <a:solidFill>
                                <a:srgbClr val="7030A0"/>
                              </a:solidFill>
                              <a:latin typeface="Cambria Math" panose="02040503050406030204" pitchFamily="18" charset="0"/>
                            </a:rPr>
                            <m:t> </m:t>
                          </m:r>
                          <m:r>
                            <a:rPr lang="en-US" sz="1400" i="1" smtClean="0">
                              <a:solidFill>
                                <a:srgbClr val="7030A0"/>
                              </a:solidFill>
                              <a:latin typeface="Cambria Math" panose="02040503050406030204" pitchFamily="18" charset="0"/>
                              <a:ea typeface="Cambria Math" panose="02040503050406030204" pitchFamily="18" charset="0"/>
                            </a:rPr>
                            <m:t>𝜏</m:t>
                          </m:r>
                        </m:sub>
                        <m:sup>
                          <m:r>
                            <a:rPr lang="en-US" sz="1400" i="1">
                              <a:solidFill>
                                <a:srgbClr val="7030A0"/>
                              </a:solidFill>
                              <a:latin typeface="Cambria Math" panose="02040503050406030204" pitchFamily="18" charset="0"/>
                            </a:rPr>
                            <m:t>𝑅</m:t>
                          </m:r>
                        </m:sup>
                      </m:sSubSup>
                    </m:oMath>
                  </m:oMathPara>
                </a14:m>
                <a:endParaRPr lang="en-US" sz="1400" dirty="0">
                  <a:solidFill>
                    <a:srgbClr val="7030A0"/>
                  </a:solidFill>
                </a:endParaRPr>
              </a:p>
            </p:txBody>
          </p:sp>
        </mc:Choice>
        <mc:Fallback xmlns="">
          <p:sp>
            <p:nvSpPr>
              <p:cNvPr id="397" name="TextBox 396">
                <a:extLst>
                  <a:ext uri="{FF2B5EF4-FFF2-40B4-BE49-F238E27FC236}">
                    <a16:creationId xmlns:a16="http://schemas.microsoft.com/office/drawing/2014/main" id="{6C625156-D560-CE4F-B2B6-607E641D8FD4}"/>
                  </a:ext>
                </a:extLst>
              </p:cNvPr>
              <p:cNvSpPr txBox="1">
                <a:spLocks noRot="1" noChangeAspect="1" noMove="1" noResize="1" noEditPoints="1" noAdjustHandles="1" noChangeArrowheads="1" noChangeShapeType="1" noTextEdit="1"/>
              </p:cNvSpPr>
              <p:nvPr/>
            </p:nvSpPr>
            <p:spPr>
              <a:xfrm>
                <a:off x="6043029" y="2058869"/>
                <a:ext cx="238207" cy="215444"/>
              </a:xfrm>
              <a:prstGeom prst="rect">
                <a:avLst/>
              </a:prstGeom>
              <a:blipFill>
                <a:blip r:embed="rId15"/>
                <a:stretch>
                  <a:fillRect l="-10000" r="-5000"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8" name="TextBox 397">
                <a:extLst>
                  <a:ext uri="{FF2B5EF4-FFF2-40B4-BE49-F238E27FC236}">
                    <a16:creationId xmlns:a16="http://schemas.microsoft.com/office/drawing/2014/main" id="{CF7E91E9-C298-1F4C-93B2-694D4428D61C}"/>
                  </a:ext>
                </a:extLst>
              </p:cNvPr>
              <p:cNvSpPr txBox="1"/>
              <p:nvPr/>
            </p:nvSpPr>
            <p:spPr>
              <a:xfrm>
                <a:off x="6043029" y="1758446"/>
                <a:ext cx="238206" cy="2371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rPr>
                          </m:ctrlPr>
                        </m:sSubSupPr>
                        <m:e>
                          <m:r>
                            <a:rPr lang="en-US" sz="1400" i="1">
                              <a:solidFill>
                                <a:srgbClr val="7030A0"/>
                              </a:solidFill>
                              <a:latin typeface="Cambria Math" panose="02040503050406030204" pitchFamily="18" charset="0"/>
                              <a:ea typeface="Cambria Math" panose="02040503050406030204" pitchFamily="18" charset="0"/>
                            </a:rPr>
                            <m:t>𝜈</m:t>
                          </m:r>
                        </m:e>
                        <m:sub>
                          <m:r>
                            <a:rPr lang="en-US" sz="1400" i="1">
                              <a:solidFill>
                                <a:srgbClr val="7030A0"/>
                              </a:solidFill>
                              <a:latin typeface="Cambria Math" panose="02040503050406030204" pitchFamily="18" charset="0"/>
                              <a:ea typeface="Cambria Math" panose="02040503050406030204" pitchFamily="18" charset="0"/>
                            </a:rPr>
                            <m:t>𝜇</m:t>
                          </m:r>
                        </m:sub>
                        <m:sup>
                          <m:r>
                            <a:rPr lang="en-US" sz="1400" i="1">
                              <a:solidFill>
                                <a:srgbClr val="7030A0"/>
                              </a:solidFill>
                              <a:latin typeface="Cambria Math" panose="02040503050406030204" pitchFamily="18" charset="0"/>
                            </a:rPr>
                            <m:t>𝑅</m:t>
                          </m:r>
                        </m:sup>
                      </m:sSubSup>
                    </m:oMath>
                  </m:oMathPara>
                </a14:m>
                <a:endParaRPr lang="en-US" sz="1400" dirty="0">
                  <a:solidFill>
                    <a:srgbClr val="7030A0"/>
                  </a:solidFill>
                </a:endParaRPr>
              </a:p>
            </p:txBody>
          </p:sp>
        </mc:Choice>
        <mc:Fallback xmlns="">
          <p:sp>
            <p:nvSpPr>
              <p:cNvPr id="398" name="TextBox 397">
                <a:extLst>
                  <a:ext uri="{FF2B5EF4-FFF2-40B4-BE49-F238E27FC236}">
                    <a16:creationId xmlns:a16="http://schemas.microsoft.com/office/drawing/2014/main" id="{CF7E91E9-C298-1F4C-93B2-694D4428D61C}"/>
                  </a:ext>
                </a:extLst>
              </p:cNvPr>
              <p:cNvSpPr txBox="1">
                <a:spLocks noRot="1" noChangeAspect="1" noMove="1" noResize="1" noEditPoints="1" noAdjustHandles="1" noChangeArrowheads="1" noChangeShapeType="1" noTextEdit="1"/>
              </p:cNvSpPr>
              <p:nvPr/>
            </p:nvSpPr>
            <p:spPr>
              <a:xfrm>
                <a:off x="6043029" y="1758446"/>
                <a:ext cx="238206" cy="237116"/>
              </a:xfrm>
              <a:prstGeom prst="rect">
                <a:avLst/>
              </a:prstGeom>
              <a:blipFill>
                <a:blip r:embed="rId16"/>
                <a:stretch>
                  <a:fillRect l="-10000" r="-5000"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9" name="TextBox 398">
                <a:extLst>
                  <a:ext uri="{FF2B5EF4-FFF2-40B4-BE49-F238E27FC236}">
                    <a16:creationId xmlns:a16="http://schemas.microsoft.com/office/drawing/2014/main" id="{9CADBE08-D72B-0F47-B0A8-DCF7904C63A6}"/>
                  </a:ext>
                </a:extLst>
              </p:cNvPr>
              <p:cNvSpPr txBox="1"/>
              <p:nvPr/>
            </p:nvSpPr>
            <p:spPr>
              <a:xfrm>
                <a:off x="6043029" y="1510563"/>
                <a:ext cx="23820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rPr>
                          </m:ctrlPr>
                        </m:sSubSupPr>
                        <m:e>
                          <m:r>
                            <a:rPr lang="en-US" sz="1400" i="1">
                              <a:solidFill>
                                <a:srgbClr val="7030A0"/>
                              </a:solidFill>
                              <a:latin typeface="Cambria Math" panose="02040503050406030204" pitchFamily="18" charset="0"/>
                              <a:ea typeface="Cambria Math" panose="02040503050406030204" pitchFamily="18" charset="0"/>
                            </a:rPr>
                            <m:t>𝜈</m:t>
                          </m:r>
                        </m:e>
                        <m:sub>
                          <m:r>
                            <a:rPr lang="en-US" sz="1400" b="0" i="1" smtClean="0">
                              <a:solidFill>
                                <a:srgbClr val="7030A0"/>
                              </a:solidFill>
                              <a:latin typeface="Cambria Math" panose="02040503050406030204" pitchFamily="18" charset="0"/>
                              <a:ea typeface="Cambria Math" panose="02040503050406030204" pitchFamily="18" charset="0"/>
                            </a:rPr>
                            <m:t>𝑒</m:t>
                          </m:r>
                        </m:sub>
                        <m:sup>
                          <m:r>
                            <a:rPr lang="en-US" sz="1400" i="1">
                              <a:solidFill>
                                <a:srgbClr val="7030A0"/>
                              </a:solidFill>
                              <a:latin typeface="Cambria Math" panose="02040503050406030204" pitchFamily="18" charset="0"/>
                            </a:rPr>
                            <m:t>𝑅</m:t>
                          </m:r>
                        </m:sup>
                      </m:sSubSup>
                    </m:oMath>
                  </m:oMathPara>
                </a14:m>
                <a:endParaRPr lang="en-US" sz="1400" dirty="0">
                  <a:solidFill>
                    <a:srgbClr val="7030A0"/>
                  </a:solidFill>
                </a:endParaRPr>
              </a:p>
            </p:txBody>
          </p:sp>
        </mc:Choice>
        <mc:Fallback xmlns="">
          <p:sp>
            <p:nvSpPr>
              <p:cNvPr id="399" name="TextBox 398">
                <a:extLst>
                  <a:ext uri="{FF2B5EF4-FFF2-40B4-BE49-F238E27FC236}">
                    <a16:creationId xmlns:a16="http://schemas.microsoft.com/office/drawing/2014/main" id="{9CADBE08-D72B-0F47-B0A8-DCF7904C63A6}"/>
                  </a:ext>
                </a:extLst>
              </p:cNvPr>
              <p:cNvSpPr txBox="1">
                <a:spLocks noRot="1" noChangeAspect="1" noMove="1" noResize="1" noEditPoints="1" noAdjustHandles="1" noChangeArrowheads="1" noChangeShapeType="1" noTextEdit="1"/>
              </p:cNvSpPr>
              <p:nvPr/>
            </p:nvSpPr>
            <p:spPr>
              <a:xfrm>
                <a:off x="6043029" y="1510563"/>
                <a:ext cx="238207" cy="215444"/>
              </a:xfrm>
              <a:prstGeom prst="rect">
                <a:avLst/>
              </a:prstGeom>
              <a:blipFill>
                <a:blip r:embed="rId17"/>
                <a:stretch>
                  <a:fillRect l="-10000" r="-5000" b="-117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0" name="TextBox 399">
                <a:extLst>
                  <a:ext uri="{FF2B5EF4-FFF2-40B4-BE49-F238E27FC236}">
                    <a16:creationId xmlns:a16="http://schemas.microsoft.com/office/drawing/2014/main" id="{83E439B8-15D3-1947-ADDF-D6795ED1061F}"/>
                  </a:ext>
                </a:extLst>
              </p:cNvPr>
              <p:cNvSpPr txBox="1"/>
              <p:nvPr/>
            </p:nvSpPr>
            <p:spPr>
              <a:xfrm flipH="1">
                <a:off x="5877477" y="1068763"/>
                <a:ext cx="566245"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7030A0"/>
                          </a:solidFill>
                          <a:latin typeface="Cambria Math" panose="02040503050406030204" pitchFamily="18" charset="0"/>
                          <a:ea typeface="Cambria Math" panose="02040503050406030204" pitchFamily="18" charset="0"/>
                        </a:rPr>
                        <m:t>𝑻</m:t>
                      </m:r>
                      <m:r>
                        <a:rPr lang="en-US" sz="1400" b="1" i="1" baseline="-25000" smtClean="0">
                          <a:solidFill>
                            <a:srgbClr val="7030A0"/>
                          </a:solidFill>
                          <a:latin typeface="Cambria Math" panose="02040503050406030204" pitchFamily="18" charset="0"/>
                          <a:ea typeface="Cambria Math" panose="02040503050406030204" pitchFamily="18" charset="0"/>
                        </a:rPr>
                        <m:t>𝟑</m:t>
                      </m:r>
                      <m:r>
                        <a:rPr lang="en-US" sz="1400" b="1" i="1" smtClean="0">
                          <a:solidFill>
                            <a:srgbClr val="7030A0"/>
                          </a:solidFill>
                          <a:latin typeface="Cambria Math" panose="02040503050406030204" pitchFamily="18" charset="0"/>
                          <a:ea typeface="Cambria Math" panose="02040503050406030204" pitchFamily="18" charset="0"/>
                        </a:rPr>
                        <m:t>=</m:t>
                      </m:r>
                      <m:r>
                        <a:rPr lang="en-US" sz="1400" b="1" i="1" smtClean="0">
                          <a:solidFill>
                            <a:srgbClr val="7030A0"/>
                          </a:solidFill>
                          <a:latin typeface="Cambria Math" panose="02040503050406030204" pitchFamily="18" charset="0"/>
                          <a:ea typeface="Cambria Math" panose="02040503050406030204" pitchFamily="18" charset="0"/>
                        </a:rPr>
                        <m:t>𝟎</m:t>
                      </m:r>
                    </m:oMath>
                  </m:oMathPara>
                </a14:m>
                <a:br>
                  <a:rPr lang="en-US" sz="1400" b="1" dirty="0">
                    <a:solidFill>
                      <a:srgbClr val="7030A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7030A0"/>
                        </a:solidFill>
                        <a:latin typeface="Cambria Math" panose="02040503050406030204" pitchFamily="18" charset="0"/>
                        <a:ea typeface="Cambria Math" panose="02040503050406030204" pitchFamily="18" charset="0"/>
                      </a:rPr>
                      <m:t>𝒀</m:t>
                    </m:r>
                    <m:r>
                      <a:rPr lang="en-US" sz="1400" b="1" i="1" baseline="-25000" smtClean="0">
                        <a:solidFill>
                          <a:srgbClr val="7030A0"/>
                        </a:solidFill>
                        <a:latin typeface="Cambria Math" panose="02040503050406030204" pitchFamily="18" charset="0"/>
                        <a:ea typeface="Cambria Math" panose="02040503050406030204" pitchFamily="18" charset="0"/>
                      </a:rPr>
                      <m:t>𝒘</m:t>
                    </m:r>
                  </m:oMath>
                </a14:m>
                <a:r>
                  <a:rPr lang="en-US" sz="1400" b="1" dirty="0">
                    <a:solidFill>
                      <a:srgbClr val="7030A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7030A0"/>
                        </a:solidFill>
                        <a:latin typeface="Cambria Math" panose="02040503050406030204" pitchFamily="18" charset="0"/>
                        <a:ea typeface="Cambria Math" panose="02040503050406030204" pitchFamily="18" charset="0"/>
                      </a:rPr>
                      <m:t>=</m:t>
                    </m:r>
                    <m:r>
                      <a:rPr lang="en-US" sz="1400" b="1" i="1" smtClean="0">
                        <a:solidFill>
                          <a:srgbClr val="7030A0"/>
                        </a:solidFill>
                        <a:latin typeface="Cambria Math" panose="02040503050406030204" pitchFamily="18" charset="0"/>
                        <a:ea typeface="Cambria Math" panose="02040503050406030204" pitchFamily="18" charset="0"/>
                      </a:rPr>
                      <m:t>𝟎</m:t>
                    </m:r>
                  </m:oMath>
                </a14:m>
                <a:endParaRPr lang="en-US" sz="1400" b="1" baseline="-25000" dirty="0">
                  <a:solidFill>
                    <a:srgbClr val="7030A0"/>
                  </a:solidFill>
                  <a:latin typeface="Cambria Math" panose="02040503050406030204" pitchFamily="18" charset="0"/>
                  <a:ea typeface="Cambria Math" panose="02040503050406030204" pitchFamily="18" charset="0"/>
                </a:endParaRPr>
              </a:p>
            </p:txBody>
          </p:sp>
        </mc:Choice>
        <mc:Fallback xmlns="">
          <p:sp>
            <p:nvSpPr>
              <p:cNvPr id="400" name="TextBox 399">
                <a:extLst>
                  <a:ext uri="{FF2B5EF4-FFF2-40B4-BE49-F238E27FC236}">
                    <a16:creationId xmlns:a16="http://schemas.microsoft.com/office/drawing/2014/main" id="{83E439B8-15D3-1947-ADDF-D6795ED1061F}"/>
                  </a:ext>
                </a:extLst>
              </p:cNvPr>
              <p:cNvSpPr txBox="1">
                <a:spLocks noRot="1" noChangeAspect="1" noMove="1" noResize="1" noEditPoints="1" noAdjustHandles="1" noChangeArrowheads="1" noChangeShapeType="1" noTextEdit="1"/>
              </p:cNvSpPr>
              <p:nvPr/>
            </p:nvSpPr>
            <p:spPr>
              <a:xfrm flipH="1">
                <a:off x="5877477" y="1068763"/>
                <a:ext cx="566245" cy="430887"/>
              </a:xfrm>
              <a:prstGeom prst="rect">
                <a:avLst/>
              </a:prstGeom>
              <a:blipFill>
                <a:blip r:embed="rId18"/>
                <a:stretch>
                  <a:fillRect l="-8696" r="-6522" b="-5714"/>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A7634FAE-9FF3-0C4F-9398-54E7687B6603}"/>
              </a:ext>
            </a:extLst>
          </p:cNvPr>
          <p:cNvCxnSpPr>
            <a:cxnSpLocks/>
            <a:stCxn id="92" idx="2"/>
          </p:cNvCxnSpPr>
          <p:nvPr/>
        </p:nvCxnSpPr>
        <p:spPr>
          <a:xfrm flipH="1" flipV="1">
            <a:off x="6146768" y="4225388"/>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8B66F0CD-39AD-7A47-86C5-1F798CDB752B}"/>
              </a:ext>
            </a:extLst>
          </p:cNvPr>
          <p:cNvSpPr>
            <a:spLocks noChangeAspect="1"/>
          </p:cNvSpPr>
          <p:nvPr/>
        </p:nvSpPr>
        <p:spPr>
          <a:xfrm>
            <a:off x="5852625"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3" name="Oval 92">
            <a:extLst>
              <a:ext uri="{FF2B5EF4-FFF2-40B4-BE49-F238E27FC236}">
                <a16:creationId xmlns:a16="http://schemas.microsoft.com/office/drawing/2014/main" id="{B115A78A-B156-8740-B29A-38FBCC26B301}"/>
              </a:ext>
            </a:extLst>
          </p:cNvPr>
          <p:cNvSpPr>
            <a:spLocks noChangeAspect="1"/>
          </p:cNvSpPr>
          <p:nvPr/>
        </p:nvSpPr>
        <p:spPr>
          <a:xfrm>
            <a:off x="5292323"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4" name="Oval 93">
            <a:extLst>
              <a:ext uri="{FF2B5EF4-FFF2-40B4-BE49-F238E27FC236}">
                <a16:creationId xmlns:a16="http://schemas.microsoft.com/office/drawing/2014/main" id="{F572E23D-BD82-3C46-BAEB-818AA9D2BA8E}"/>
              </a:ext>
            </a:extLst>
          </p:cNvPr>
          <p:cNvSpPr>
            <a:spLocks noChangeAspect="1"/>
          </p:cNvSpPr>
          <p:nvPr/>
        </p:nvSpPr>
        <p:spPr>
          <a:xfrm>
            <a:off x="6714714" y="572555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5" name="Oval 104">
            <a:extLst>
              <a:ext uri="{FF2B5EF4-FFF2-40B4-BE49-F238E27FC236}">
                <a16:creationId xmlns:a16="http://schemas.microsoft.com/office/drawing/2014/main" id="{0CE81C19-952C-BB47-A592-9C19850ACFD6}"/>
              </a:ext>
            </a:extLst>
          </p:cNvPr>
          <p:cNvSpPr>
            <a:spLocks noChangeAspect="1"/>
          </p:cNvSpPr>
          <p:nvPr/>
        </p:nvSpPr>
        <p:spPr>
          <a:xfrm>
            <a:off x="60082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7" name="Oval 106">
            <a:extLst>
              <a:ext uri="{FF2B5EF4-FFF2-40B4-BE49-F238E27FC236}">
                <a16:creationId xmlns:a16="http://schemas.microsoft.com/office/drawing/2014/main" id="{8BA101CB-0BF0-8041-B2A2-B5CE5F474977}"/>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8" name="Straight Arrow Connector 107">
            <a:extLst>
              <a:ext uri="{FF2B5EF4-FFF2-40B4-BE49-F238E27FC236}">
                <a16:creationId xmlns:a16="http://schemas.microsoft.com/office/drawing/2014/main" id="{C7BFE98F-604A-3347-8F22-A9EBA65BC2FF}"/>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176BF5FD-F184-214E-9B14-180AE2079170}"/>
              </a:ext>
            </a:extLst>
          </p:cNvPr>
          <p:cNvCxnSpPr>
            <a:cxnSpLocks/>
          </p:cNvCxnSpPr>
          <p:nvPr/>
        </p:nvCxnSpPr>
        <p:spPr>
          <a:xfrm flipV="1">
            <a:off x="6156299" y="6296036"/>
            <a:ext cx="1551530" cy="13686"/>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BA3D9407-57DC-3D4F-974C-F2921C14DDBB}"/>
              </a:ext>
            </a:extLst>
          </p:cNvPr>
          <p:cNvSpPr>
            <a:spLocks noChangeAspect="1"/>
          </p:cNvSpPr>
          <p:nvPr/>
        </p:nvSpPr>
        <p:spPr>
          <a:xfrm>
            <a:off x="615312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8" name="Oval 117">
            <a:extLst>
              <a:ext uri="{FF2B5EF4-FFF2-40B4-BE49-F238E27FC236}">
                <a16:creationId xmlns:a16="http://schemas.microsoft.com/office/drawing/2014/main" id="{15BE4209-2CC4-8D40-8362-AD4B78CAADAF}"/>
              </a:ext>
            </a:extLst>
          </p:cNvPr>
          <p:cNvSpPr>
            <a:spLocks noChangeAspect="1"/>
          </p:cNvSpPr>
          <p:nvPr/>
        </p:nvSpPr>
        <p:spPr>
          <a:xfrm>
            <a:off x="2589558" y="435299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4" name="Group 3">
            <a:extLst>
              <a:ext uri="{FF2B5EF4-FFF2-40B4-BE49-F238E27FC236}">
                <a16:creationId xmlns:a16="http://schemas.microsoft.com/office/drawing/2014/main" id="{75DB327A-894D-EA44-8AEB-989E7189B948}"/>
              </a:ext>
            </a:extLst>
          </p:cNvPr>
          <p:cNvGrpSpPr/>
          <p:nvPr/>
        </p:nvGrpSpPr>
        <p:grpSpPr>
          <a:xfrm>
            <a:off x="1892594" y="5840077"/>
            <a:ext cx="917952" cy="836637"/>
            <a:chOff x="1892594" y="5840077"/>
            <a:chExt cx="917952" cy="836637"/>
          </a:xfrm>
        </p:grpSpPr>
        <p:grpSp>
          <p:nvGrpSpPr>
            <p:cNvPr id="61" name="Group 60">
              <a:extLst>
                <a:ext uri="{FF2B5EF4-FFF2-40B4-BE49-F238E27FC236}">
                  <a16:creationId xmlns:a16="http://schemas.microsoft.com/office/drawing/2014/main" id="{F12DF147-6989-C541-A8AB-2BC8F02BFF58}"/>
                </a:ext>
              </a:extLst>
            </p:cNvPr>
            <p:cNvGrpSpPr/>
            <p:nvPr/>
          </p:nvGrpSpPr>
          <p:grpSpPr>
            <a:xfrm>
              <a:off x="1892594" y="5840077"/>
              <a:ext cx="917952" cy="836637"/>
              <a:chOff x="543660" y="2163977"/>
              <a:chExt cx="917952" cy="836637"/>
            </a:xfrm>
          </p:grpSpPr>
          <p:sp>
            <p:nvSpPr>
              <p:cNvPr id="60" name="Oval 59">
                <a:extLst>
                  <a:ext uri="{FF2B5EF4-FFF2-40B4-BE49-F238E27FC236}">
                    <a16:creationId xmlns:a16="http://schemas.microsoft.com/office/drawing/2014/main"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xmlns:a16="http://schemas.microsoft.com/office/drawing/2014/main"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xmlns:a16="http://schemas.microsoft.com/office/drawing/2014/main"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xmlns:a16="http://schemas.microsoft.com/office/drawing/2014/main"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xmlns:a16="http://schemas.microsoft.com/office/drawing/2014/main"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xmlns:a16="http://schemas.microsoft.com/office/drawing/2014/main"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9" name="Oval 118">
              <a:extLst>
                <a:ext uri="{FF2B5EF4-FFF2-40B4-BE49-F238E27FC236}">
                  <a16:creationId xmlns:a16="http://schemas.microsoft.com/office/drawing/2014/main" id="{44550DB1-6531-E941-8560-386938DA4915}"/>
                </a:ext>
              </a:extLst>
            </p:cNvPr>
            <p:cNvSpPr>
              <a:spLocks noChangeAspect="1"/>
            </p:cNvSpPr>
            <p:nvPr/>
          </p:nvSpPr>
          <p:spPr>
            <a:xfrm>
              <a:off x="2198772" y="6108198"/>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 name="Group 5">
            <a:extLst>
              <a:ext uri="{FF2B5EF4-FFF2-40B4-BE49-F238E27FC236}">
                <a16:creationId xmlns:a16="http://schemas.microsoft.com/office/drawing/2014/main" id="{F204798C-27BE-8C40-80CE-DF6B2AEC9242}"/>
              </a:ext>
            </a:extLst>
          </p:cNvPr>
          <p:cNvGrpSpPr/>
          <p:nvPr/>
        </p:nvGrpSpPr>
        <p:grpSpPr>
          <a:xfrm>
            <a:off x="3761102" y="2776589"/>
            <a:ext cx="917709" cy="836637"/>
            <a:chOff x="3761102" y="2776589"/>
            <a:chExt cx="917709" cy="836637"/>
          </a:xfrm>
        </p:grpSpPr>
        <p:grpSp>
          <p:nvGrpSpPr>
            <p:cNvPr id="43" name="Group 42">
              <a:extLst>
                <a:ext uri="{FF2B5EF4-FFF2-40B4-BE49-F238E27FC236}">
                  <a16:creationId xmlns:a16="http://schemas.microsoft.com/office/drawing/2014/main" id="{A118C2B9-7D34-6940-813F-3AE7959B6A83}"/>
                </a:ext>
              </a:extLst>
            </p:cNvPr>
            <p:cNvGrpSpPr/>
            <p:nvPr/>
          </p:nvGrpSpPr>
          <p:grpSpPr>
            <a:xfrm flipH="1">
              <a:off x="3761102" y="2776589"/>
              <a:ext cx="917709" cy="836637"/>
              <a:chOff x="2637056" y="2170327"/>
              <a:chExt cx="917709" cy="836637"/>
            </a:xfrm>
          </p:grpSpPr>
          <p:sp>
            <p:nvSpPr>
              <p:cNvPr id="42" name="Oval 41">
                <a:extLst>
                  <a:ext uri="{FF2B5EF4-FFF2-40B4-BE49-F238E27FC236}">
                    <a16:creationId xmlns:a16="http://schemas.microsoft.com/office/drawing/2014/main"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xmlns:a16="http://schemas.microsoft.com/office/drawing/2014/main"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xmlns:a16="http://schemas.microsoft.com/office/drawing/2014/main"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xmlns:a16="http://schemas.microsoft.com/office/drawing/2014/main"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xmlns:a16="http://schemas.microsoft.com/office/drawing/2014/main"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xmlns:a16="http://schemas.microsoft.com/office/drawing/2014/main"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1" name="Oval 120">
              <a:extLst>
                <a:ext uri="{FF2B5EF4-FFF2-40B4-BE49-F238E27FC236}">
                  <a16:creationId xmlns:a16="http://schemas.microsoft.com/office/drawing/2014/main" id="{BDFCA414-1231-C04F-80E1-7727D9F792E4}"/>
                </a:ext>
              </a:extLst>
            </p:cNvPr>
            <p:cNvSpPr>
              <a:spLocks noChangeAspect="1"/>
            </p:cNvSpPr>
            <p:nvPr/>
          </p:nvSpPr>
          <p:spPr>
            <a:xfrm>
              <a:off x="4065902" y="3040920"/>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2" name="Oval 121">
            <a:extLst>
              <a:ext uri="{FF2B5EF4-FFF2-40B4-BE49-F238E27FC236}">
                <a16:creationId xmlns:a16="http://schemas.microsoft.com/office/drawing/2014/main" id="{7BCB58C0-58AB-8546-BC8C-B62540D582E4}"/>
              </a:ext>
            </a:extLst>
          </p:cNvPr>
          <p:cNvSpPr>
            <a:spLocks noChangeAspect="1"/>
          </p:cNvSpPr>
          <p:nvPr/>
        </p:nvSpPr>
        <p:spPr>
          <a:xfrm>
            <a:off x="6003935" y="259907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4" name="Oval 123">
            <a:extLst>
              <a:ext uri="{FF2B5EF4-FFF2-40B4-BE49-F238E27FC236}">
                <a16:creationId xmlns:a16="http://schemas.microsoft.com/office/drawing/2014/main" id="{89342A46-87C2-4740-B036-F9CCF1B0BC8F}"/>
              </a:ext>
            </a:extLst>
          </p:cNvPr>
          <p:cNvSpPr>
            <a:spLocks noChangeAspect="1"/>
          </p:cNvSpPr>
          <p:nvPr/>
        </p:nvSpPr>
        <p:spPr>
          <a:xfrm>
            <a:off x="7855903" y="2996438"/>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9" name="Oval 128">
            <a:extLst>
              <a:ext uri="{FF2B5EF4-FFF2-40B4-BE49-F238E27FC236}">
                <a16:creationId xmlns:a16="http://schemas.microsoft.com/office/drawing/2014/main" id="{C0372CEB-C73B-7C46-8108-01EE51BC606A}"/>
              </a:ext>
            </a:extLst>
          </p:cNvPr>
          <p:cNvSpPr>
            <a:spLocks noChangeAspect="1"/>
          </p:cNvSpPr>
          <p:nvPr/>
        </p:nvSpPr>
        <p:spPr>
          <a:xfrm>
            <a:off x="9688010" y="611807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7" name="Group 6">
            <a:extLst>
              <a:ext uri="{FF2B5EF4-FFF2-40B4-BE49-F238E27FC236}">
                <a16:creationId xmlns:a16="http://schemas.microsoft.com/office/drawing/2014/main" id="{D3388E44-4456-1E4F-9B7D-234611214F71}"/>
              </a:ext>
            </a:extLst>
          </p:cNvPr>
          <p:cNvGrpSpPr/>
          <p:nvPr/>
        </p:nvGrpSpPr>
        <p:grpSpPr>
          <a:xfrm>
            <a:off x="8942539" y="4146849"/>
            <a:ext cx="917709" cy="834410"/>
            <a:chOff x="8942539" y="4146849"/>
            <a:chExt cx="917709" cy="834410"/>
          </a:xfrm>
        </p:grpSpPr>
        <p:grpSp>
          <p:nvGrpSpPr>
            <p:cNvPr id="73" name="Group 72">
              <a:extLst>
                <a:ext uri="{FF2B5EF4-FFF2-40B4-BE49-F238E27FC236}">
                  <a16:creationId xmlns:a16="http://schemas.microsoft.com/office/drawing/2014/main" id="{22DF8984-FCBC-C34F-94D2-222BA27E89BF}"/>
                </a:ext>
              </a:extLst>
            </p:cNvPr>
            <p:cNvGrpSpPr/>
            <p:nvPr/>
          </p:nvGrpSpPr>
          <p:grpSpPr>
            <a:xfrm>
              <a:off x="8942539" y="4146849"/>
              <a:ext cx="917709" cy="834410"/>
              <a:chOff x="1744881" y="933357"/>
              <a:chExt cx="917709" cy="834410"/>
            </a:xfrm>
          </p:grpSpPr>
          <p:sp>
            <p:nvSpPr>
              <p:cNvPr id="72" name="Oval 71">
                <a:extLst>
                  <a:ext uri="{FF2B5EF4-FFF2-40B4-BE49-F238E27FC236}">
                    <a16:creationId xmlns:a16="http://schemas.microsoft.com/office/drawing/2014/main"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xmlns:a16="http://schemas.microsoft.com/office/drawing/2014/main"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xmlns:a16="http://schemas.microsoft.com/office/drawing/2014/main"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xmlns:a16="http://schemas.microsoft.com/office/drawing/2014/main"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xmlns:a16="http://schemas.microsoft.com/office/drawing/2014/main"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xmlns:a16="http://schemas.microsoft.com/office/drawing/2014/main"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0" name="Oval 129">
              <a:extLst>
                <a:ext uri="{FF2B5EF4-FFF2-40B4-BE49-F238E27FC236}">
                  <a16:creationId xmlns:a16="http://schemas.microsoft.com/office/drawing/2014/main" id="{AC4E0561-98C8-EC44-B118-588CA5AFE903}"/>
                </a:ext>
              </a:extLst>
            </p:cNvPr>
            <p:cNvSpPr>
              <a:spLocks noChangeAspect="1"/>
            </p:cNvSpPr>
            <p:nvPr/>
          </p:nvSpPr>
          <p:spPr>
            <a:xfrm>
              <a:off x="9247448" y="4413239"/>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1" name="Oval 130">
            <a:extLst>
              <a:ext uri="{FF2B5EF4-FFF2-40B4-BE49-F238E27FC236}">
                <a16:creationId xmlns:a16="http://schemas.microsoft.com/office/drawing/2014/main" id="{090A0C34-2F72-454B-BF29-9A58E98E7708}"/>
              </a:ext>
            </a:extLst>
          </p:cNvPr>
          <p:cNvSpPr>
            <a:spLocks noChangeAspect="1"/>
          </p:cNvSpPr>
          <p:nvPr/>
        </p:nvSpPr>
        <p:spPr>
          <a:xfrm>
            <a:off x="2699934" y="61037"/>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63602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99E525B2-85EB-994C-BBE9-8BB64FA0A52B}"/>
              </a:ext>
            </a:extLst>
          </p:cNvPr>
          <p:cNvGrpSpPr/>
          <p:nvPr/>
        </p:nvGrpSpPr>
        <p:grpSpPr>
          <a:xfrm>
            <a:off x="2916111" y="3258321"/>
            <a:ext cx="6441583" cy="5719554"/>
            <a:chOff x="5794563" y="713422"/>
            <a:chExt cx="6441583" cy="5719554"/>
          </a:xfrm>
        </p:grpSpPr>
        <p:grpSp>
          <p:nvGrpSpPr>
            <p:cNvPr id="84" name="Group 83">
              <a:extLst>
                <a:ext uri="{FF2B5EF4-FFF2-40B4-BE49-F238E27FC236}">
                  <a16:creationId xmlns:a16="http://schemas.microsoft.com/office/drawing/2014/main"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xmlns:a16="http://schemas.microsoft.com/office/drawing/2014/main"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xmlns:a16="http://schemas.microsoft.com/office/drawing/2014/main"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xmlns:a16="http://schemas.microsoft.com/office/drawing/2014/main"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xmlns:a16="http://schemas.microsoft.com/office/drawing/2014/main"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xmlns:a16="http://schemas.microsoft.com/office/drawing/2014/main"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xmlns:a16="http://schemas.microsoft.com/office/drawing/2014/main"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xmlns:a16="http://schemas.microsoft.com/office/drawing/2014/main"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xmlns:a16="http://schemas.microsoft.com/office/drawing/2014/main"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xmlns:a16="http://schemas.microsoft.com/office/drawing/2014/main"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xmlns:a16="http://schemas.microsoft.com/office/drawing/2014/main"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xmlns:a16="http://schemas.microsoft.com/office/drawing/2014/main"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xmlns:a16="http://schemas.microsoft.com/office/drawing/2014/main"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xmlns:a16="http://schemas.microsoft.com/office/drawing/2014/main"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xmlns:a16="http://schemas.microsoft.com/office/drawing/2014/main"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52" name="Group 51">
            <a:extLst>
              <a:ext uri="{FF2B5EF4-FFF2-40B4-BE49-F238E27FC236}">
                <a16:creationId xmlns:a16="http://schemas.microsoft.com/office/drawing/2014/main" id="{743C92F1-4683-FF44-BF1A-BCC23D417A52}"/>
              </a:ext>
            </a:extLst>
          </p:cNvPr>
          <p:cNvGrpSpPr/>
          <p:nvPr/>
        </p:nvGrpSpPr>
        <p:grpSpPr>
          <a:xfrm flipH="1">
            <a:off x="2282354" y="4085485"/>
            <a:ext cx="917952" cy="836637"/>
            <a:chOff x="1741748" y="2163977"/>
            <a:chExt cx="917952" cy="836637"/>
          </a:xfrm>
        </p:grpSpPr>
        <p:sp>
          <p:nvSpPr>
            <p:cNvPr id="51" name="Oval 50">
              <a:extLst>
                <a:ext uri="{FF2B5EF4-FFF2-40B4-BE49-F238E27FC236}">
                  <a16:creationId xmlns:a16="http://schemas.microsoft.com/office/drawing/2014/main"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xmlns:a16="http://schemas.microsoft.com/office/drawing/2014/main"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xmlns:a16="http://schemas.microsoft.com/office/drawing/2014/main"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xmlns:a16="http://schemas.microsoft.com/office/drawing/2014/main"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xmlns:a16="http://schemas.microsoft.com/office/drawing/2014/main"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xmlns:a16="http://schemas.microsoft.com/office/drawing/2014/main"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4" name="Group 63">
            <a:extLst>
              <a:ext uri="{FF2B5EF4-FFF2-40B4-BE49-F238E27FC236}">
                <a16:creationId xmlns:a16="http://schemas.microsoft.com/office/drawing/2014/main" id="{7E631016-DA58-9A49-8978-806A0543A4FF}"/>
              </a:ext>
            </a:extLst>
          </p:cNvPr>
          <p:cNvGrpSpPr/>
          <p:nvPr/>
        </p:nvGrpSpPr>
        <p:grpSpPr>
          <a:xfrm flipH="1">
            <a:off x="7550885" y="2732107"/>
            <a:ext cx="917709" cy="834410"/>
            <a:chOff x="1744881" y="933357"/>
            <a:chExt cx="917709" cy="834410"/>
          </a:xfrm>
        </p:grpSpPr>
        <p:sp>
          <p:nvSpPr>
            <p:cNvPr id="65" name="Oval 64">
              <a:extLst>
                <a:ext uri="{FF2B5EF4-FFF2-40B4-BE49-F238E27FC236}">
                  <a16:creationId xmlns:a16="http://schemas.microsoft.com/office/drawing/2014/main"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xmlns:a16="http://schemas.microsoft.com/office/drawing/2014/main"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xmlns:a16="http://schemas.microsoft.com/office/drawing/2014/main"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xmlns:a16="http://schemas.microsoft.com/office/drawing/2014/main"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xmlns:a16="http://schemas.microsoft.com/office/drawing/2014/main"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xmlns:a16="http://schemas.microsoft.com/office/drawing/2014/main"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2" name="Group 81">
            <a:extLst>
              <a:ext uri="{FF2B5EF4-FFF2-40B4-BE49-F238E27FC236}">
                <a16:creationId xmlns:a16="http://schemas.microsoft.com/office/drawing/2014/main" id="{339A6D75-EC3E-1A48-AD7B-05512EE10234}"/>
              </a:ext>
            </a:extLst>
          </p:cNvPr>
          <p:cNvGrpSpPr/>
          <p:nvPr/>
        </p:nvGrpSpPr>
        <p:grpSpPr>
          <a:xfrm>
            <a:off x="9381696" y="5850565"/>
            <a:ext cx="917709" cy="834410"/>
            <a:chOff x="2303867" y="2030011"/>
            <a:chExt cx="917709" cy="834410"/>
          </a:xfrm>
        </p:grpSpPr>
        <p:sp>
          <p:nvSpPr>
            <p:cNvPr id="81" name="Oval 80">
              <a:extLst>
                <a:ext uri="{FF2B5EF4-FFF2-40B4-BE49-F238E27FC236}">
                  <a16:creationId xmlns:a16="http://schemas.microsoft.com/office/drawing/2014/main"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xmlns:a16="http://schemas.microsoft.com/office/drawing/2014/main"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xmlns:a16="http://schemas.microsoft.com/office/drawing/2014/main"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xmlns:a16="http://schemas.microsoft.com/office/drawing/2014/main"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xmlns:a16="http://schemas.microsoft.com/office/drawing/2014/main"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xmlns:a16="http://schemas.microsoft.com/office/drawing/2014/main"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xmlns:a16="http://schemas.microsoft.com/office/drawing/2014/main" id="{1393166F-73EA-5946-BE35-4B6A32B5D6B2}"/>
              </a:ext>
            </a:extLst>
          </p:cNvPr>
          <p:cNvSpPr/>
          <p:nvPr/>
        </p:nvSpPr>
        <p:spPr>
          <a:xfrm>
            <a:off x="3836247" y="3956619"/>
            <a:ext cx="4663440" cy="4663440"/>
          </a:xfrm>
          <a:prstGeom prst="arc">
            <a:avLst>
              <a:gd name="adj1" fmla="val 9906466"/>
              <a:gd name="adj2" fmla="val 866525"/>
            </a:avLst>
          </a:prstGeom>
          <a:ln w="184150">
            <a:gradFill flip="none" rotWithShape="1">
              <a:gsLst>
                <a:gs pos="0">
                  <a:srgbClr val="0070C0">
                    <a:lumMod val="100000"/>
                  </a:srgbClr>
                </a:gs>
                <a:gs pos="100000">
                  <a:srgbClr val="FF0000"/>
                </a:gs>
              </a:gsLst>
              <a:lin ang="0" scaled="1"/>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DDC3C1AC-7047-034A-B283-7E20F02DAE53}"/>
              </a:ext>
            </a:extLst>
          </p:cNvPr>
          <p:cNvSpPr txBox="1"/>
          <p:nvPr/>
        </p:nvSpPr>
        <p:spPr>
          <a:xfrm>
            <a:off x="266330" y="292963"/>
            <a:ext cx="4572662" cy="369332"/>
          </a:xfrm>
          <a:prstGeom prst="rect">
            <a:avLst/>
          </a:prstGeom>
          <a:noFill/>
        </p:spPr>
        <p:txBody>
          <a:bodyPr wrap="none" rtlCol="0">
            <a:spAutoFit/>
          </a:bodyPr>
          <a:lstStyle/>
          <a:p>
            <a:r>
              <a:rPr lang="en-US" dirty="0"/>
              <a:t>Left-Handed Couplings with Pro-Noether cores.</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6A019608-5E36-9145-BD75-BAFCCC8DBF26}"/>
                  </a:ext>
                </a:extLst>
              </p:cNvPr>
              <p:cNvSpPr txBox="1"/>
              <p:nvPr/>
            </p:nvSpPr>
            <p:spPr>
              <a:xfrm>
                <a:off x="990555" y="6154243"/>
                <a:ext cx="23224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rPr>
                          </m:ctrlPr>
                        </m:sSubSupPr>
                        <m:e>
                          <m:r>
                            <a:rPr lang="en-US" sz="1400" b="0" i="1" smtClean="0">
                              <a:solidFill>
                                <a:srgbClr val="0070C0"/>
                              </a:solidFill>
                              <a:latin typeface="Cambria Math" panose="02040503050406030204" pitchFamily="18" charset="0"/>
                              <a:ea typeface="Cambria Math" panose="02040503050406030204" pitchFamily="18" charset="0"/>
                            </a:rPr>
                            <m:t>𝑒</m:t>
                          </m:r>
                        </m:e>
                        <m:sub>
                          <m:r>
                            <a:rPr lang="en-US" sz="1400" i="1">
                              <a:solidFill>
                                <a:srgbClr val="0070C0"/>
                              </a:solidFill>
                              <a:latin typeface="Cambria Math" panose="02040503050406030204" pitchFamily="18" charset="0"/>
                            </a:rPr>
                            <m:t> </m:t>
                          </m:r>
                        </m:sub>
                        <m:sup>
                          <m:r>
                            <a:rPr lang="en-US" sz="1400" b="0" i="1" smtClean="0">
                              <a:solidFill>
                                <a:srgbClr val="0070C0"/>
                              </a:solidFill>
                              <a:latin typeface="Cambria Math" panose="02040503050406030204" pitchFamily="18" charset="0"/>
                            </a:rPr>
                            <m:t>𝐿</m:t>
                          </m:r>
                        </m:sup>
                      </m:sSubSup>
                    </m:oMath>
                  </m:oMathPara>
                </a1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91" name="TextBox 90">
                <a:extLst>
                  <a:ext uri="{FF2B5EF4-FFF2-40B4-BE49-F238E27FC236}">
                    <a16:creationId xmlns:a16="http://schemas.microsoft.com/office/drawing/2014/main" id="{6A019608-5E36-9145-BD75-BAFCCC8DBF26}"/>
                  </a:ext>
                </a:extLst>
              </p:cNvPr>
              <p:cNvSpPr txBox="1">
                <a:spLocks noRot="1" noChangeAspect="1" noMove="1" noResize="1" noEditPoints="1" noAdjustHandles="1" noChangeArrowheads="1" noChangeShapeType="1" noTextEdit="1"/>
              </p:cNvSpPr>
              <p:nvPr/>
            </p:nvSpPr>
            <p:spPr>
              <a:xfrm>
                <a:off x="990555" y="6154243"/>
                <a:ext cx="232243" cy="215444"/>
              </a:xfrm>
              <a:prstGeom prst="rect">
                <a:avLst/>
              </a:prstGeom>
              <a:blipFill>
                <a:blip r:embed="rId3"/>
                <a:stretch>
                  <a:fillRect l="-5000"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9F688C93-2F2F-6943-832D-0F3DC5DFB44F}"/>
                  </a:ext>
                </a:extLst>
              </p:cNvPr>
              <p:cNvSpPr txBox="1"/>
              <p:nvPr/>
            </p:nvSpPr>
            <p:spPr>
              <a:xfrm>
                <a:off x="1306003" y="6144877"/>
                <a:ext cx="23538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rPr>
                          </m:ctrlPr>
                        </m:sSubSupPr>
                        <m:e>
                          <m:r>
                            <a:rPr lang="en-US" sz="1400" i="1">
                              <a:solidFill>
                                <a:srgbClr val="0070C0"/>
                              </a:solidFill>
                              <a:latin typeface="Cambria Math" panose="02040503050406030204" pitchFamily="18" charset="0"/>
                              <a:ea typeface="Cambria Math" panose="02040503050406030204" pitchFamily="18" charset="0"/>
                            </a:rPr>
                            <m:t>𝜇</m:t>
                          </m:r>
                        </m:e>
                        <m:sub>
                          <m:r>
                            <a:rPr lang="en-US" sz="1400" i="1">
                              <a:solidFill>
                                <a:srgbClr val="0070C0"/>
                              </a:solidFill>
                              <a:latin typeface="Cambria Math" panose="02040503050406030204" pitchFamily="18" charset="0"/>
                            </a:rPr>
                            <m:t> </m:t>
                          </m:r>
                        </m:sub>
                        <m:sup>
                          <m:r>
                            <a:rPr lang="en-US" sz="1400" b="0" i="1" smtClean="0">
                              <a:solidFill>
                                <a:srgbClr val="0070C0"/>
                              </a:solidFill>
                              <a:latin typeface="Cambria Math" panose="02040503050406030204" pitchFamily="18" charset="0"/>
                            </a:rPr>
                            <m:t>𝐿</m:t>
                          </m:r>
                        </m:sup>
                      </m:sSubSup>
                    </m:oMath>
                  </m:oMathPara>
                </a1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92" name="TextBox 91">
                <a:extLst>
                  <a:ext uri="{FF2B5EF4-FFF2-40B4-BE49-F238E27FC236}">
                    <a16:creationId xmlns:a16="http://schemas.microsoft.com/office/drawing/2014/main" id="{9F688C93-2F2F-6943-832D-0F3DC5DFB44F}"/>
                  </a:ext>
                </a:extLst>
              </p:cNvPr>
              <p:cNvSpPr txBox="1">
                <a:spLocks noRot="1" noChangeAspect="1" noMove="1" noResize="1" noEditPoints="1" noAdjustHandles="1" noChangeArrowheads="1" noChangeShapeType="1" noTextEdit="1"/>
              </p:cNvSpPr>
              <p:nvPr/>
            </p:nvSpPr>
            <p:spPr>
              <a:xfrm>
                <a:off x="1306003" y="6144877"/>
                <a:ext cx="235384" cy="215444"/>
              </a:xfrm>
              <a:prstGeom prst="rect">
                <a:avLst/>
              </a:prstGeom>
              <a:blipFill>
                <a:blip r:embed="rId4"/>
                <a:stretch>
                  <a:fillRect l="-15000" b="-4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B1EF0EB-A730-8B43-8DDB-47CBA316ABDD}"/>
                  </a:ext>
                </a:extLst>
              </p:cNvPr>
              <p:cNvSpPr txBox="1"/>
              <p:nvPr/>
            </p:nvSpPr>
            <p:spPr>
              <a:xfrm>
                <a:off x="1578013" y="6144877"/>
                <a:ext cx="2245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rPr>
                          </m:ctrlPr>
                        </m:sSubSupPr>
                        <m:e>
                          <m:r>
                            <a:rPr lang="en-US" sz="1400" i="1">
                              <a:solidFill>
                                <a:srgbClr val="0070C0"/>
                              </a:solidFill>
                              <a:latin typeface="Cambria Math" panose="02040503050406030204" pitchFamily="18" charset="0"/>
                              <a:ea typeface="Cambria Math" panose="02040503050406030204" pitchFamily="18" charset="0"/>
                            </a:rPr>
                            <m:t>𝜏</m:t>
                          </m:r>
                        </m:e>
                        <m:sub>
                          <m:r>
                            <a:rPr lang="en-US" sz="1400" i="1">
                              <a:solidFill>
                                <a:srgbClr val="0070C0"/>
                              </a:solidFill>
                              <a:latin typeface="Cambria Math" panose="02040503050406030204" pitchFamily="18" charset="0"/>
                            </a:rPr>
                            <m:t> </m:t>
                          </m:r>
                        </m:sub>
                        <m:sup>
                          <m:r>
                            <a:rPr lang="en-US" sz="1400" b="0" i="1" smtClean="0">
                              <a:solidFill>
                                <a:srgbClr val="0070C0"/>
                              </a:solidFill>
                              <a:latin typeface="Cambria Math" panose="02040503050406030204" pitchFamily="18" charset="0"/>
                            </a:rPr>
                            <m:t>𝐿</m:t>
                          </m:r>
                        </m:sup>
                      </m:sSubSup>
                    </m:oMath>
                  </m:oMathPara>
                </a1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93" name="TextBox 92">
                <a:extLst>
                  <a:ext uri="{FF2B5EF4-FFF2-40B4-BE49-F238E27FC236}">
                    <a16:creationId xmlns:a16="http://schemas.microsoft.com/office/drawing/2014/main" id="{5B1EF0EB-A730-8B43-8DDB-47CBA316ABDD}"/>
                  </a:ext>
                </a:extLst>
              </p:cNvPr>
              <p:cNvSpPr txBox="1">
                <a:spLocks noRot="1" noChangeAspect="1" noMove="1" noResize="1" noEditPoints="1" noAdjustHandles="1" noChangeArrowheads="1" noChangeShapeType="1" noTextEdit="1"/>
              </p:cNvSpPr>
              <p:nvPr/>
            </p:nvSpPr>
            <p:spPr>
              <a:xfrm>
                <a:off x="1578013" y="6144877"/>
                <a:ext cx="224549" cy="215444"/>
              </a:xfrm>
              <a:prstGeom prst="rect">
                <a:avLst/>
              </a:prstGeom>
              <a:blipFill>
                <a:blip r:embed="rId5"/>
                <a:stretch>
                  <a:fillRect l="-10526" b="-4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DF76C8A4-261C-D049-9493-F5072B5E0B21}"/>
                  </a:ext>
                </a:extLst>
              </p:cNvPr>
              <p:cNvSpPr txBox="1"/>
              <p:nvPr/>
            </p:nvSpPr>
            <p:spPr>
              <a:xfrm flipH="1">
                <a:off x="9794537" y="4171293"/>
                <a:ext cx="2133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𝑡</m:t>
                          </m:r>
                        </m:e>
                        <m:sub>
                          <m:r>
                            <a:rPr lang="en-US" sz="1400" i="1">
                              <a:solidFill>
                                <a:srgbClr val="FF0000"/>
                              </a:solidFill>
                              <a:latin typeface="Cambria Math" panose="02040503050406030204" pitchFamily="18" charset="0"/>
                            </a:rPr>
                            <m:t> </m:t>
                          </m:r>
                        </m:sub>
                        <m:sup>
                          <m:r>
                            <a:rPr lang="en-US" sz="1400" i="1">
                              <a:solidFill>
                                <a:srgbClr val="FF0000"/>
                              </a:solidFill>
                              <a:latin typeface="Cambria Math" panose="02040503050406030204" pitchFamily="18" charset="0"/>
                            </a:rPr>
                            <m:t>𝐿</m:t>
                          </m:r>
                        </m:sup>
                      </m:sSubSup>
                    </m:oMath>
                  </m:oMathPara>
                </a14:m>
                <a:endParaRPr 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94" name="TextBox 93">
                <a:extLst>
                  <a:ext uri="{FF2B5EF4-FFF2-40B4-BE49-F238E27FC236}">
                    <a16:creationId xmlns:a16="http://schemas.microsoft.com/office/drawing/2014/main" id="{DF76C8A4-261C-D049-9493-F5072B5E0B21}"/>
                  </a:ext>
                </a:extLst>
              </p:cNvPr>
              <p:cNvSpPr txBox="1">
                <a:spLocks noRot="1" noChangeAspect="1" noMove="1" noResize="1" noEditPoints="1" noAdjustHandles="1" noChangeArrowheads="1" noChangeShapeType="1" noTextEdit="1"/>
              </p:cNvSpPr>
              <p:nvPr/>
            </p:nvSpPr>
            <p:spPr>
              <a:xfrm flipH="1">
                <a:off x="9794537" y="4171293"/>
                <a:ext cx="213392" cy="215444"/>
              </a:xfrm>
              <a:prstGeom prst="rect">
                <a:avLst/>
              </a:prstGeom>
              <a:blipFill>
                <a:blip r:embed="rId6"/>
                <a:stretch>
                  <a:fillRect l="-16667"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FF9B78E6-147D-EF47-A07D-643828C86333}"/>
                  </a:ext>
                </a:extLst>
              </p:cNvPr>
              <p:cNvSpPr txBox="1"/>
              <p:nvPr/>
            </p:nvSpPr>
            <p:spPr>
              <a:xfrm flipH="1">
                <a:off x="10005281" y="3977763"/>
                <a:ext cx="22493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rPr>
                          </m:ctrlPr>
                        </m:sSubSupPr>
                        <m:e>
                          <m:r>
                            <a:rPr lang="en-US" sz="1400" i="1">
                              <a:solidFill>
                                <a:srgbClr val="FF0000"/>
                              </a:solidFill>
                              <a:latin typeface="Cambria Math" panose="02040503050406030204" pitchFamily="18" charset="0"/>
                            </a:rPr>
                            <m:t>𝑐</m:t>
                          </m:r>
                        </m:e>
                        <m:sub>
                          <m:r>
                            <a:rPr lang="en-US" sz="1400" i="1">
                              <a:solidFill>
                                <a:srgbClr val="FF0000"/>
                              </a:solidFill>
                              <a:latin typeface="Cambria Math" panose="02040503050406030204" pitchFamily="18" charset="0"/>
                            </a:rPr>
                            <m:t> </m:t>
                          </m:r>
                        </m:sub>
                        <m:sup>
                          <m:r>
                            <a:rPr lang="en-US" sz="1400" i="1">
                              <a:solidFill>
                                <a:srgbClr val="FF0000"/>
                              </a:solidFill>
                              <a:latin typeface="Cambria Math" panose="02040503050406030204" pitchFamily="18" charset="0"/>
                            </a:rPr>
                            <m:t>𝐿</m:t>
                          </m:r>
                        </m:sup>
                      </m:sSubSup>
                    </m:oMath>
                  </m:oMathPara>
                </a14:m>
                <a:endParaRPr 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05" name="TextBox 104">
                <a:extLst>
                  <a:ext uri="{FF2B5EF4-FFF2-40B4-BE49-F238E27FC236}">
                    <a16:creationId xmlns:a16="http://schemas.microsoft.com/office/drawing/2014/main" id="{FF9B78E6-147D-EF47-A07D-643828C86333}"/>
                  </a:ext>
                </a:extLst>
              </p:cNvPr>
              <p:cNvSpPr txBox="1">
                <a:spLocks noRot="1" noChangeAspect="1" noMove="1" noResize="1" noEditPoints="1" noAdjustHandles="1" noChangeArrowheads="1" noChangeShapeType="1" noTextEdit="1"/>
              </p:cNvSpPr>
              <p:nvPr/>
            </p:nvSpPr>
            <p:spPr>
              <a:xfrm flipH="1">
                <a:off x="10005281" y="3977763"/>
                <a:ext cx="224933" cy="215444"/>
              </a:xfrm>
              <a:prstGeom prst="rect">
                <a:avLst/>
              </a:prstGeom>
              <a:blipFill>
                <a:blip r:embed="rId7"/>
                <a:stretch>
                  <a:fillRect l="-5263"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5EB61298-610D-CC47-8206-ED08240F0906}"/>
                  </a:ext>
                </a:extLst>
              </p:cNvPr>
              <p:cNvSpPr txBox="1"/>
              <p:nvPr/>
            </p:nvSpPr>
            <p:spPr>
              <a:xfrm flipH="1">
                <a:off x="10232016" y="3819954"/>
                <a:ext cx="23993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rPr>
                          </m:ctrlPr>
                        </m:sSubSupPr>
                        <m:e>
                          <m:r>
                            <a:rPr lang="en-US" sz="1400" b="0" i="1" smtClean="0">
                              <a:solidFill>
                                <a:srgbClr val="FF0000"/>
                              </a:solidFill>
                              <a:latin typeface="Cambria Math" panose="02040503050406030204" pitchFamily="18" charset="0"/>
                            </a:rPr>
                            <m:t>𝑢</m:t>
                          </m:r>
                        </m:e>
                        <m:sub>
                          <m:r>
                            <a:rPr lang="en-US" sz="1400" i="1">
                              <a:solidFill>
                                <a:srgbClr val="FF0000"/>
                              </a:solidFill>
                              <a:latin typeface="Cambria Math" panose="02040503050406030204" pitchFamily="18" charset="0"/>
                            </a:rPr>
                            <m:t> </m:t>
                          </m:r>
                        </m:sub>
                        <m:sup>
                          <m:r>
                            <a:rPr lang="en-US" sz="1400" i="1">
                              <a:solidFill>
                                <a:srgbClr val="FF0000"/>
                              </a:solidFill>
                              <a:latin typeface="Cambria Math" panose="02040503050406030204" pitchFamily="18" charset="0"/>
                            </a:rPr>
                            <m:t>𝐿</m:t>
                          </m:r>
                        </m:sup>
                      </m:sSubSup>
                    </m:oMath>
                  </m:oMathPara>
                </a14:m>
                <a:endParaRPr 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07" name="TextBox 106">
                <a:extLst>
                  <a:ext uri="{FF2B5EF4-FFF2-40B4-BE49-F238E27FC236}">
                    <a16:creationId xmlns:a16="http://schemas.microsoft.com/office/drawing/2014/main" id="{5EB61298-610D-CC47-8206-ED08240F0906}"/>
                  </a:ext>
                </a:extLst>
              </p:cNvPr>
              <p:cNvSpPr txBox="1">
                <a:spLocks noRot="1" noChangeAspect="1" noMove="1" noResize="1" noEditPoints="1" noAdjustHandles="1" noChangeArrowheads="1" noChangeShapeType="1" noTextEdit="1"/>
              </p:cNvSpPr>
              <p:nvPr/>
            </p:nvSpPr>
            <p:spPr>
              <a:xfrm flipH="1">
                <a:off x="10232016" y="3819954"/>
                <a:ext cx="239937" cy="215444"/>
              </a:xfrm>
              <a:prstGeom prst="rect">
                <a:avLst/>
              </a:prstGeom>
              <a:blipFill>
                <a:blip r:embed="rId8"/>
                <a:stretch>
                  <a:fillRect l="-5000" r="-5000"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108DD06D-49D0-3840-9181-FE37B8DC9718}"/>
                  </a:ext>
                </a:extLst>
              </p:cNvPr>
              <p:cNvSpPr txBox="1"/>
              <p:nvPr/>
            </p:nvSpPr>
            <p:spPr>
              <a:xfrm flipH="1">
                <a:off x="3217951" y="2302867"/>
                <a:ext cx="24269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rPr>
                          </m:ctrlPr>
                        </m:sSubSupPr>
                        <m:e>
                          <m:r>
                            <a:rPr lang="en-US" sz="1400" b="0" i="1" smtClean="0">
                              <a:solidFill>
                                <a:srgbClr val="0070C0"/>
                              </a:solidFill>
                              <a:latin typeface="Cambria Math" panose="02040503050406030204" pitchFamily="18" charset="0"/>
                            </a:rPr>
                            <m:t>𝑑</m:t>
                          </m:r>
                        </m:e>
                        <m:sub>
                          <m:r>
                            <a:rPr lang="en-US" sz="1400" i="1">
                              <a:solidFill>
                                <a:srgbClr val="0070C0"/>
                              </a:solidFill>
                              <a:latin typeface="Cambria Math" panose="02040503050406030204" pitchFamily="18" charset="0"/>
                            </a:rPr>
                            <m:t> </m:t>
                          </m:r>
                        </m:sub>
                        <m:sup>
                          <m:r>
                            <a:rPr lang="en-US" sz="1400" b="0" i="1" smtClean="0">
                              <a:solidFill>
                                <a:srgbClr val="0070C0"/>
                              </a:solidFill>
                              <a:latin typeface="Cambria Math" panose="02040503050406030204" pitchFamily="18" charset="0"/>
                            </a:rPr>
                            <m:t>𝐿</m:t>
                          </m:r>
                        </m:sup>
                      </m:sSubSup>
                    </m:oMath>
                  </m:oMathPara>
                </a1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08" name="TextBox 107">
                <a:extLst>
                  <a:ext uri="{FF2B5EF4-FFF2-40B4-BE49-F238E27FC236}">
                    <a16:creationId xmlns:a16="http://schemas.microsoft.com/office/drawing/2014/main" id="{108DD06D-49D0-3840-9181-FE37B8DC9718}"/>
                  </a:ext>
                </a:extLst>
              </p:cNvPr>
              <p:cNvSpPr txBox="1">
                <a:spLocks noRot="1" noChangeAspect="1" noMove="1" noResize="1" noEditPoints="1" noAdjustHandles="1" noChangeArrowheads="1" noChangeShapeType="1" noTextEdit="1"/>
              </p:cNvSpPr>
              <p:nvPr/>
            </p:nvSpPr>
            <p:spPr>
              <a:xfrm flipH="1">
                <a:off x="3217951" y="2302867"/>
                <a:ext cx="242695" cy="215444"/>
              </a:xfrm>
              <a:prstGeom prst="rect">
                <a:avLst/>
              </a:prstGeom>
              <a:blipFill>
                <a:blip r:embed="rId9"/>
                <a:stretch>
                  <a:fillRect l="-15000"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5EA998C7-7118-4842-95D2-EA4DFC60D12F}"/>
                  </a:ext>
                </a:extLst>
              </p:cNvPr>
              <p:cNvSpPr txBox="1"/>
              <p:nvPr/>
            </p:nvSpPr>
            <p:spPr>
              <a:xfrm flipH="1">
                <a:off x="3391465" y="2523247"/>
                <a:ext cx="22461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rPr>
                          </m:ctrlPr>
                        </m:sSubSupPr>
                        <m:e>
                          <m:r>
                            <a:rPr lang="en-US" sz="1400" b="0" i="1" smtClean="0">
                              <a:solidFill>
                                <a:srgbClr val="0070C0"/>
                              </a:solidFill>
                              <a:latin typeface="Cambria Math" panose="02040503050406030204" pitchFamily="18" charset="0"/>
                            </a:rPr>
                            <m:t>𝑠</m:t>
                          </m:r>
                        </m:e>
                        <m:sub>
                          <m:r>
                            <a:rPr lang="en-US" sz="1400" i="1">
                              <a:solidFill>
                                <a:srgbClr val="0070C0"/>
                              </a:solidFill>
                              <a:latin typeface="Cambria Math" panose="02040503050406030204" pitchFamily="18" charset="0"/>
                            </a:rPr>
                            <m:t> </m:t>
                          </m:r>
                        </m:sub>
                        <m:sup>
                          <m:r>
                            <a:rPr lang="en-US" sz="1400" b="0" i="1" smtClean="0">
                              <a:solidFill>
                                <a:srgbClr val="0070C0"/>
                              </a:solidFill>
                              <a:latin typeface="Cambria Math" panose="02040503050406030204" pitchFamily="18" charset="0"/>
                            </a:rPr>
                            <m:t>𝐿</m:t>
                          </m:r>
                        </m:sup>
                      </m:sSubSup>
                    </m:oMath>
                  </m:oMathPara>
                </a1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14" name="TextBox 113">
                <a:extLst>
                  <a:ext uri="{FF2B5EF4-FFF2-40B4-BE49-F238E27FC236}">
                    <a16:creationId xmlns:a16="http://schemas.microsoft.com/office/drawing/2014/main" id="{5EA998C7-7118-4842-95D2-EA4DFC60D12F}"/>
                  </a:ext>
                </a:extLst>
              </p:cNvPr>
              <p:cNvSpPr txBox="1">
                <a:spLocks noRot="1" noChangeAspect="1" noMove="1" noResize="1" noEditPoints="1" noAdjustHandles="1" noChangeArrowheads="1" noChangeShapeType="1" noTextEdit="1"/>
              </p:cNvSpPr>
              <p:nvPr/>
            </p:nvSpPr>
            <p:spPr>
              <a:xfrm flipH="1">
                <a:off x="3391465" y="2523247"/>
                <a:ext cx="224613" cy="215444"/>
              </a:xfrm>
              <a:prstGeom prst="rect">
                <a:avLst/>
              </a:prstGeom>
              <a:blipFill>
                <a:blip r:embed="rId10"/>
                <a:stretch>
                  <a:fillRect l="-5263" r="-5263" b="-4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C16D78B7-88DF-7649-8798-FB943D3D86A1}"/>
                  </a:ext>
                </a:extLst>
              </p:cNvPr>
              <p:cNvSpPr txBox="1"/>
              <p:nvPr/>
            </p:nvSpPr>
            <p:spPr>
              <a:xfrm flipH="1">
                <a:off x="3589525" y="2760561"/>
                <a:ext cx="23468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rPr>
                          </m:ctrlPr>
                        </m:sSubSupPr>
                        <m:e>
                          <m:r>
                            <a:rPr lang="en-US" sz="1400" i="1">
                              <a:solidFill>
                                <a:srgbClr val="0070C0"/>
                              </a:solidFill>
                              <a:latin typeface="Cambria Math" panose="02040503050406030204" pitchFamily="18" charset="0"/>
                            </a:rPr>
                            <m:t>𝑏</m:t>
                          </m:r>
                        </m:e>
                        <m:sub>
                          <m:r>
                            <a:rPr lang="en-US" sz="1400" i="1">
                              <a:solidFill>
                                <a:srgbClr val="0070C0"/>
                              </a:solidFill>
                              <a:latin typeface="Cambria Math" panose="02040503050406030204" pitchFamily="18" charset="0"/>
                            </a:rPr>
                            <m:t> </m:t>
                          </m:r>
                        </m:sub>
                        <m:sup>
                          <m:r>
                            <a:rPr lang="en-US" sz="1400" b="0" i="1" smtClean="0">
                              <a:solidFill>
                                <a:srgbClr val="0070C0"/>
                              </a:solidFill>
                              <a:latin typeface="Cambria Math" panose="02040503050406030204" pitchFamily="18" charset="0"/>
                            </a:rPr>
                            <m:t>𝐿</m:t>
                          </m:r>
                        </m:sup>
                      </m:sSubSup>
                    </m:oMath>
                  </m:oMathPara>
                </a14:m>
                <a:endParaRPr lang="en-US" sz="14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18" name="TextBox 117">
                <a:extLst>
                  <a:ext uri="{FF2B5EF4-FFF2-40B4-BE49-F238E27FC236}">
                    <a16:creationId xmlns:a16="http://schemas.microsoft.com/office/drawing/2014/main" id="{C16D78B7-88DF-7649-8798-FB943D3D86A1}"/>
                  </a:ext>
                </a:extLst>
              </p:cNvPr>
              <p:cNvSpPr txBox="1">
                <a:spLocks noRot="1" noChangeAspect="1" noMove="1" noResize="1" noEditPoints="1" noAdjustHandles="1" noChangeArrowheads="1" noChangeShapeType="1" noTextEdit="1"/>
              </p:cNvSpPr>
              <p:nvPr/>
            </p:nvSpPr>
            <p:spPr>
              <a:xfrm flipH="1">
                <a:off x="3589525" y="2760561"/>
                <a:ext cx="234680" cy="215444"/>
              </a:xfrm>
              <a:prstGeom prst="rect">
                <a:avLst/>
              </a:prstGeom>
              <a:blipFill>
                <a:blip r:embed="rId11"/>
                <a:stretch>
                  <a:fillRect l="-15789" r="-5263"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D8025E15-26DA-1943-964D-41A0799E8B42}"/>
                  </a:ext>
                </a:extLst>
              </p:cNvPr>
              <p:cNvSpPr txBox="1"/>
              <p:nvPr/>
            </p:nvSpPr>
            <p:spPr>
              <a:xfrm flipH="1">
                <a:off x="10351984" y="3364133"/>
                <a:ext cx="917302"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FF0000"/>
                          </a:solidFill>
                          <a:latin typeface="Cambria Math" panose="02040503050406030204" pitchFamily="18" charset="0"/>
                        </a:rPr>
                        <m:t>𝑻</m:t>
                      </m:r>
                      <m:r>
                        <a:rPr lang="en-US" sz="1400" b="1" i="1" baseline="-25000" smtClean="0">
                          <a:solidFill>
                            <a:srgbClr val="FF0000"/>
                          </a:solidFill>
                          <a:latin typeface="Cambria Math" panose="02040503050406030204" pitchFamily="18" charset="0"/>
                        </a:rPr>
                        <m:t>𝟑</m:t>
                      </m:r>
                      <m:r>
                        <a:rPr lang="en-US" sz="1400" b="1" i="1" smtClean="0">
                          <a:solidFill>
                            <a:srgbClr val="FF0000"/>
                          </a:solidFill>
                          <a:latin typeface="Cambria Math" panose="02040503050406030204" pitchFamily="18" charset="0"/>
                        </a:rPr>
                        <m:t>=</m:t>
                      </m:r>
                      <m:f>
                        <m:fPr>
                          <m:type m:val="lin"/>
                          <m:ctrlPr>
                            <a:rPr lang="en-US" sz="1400" b="1" i="1" smtClean="0">
                              <a:solidFill>
                                <a:srgbClr val="FF0000"/>
                              </a:solidFill>
                              <a:latin typeface="Cambria Math" panose="02040503050406030204" pitchFamily="18" charset="0"/>
                            </a:rPr>
                          </m:ctrlPr>
                        </m:fPr>
                        <m:num>
                          <m:r>
                            <a:rPr lang="en-US" sz="1400" b="1" i="1" smtClean="0">
                              <a:solidFill>
                                <a:srgbClr val="FF0000"/>
                              </a:solidFill>
                              <a:latin typeface="Cambria Math" panose="02040503050406030204" pitchFamily="18" charset="0"/>
                            </a:rPr>
                            <m:t>+</m:t>
                          </m:r>
                          <m:r>
                            <a:rPr lang="en-US" sz="1400" b="1" i="1" smtClean="0">
                              <a:solidFill>
                                <a:srgbClr val="FF0000"/>
                              </a:solidFill>
                              <a:latin typeface="Cambria Math" panose="02040503050406030204" pitchFamily="18" charset="0"/>
                            </a:rPr>
                            <m:t>𝟏</m:t>
                          </m:r>
                        </m:num>
                        <m:den>
                          <m:r>
                            <a:rPr lang="en-US" sz="1400" b="1" i="1" smtClean="0">
                              <a:solidFill>
                                <a:srgbClr val="FF0000"/>
                              </a:solidFill>
                              <a:latin typeface="Cambria Math" panose="02040503050406030204" pitchFamily="18" charset="0"/>
                            </a:rPr>
                            <m:t>𝟐</m:t>
                          </m:r>
                        </m:den>
                      </m:f>
                    </m:oMath>
                  </m:oMathPara>
                </a14:m>
                <a:br>
                  <a:rPr lang="en-US"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br>
                <a14:m>
                  <m:oMath xmlns:m="http://schemas.openxmlformats.org/officeDocument/2006/math">
                    <m:r>
                      <a:rPr lang="en-US" sz="1400" b="1" i="1" smtClean="0">
                        <a:solidFill>
                          <a:srgbClr val="FF0000"/>
                        </a:solidFill>
                        <a:latin typeface="Cambria Math" panose="02040503050406030204" pitchFamily="18" charset="0"/>
                      </a:rPr>
                      <m:t>𝒀</m:t>
                    </m:r>
                    <m:r>
                      <a:rPr lang="en-US" sz="1400" b="1" i="1" baseline="-25000" smtClean="0">
                        <a:solidFill>
                          <a:srgbClr val="FF0000"/>
                        </a:solidFill>
                        <a:latin typeface="Cambria Math" panose="02040503050406030204" pitchFamily="18" charset="0"/>
                      </a:rPr>
                      <m:t>𝒘</m:t>
                    </m:r>
                  </m:oMath>
                </a14:m>
                <a:r>
                  <a:rPr lang="en-US" sz="1400" b="1"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14:m>
                  <m:oMath xmlns:m="http://schemas.openxmlformats.org/officeDocument/2006/math">
                    <m:r>
                      <a:rPr lang="en-US" sz="1400" b="1" i="1">
                        <a:solidFill>
                          <a:srgbClr val="FF0000"/>
                        </a:solidFill>
                        <a:latin typeface="Cambria Math" panose="02040503050406030204" pitchFamily="18" charset="0"/>
                      </a:rPr>
                      <m:t>=</m:t>
                    </m:r>
                    <m:f>
                      <m:fPr>
                        <m:type m:val="lin"/>
                        <m:ctrlPr>
                          <a:rPr lang="en-US" sz="1400" b="1" i="1">
                            <a:solidFill>
                              <a:srgbClr val="FF0000"/>
                            </a:solidFill>
                            <a:latin typeface="Cambria Math" panose="02040503050406030204" pitchFamily="18" charset="0"/>
                          </a:rPr>
                        </m:ctrlPr>
                      </m:fPr>
                      <m:num>
                        <m:r>
                          <a:rPr lang="en-US" sz="1400" b="1" i="1">
                            <a:solidFill>
                              <a:srgbClr val="FF0000"/>
                            </a:solidFill>
                            <a:latin typeface="Cambria Math" panose="02040503050406030204" pitchFamily="18" charset="0"/>
                          </a:rPr>
                          <m:t>+</m:t>
                        </m:r>
                        <m:r>
                          <a:rPr lang="en-US" sz="1400" b="1" i="1">
                            <a:solidFill>
                              <a:srgbClr val="FF0000"/>
                            </a:solidFill>
                            <a:latin typeface="Cambria Math" panose="02040503050406030204" pitchFamily="18" charset="0"/>
                          </a:rPr>
                          <m:t>𝟏</m:t>
                        </m:r>
                      </m:num>
                      <m:den>
                        <m:r>
                          <a:rPr lang="en-US" sz="1400" b="1" i="1" smtClean="0">
                            <a:solidFill>
                              <a:srgbClr val="FF0000"/>
                            </a:solidFill>
                            <a:latin typeface="Cambria Math" panose="02040503050406030204" pitchFamily="18" charset="0"/>
                          </a:rPr>
                          <m:t>𝟑</m:t>
                        </m:r>
                      </m:den>
                    </m:f>
                  </m:oMath>
                </a14:m>
                <a:endParaRPr lang="en-US" sz="1400" b="1" baseline="-250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19" name="TextBox 118">
                <a:extLst>
                  <a:ext uri="{FF2B5EF4-FFF2-40B4-BE49-F238E27FC236}">
                    <a16:creationId xmlns:a16="http://schemas.microsoft.com/office/drawing/2014/main" id="{D8025E15-26DA-1943-964D-41A0799E8B42}"/>
                  </a:ext>
                </a:extLst>
              </p:cNvPr>
              <p:cNvSpPr txBox="1">
                <a:spLocks noRot="1" noChangeAspect="1" noMove="1" noResize="1" noEditPoints="1" noAdjustHandles="1" noChangeArrowheads="1" noChangeShapeType="1" noTextEdit="1"/>
              </p:cNvSpPr>
              <p:nvPr/>
            </p:nvSpPr>
            <p:spPr>
              <a:xfrm flipH="1">
                <a:off x="10351984" y="3364133"/>
                <a:ext cx="917302" cy="430887"/>
              </a:xfrm>
              <a:prstGeom prst="rect">
                <a:avLst/>
              </a:prstGeom>
              <a:blipFill>
                <a:blip r:embed="rId12"/>
                <a:stretch>
                  <a:fillRect l="-6849" t="-77778" r="-10959" b="-1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AB07A2E3-32FB-4B44-96C1-7BFFEF8D6A81}"/>
                  </a:ext>
                </a:extLst>
              </p:cNvPr>
              <p:cNvSpPr txBox="1"/>
              <p:nvPr/>
            </p:nvSpPr>
            <p:spPr>
              <a:xfrm flipH="1">
                <a:off x="2572558" y="1826041"/>
                <a:ext cx="917302"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0070C0"/>
                          </a:solidFill>
                          <a:latin typeface="Cambria Math" panose="02040503050406030204" pitchFamily="18" charset="0"/>
                        </a:rPr>
                        <m:t>𝑻</m:t>
                      </m:r>
                      <m:r>
                        <a:rPr lang="en-US" sz="1400" b="1" i="1" baseline="-25000" smtClean="0">
                          <a:solidFill>
                            <a:srgbClr val="0070C0"/>
                          </a:solidFill>
                          <a:latin typeface="Cambria Math" panose="02040503050406030204" pitchFamily="18" charset="0"/>
                        </a:rPr>
                        <m:t>𝟑</m:t>
                      </m:r>
                      <m:r>
                        <a:rPr lang="en-US" sz="1400" b="1" i="1" smtClean="0">
                          <a:solidFill>
                            <a:srgbClr val="0070C0"/>
                          </a:solidFill>
                          <a:latin typeface="Cambria Math" panose="02040503050406030204" pitchFamily="18" charset="0"/>
                        </a:rPr>
                        <m:t>=</m:t>
                      </m:r>
                      <m:f>
                        <m:fPr>
                          <m:type m:val="lin"/>
                          <m:ctrlPr>
                            <a:rPr lang="en-US" sz="1400" b="1" i="1">
                              <a:solidFill>
                                <a:srgbClr val="0070C0"/>
                              </a:solidFill>
                              <a:latin typeface="Cambria Math" panose="02040503050406030204" pitchFamily="18" charset="0"/>
                            </a:rPr>
                          </m:ctrlPr>
                        </m:fPr>
                        <m:num>
                          <m:r>
                            <a:rPr lang="en-US" sz="1400" b="1" i="1" smtClean="0">
                              <a:solidFill>
                                <a:srgbClr val="0070C0"/>
                              </a:solidFill>
                              <a:latin typeface="Cambria Math" panose="02040503050406030204" pitchFamily="18" charset="0"/>
                            </a:rPr>
                            <m:t>−</m:t>
                          </m:r>
                          <m:r>
                            <a:rPr lang="en-US" sz="1400" b="1" i="1">
                              <a:solidFill>
                                <a:srgbClr val="0070C0"/>
                              </a:solidFill>
                              <a:latin typeface="Cambria Math" panose="02040503050406030204" pitchFamily="18" charset="0"/>
                            </a:rPr>
                            <m:t>𝟏</m:t>
                          </m:r>
                        </m:num>
                        <m:den>
                          <m:r>
                            <a:rPr lang="en-US" sz="1400" b="1" i="1">
                              <a:solidFill>
                                <a:srgbClr val="0070C0"/>
                              </a:solidFill>
                              <a:latin typeface="Cambria Math" panose="02040503050406030204" pitchFamily="18" charset="0"/>
                            </a:rPr>
                            <m:t>𝟐</m:t>
                          </m:r>
                        </m:den>
                      </m:f>
                    </m:oMath>
                  </m:oMathPara>
                </a14:m>
                <a:b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br>
                <a14:m>
                  <m:oMath xmlns:m="http://schemas.openxmlformats.org/officeDocument/2006/math">
                    <m:r>
                      <a:rPr lang="en-US" sz="1400" b="1" i="1" smtClean="0">
                        <a:solidFill>
                          <a:srgbClr val="0070C0"/>
                        </a:solidFill>
                        <a:latin typeface="Cambria Math" panose="02040503050406030204" pitchFamily="18" charset="0"/>
                      </a:rPr>
                      <m:t>𝒀</m:t>
                    </m:r>
                    <m:r>
                      <a:rPr lang="en-US" sz="1400" b="1" i="1" baseline="-25000" smtClean="0">
                        <a:solidFill>
                          <a:srgbClr val="0070C0"/>
                        </a:solidFill>
                        <a:latin typeface="Cambria Math" panose="02040503050406030204" pitchFamily="18" charset="0"/>
                      </a:rPr>
                      <m:t>𝒘</m:t>
                    </m:r>
                  </m:oMath>
                </a14:m>
                <a: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t> </a:t>
                </a:r>
                <a14:m>
                  <m:oMath xmlns:m="http://schemas.openxmlformats.org/officeDocument/2006/math">
                    <m:r>
                      <a:rPr lang="en-US" sz="1400" b="1" i="1">
                        <a:solidFill>
                          <a:srgbClr val="0070C0"/>
                        </a:solidFill>
                        <a:latin typeface="Cambria Math" panose="02040503050406030204" pitchFamily="18" charset="0"/>
                      </a:rPr>
                      <m:t>=</m:t>
                    </m:r>
                    <m:f>
                      <m:fPr>
                        <m:type m:val="lin"/>
                        <m:ctrlPr>
                          <a:rPr lang="en-US" sz="1400" b="1" i="1">
                            <a:solidFill>
                              <a:srgbClr val="0070C0"/>
                            </a:solidFill>
                            <a:latin typeface="Cambria Math" panose="02040503050406030204" pitchFamily="18" charset="0"/>
                          </a:rPr>
                        </m:ctrlPr>
                      </m:fPr>
                      <m:num>
                        <m:r>
                          <a:rPr lang="en-US" sz="1400" b="1" i="1" smtClean="0">
                            <a:solidFill>
                              <a:srgbClr val="0070C0"/>
                            </a:solidFill>
                            <a:latin typeface="Cambria Math" panose="02040503050406030204" pitchFamily="18" charset="0"/>
                          </a:rPr>
                          <m:t>+</m:t>
                        </m:r>
                        <m:r>
                          <a:rPr lang="en-US" sz="1400" b="1" i="1" smtClean="0">
                            <a:solidFill>
                              <a:srgbClr val="0070C0"/>
                            </a:solidFill>
                            <a:latin typeface="Cambria Math" panose="02040503050406030204" pitchFamily="18" charset="0"/>
                          </a:rPr>
                          <m:t>𝟏</m:t>
                        </m:r>
                      </m:num>
                      <m:den>
                        <m:r>
                          <a:rPr lang="en-US" sz="1400" b="1" i="1" smtClean="0">
                            <a:solidFill>
                              <a:srgbClr val="0070C0"/>
                            </a:solidFill>
                            <a:latin typeface="Cambria Math" panose="02040503050406030204" pitchFamily="18" charset="0"/>
                          </a:rPr>
                          <m:t>𝟑</m:t>
                        </m:r>
                      </m:den>
                    </m:f>
                  </m:oMath>
                </a14:m>
                <a:endParaRPr lang="en-US" sz="1400" b="1" baseline="-250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20" name="TextBox 119">
                <a:extLst>
                  <a:ext uri="{FF2B5EF4-FFF2-40B4-BE49-F238E27FC236}">
                    <a16:creationId xmlns:a16="http://schemas.microsoft.com/office/drawing/2014/main" id="{AB07A2E3-32FB-4B44-96C1-7BFFEF8D6A81}"/>
                  </a:ext>
                </a:extLst>
              </p:cNvPr>
              <p:cNvSpPr txBox="1">
                <a:spLocks noRot="1" noChangeAspect="1" noMove="1" noResize="1" noEditPoints="1" noAdjustHandles="1" noChangeArrowheads="1" noChangeShapeType="1" noTextEdit="1"/>
              </p:cNvSpPr>
              <p:nvPr/>
            </p:nvSpPr>
            <p:spPr>
              <a:xfrm flipH="1">
                <a:off x="2572558" y="1826041"/>
                <a:ext cx="917302" cy="430887"/>
              </a:xfrm>
              <a:prstGeom prst="rect">
                <a:avLst/>
              </a:prstGeom>
              <a:blipFill>
                <a:blip r:embed="rId13"/>
                <a:stretch>
                  <a:fillRect l="-5479" t="-85294" r="-10959" b="-1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5898C07F-A76A-7D4D-99DD-B68201DC22ED}"/>
                  </a:ext>
                </a:extLst>
              </p:cNvPr>
              <p:cNvSpPr txBox="1"/>
              <p:nvPr/>
            </p:nvSpPr>
            <p:spPr>
              <a:xfrm flipH="1">
                <a:off x="65381" y="6047175"/>
                <a:ext cx="917302"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0070C0"/>
                          </a:solidFill>
                          <a:latin typeface="Cambria Math" panose="02040503050406030204" pitchFamily="18" charset="0"/>
                        </a:rPr>
                        <m:t>𝑻</m:t>
                      </m:r>
                      <m:r>
                        <a:rPr lang="en-US" sz="1400" b="1" i="1" baseline="-25000" smtClean="0">
                          <a:solidFill>
                            <a:srgbClr val="0070C0"/>
                          </a:solidFill>
                          <a:latin typeface="Cambria Math" panose="02040503050406030204" pitchFamily="18" charset="0"/>
                        </a:rPr>
                        <m:t>𝟑</m:t>
                      </m:r>
                      <m:r>
                        <a:rPr lang="en-US" sz="1400" b="1" i="1" smtClean="0">
                          <a:solidFill>
                            <a:srgbClr val="0070C0"/>
                          </a:solidFill>
                          <a:latin typeface="Cambria Math" panose="02040503050406030204" pitchFamily="18" charset="0"/>
                        </a:rPr>
                        <m:t>=</m:t>
                      </m:r>
                      <m:f>
                        <m:fPr>
                          <m:type m:val="lin"/>
                          <m:ctrlPr>
                            <a:rPr lang="en-US" sz="1400" b="1" i="1">
                              <a:solidFill>
                                <a:srgbClr val="0070C0"/>
                              </a:solidFill>
                              <a:latin typeface="Cambria Math" panose="02040503050406030204" pitchFamily="18" charset="0"/>
                            </a:rPr>
                          </m:ctrlPr>
                        </m:fPr>
                        <m:num>
                          <m:r>
                            <a:rPr lang="en-US" sz="1400" b="1" i="1" smtClean="0">
                              <a:solidFill>
                                <a:srgbClr val="0070C0"/>
                              </a:solidFill>
                              <a:latin typeface="Cambria Math" panose="02040503050406030204" pitchFamily="18" charset="0"/>
                            </a:rPr>
                            <m:t>−</m:t>
                          </m:r>
                          <m:r>
                            <a:rPr lang="en-US" sz="1400" b="1" i="1">
                              <a:solidFill>
                                <a:srgbClr val="0070C0"/>
                              </a:solidFill>
                              <a:latin typeface="Cambria Math" panose="02040503050406030204" pitchFamily="18" charset="0"/>
                            </a:rPr>
                            <m:t>𝟏</m:t>
                          </m:r>
                        </m:num>
                        <m:den>
                          <m:r>
                            <a:rPr lang="en-US" sz="1400" b="1" i="1">
                              <a:solidFill>
                                <a:srgbClr val="0070C0"/>
                              </a:solidFill>
                              <a:latin typeface="Cambria Math" panose="02040503050406030204" pitchFamily="18" charset="0"/>
                            </a:rPr>
                            <m:t>𝟐</m:t>
                          </m:r>
                        </m:den>
                      </m:f>
                    </m:oMath>
                  </m:oMathPara>
                </a14:m>
                <a:b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br>
                <a14:m>
                  <m:oMath xmlns:m="http://schemas.openxmlformats.org/officeDocument/2006/math">
                    <m:r>
                      <a:rPr lang="en-US" sz="1400" b="1" i="1" smtClean="0">
                        <a:solidFill>
                          <a:srgbClr val="0070C0"/>
                        </a:solidFill>
                        <a:latin typeface="Cambria Math" panose="02040503050406030204" pitchFamily="18" charset="0"/>
                      </a:rPr>
                      <m:t>𝒀</m:t>
                    </m:r>
                    <m:r>
                      <a:rPr lang="en-US" sz="1400" b="1" i="1" baseline="-25000" smtClean="0">
                        <a:solidFill>
                          <a:srgbClr val="0070C0"/>
                        </a:solidFill>
                        <a:latin typeface="Cambria Math" panose="02040503050406030204" pitchFamily="18" charset="0"/>
                      </a:rPr>
                      <m:t>𝒘</m:t>
                    </m:r>
                  </m:oMath>
                </a14:m>
                <a:r>
                  <a:rPr lang="en-US" sz="1400" b="1"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rPr>
                  <a:t> </a:t>
                </a:r>
                <a14:m>
                  <m:oMath xmlns:m="http://schemas.openxmlformats.org/officeDocument/2006/math">
                    <m:r>
                      <a:rPr lang="en-US" sz="1400" b="1" i="1">
                        <a:solidFill>
                          <a:srgbClr val="0070C0"/>
                        </a:solidFill>
                        <a:latin typeface="Cambria Math" panose="02040503050406030204" pitchFamily="18" charset="0"/>
                      </a:rPr>
                      <m:t>=</m:t>
                    </m:r>
                    <m:r>
                      <a:rPr lang="en-US" sz="1400" b="1" i="1" smtClean="0">
                        <a:solidFill>
                          <a:srgbClr val="0070C0"/>
                        </a:solidFill>
                        <a:latin typeface="Cambria Math" panose="02040503050406030204" pitchFamily="18" charset="0"/>
                      </a:rPr>
                      <m:t>−</m:t>
                    </m:r>
                    <m:r>
                      <a:rPr lang="en-US" sz="1400" b="1" i="1" smtClean="0">
                        <a:solidFill>
                          <a:srgbClr val="0070C0"/>
                        </a:solidFill>
                        <a:latin typeface="Cambria Math" panose="02040503050406030204" pitchFamily="18" charset="0"/>
                      </a:rPr>
                      <m:t>𝟏</m:t>
                    </m:r>
                  </m:oMath>
                </a14:m>
                <a:endParaRPr lang="en-US" sz="1400" b="1" baseline="-25000" dirty="0">
                  <a:solidFill>
                    <a:srgbClr val="0070C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21" name="TextBox 120">
                <a:extLst>
                  <a:ext uri="{FF2B5EF4-FFF2-40B4-BE49-F238E27FC236}">
                    <a16:creationId xmlns:a16="http://schemas.microsoft.com/office/drawing/2014/main" id="{5898C07F-A76A-7D4D-99DD-B68201DC22ED}"/>
                  </a:ext>
                </a:extLst>
              </p:cNvPr>
              <p:cNvSpPr txBox="1">
                <a:spLocks noRot="1" noChangeAspect="1" noMove="1" noResize="1" noEditPoints="1" noAdjustHandles="1" noChangeArrowheads="1" noChangeShapeType="1" noTextEdit="1"/>
              </p:cNvSpPr>
              <p:nvPr/>
            </p:nvSpPr>
            <p:spPr>
              <a:xfrm flipH="1">
                <a:off x="65381" y="6047175"/>
                <a:ext cx="917302" cy="430887"/>
              </a:xfrm>
              <a:prstGeom prst="rect">
                <a:avLst/>
              </a:prstGeom>
              <a:blipFill>
                <a:blip r:embed="rId14"/>
                <a:stretch>
                  <a:fillRect l="-5479" t="-82857" r="-9589" b="-8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A0F64BAD-1D9A-404C-B419-5FFF408C3B97}"/>
                  </a:ext>
                </a:extLst>
              </p:cNvPr>
              <p:cNvSpPr txBox="1"/>
              <p:nvPr/>
            </p:nvSpPr>
            <p:spPr>
              <a:xfrm flipH="1">
                <a:off x="5722843" y="1083140"/>
                <a:ext cx="917302"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7030A0"/>
                          </a:solidFill>
                          <a:latin typeface="Cambria Math" panose="02040503050406030204" pitchFamily="18" charset="0"/>
                        </a:rPr>
                        <m:t>𝑻</m:t>
                      </m:r>
                      <m:r>
                        <a:rPr lang="en-US" sz="1400" b="1" i="1" baseline="-25000" smtClean="0">
                          <a:solidFill>
                            <a:srgbClr val="7030A0"/>
                          </a:solidFill>
                          <a:latin typeface="Cambria Math" panose="02040503050406030204" pitchFamily="18" charset="0"/>
                        </a:rPr>
                        <m:t>𝟑</m:t>
                      </m:r>
                      <m:r>
                        <a:rPr lang="en-US" sz="1400" b="1" i="1" smtClean="0">
                          <a:solidFill>
                            <a:srgbClr val="7030A0"/>
                          </a:solidFill>
                          <a:latin typeface="Cambria Math" panose="02040503050406030204" pitchFamily="18" charset="0"/>
                        </a:rPr>
                        <m:t>=</m:t>
                      </m:r>
                      <m:f>
                        <m:fPr>
                          <m:type m:val="lin"/>
                          <m:ctrlPr>
                            <a:rPr lang="en-US" sz="1400" b="1" i="1" smtClean="0">
                              <a:solidFill>
                                <a:srgbClr val="7030A0"/>
                              </a:solidFill>
                              <a:latin typeface="Cambria Math" panose="02040503050406030204" pitchFamily="18" charset="0"/>
                            </a:rPr>
                          </m:ctrlPr>
                        </m:fPr>
                        <m:num>
                          <m:r>
                            <a:rPr lang="en-US" sz="1400" b="1" i="1" smtClean="0">
                              <a:solidFill>
                                <a:srgbClr val="7030A0"/>
                              </a:solidFill>
                              <a:latin typeface="Cambria Math" panose="02040503050406030204" pitchFamily="18" charset="0"/>
                            </a:rPr>
                            <m:t>+</m:t>
                          </m:r>
                          <m:r>
                            <a:rPr lang="en-US" sz="1400" b="1" i="1" smtClean="0">
                              <a:solidFill>
                                <a:srgbClr val="7030A0"/>
                              </a:solidFill>
                              <a:latin typeface="Cambria Math" panose="02040503050406030204" pitchFamily="18" charset="0"/>
                            </a:rPr>
                            <m:t>𝟏</m:t>
                          </m:r>
                        </m:num>
                        <m:den>
                          <m:r>
                            <a:rPr lang="en-US" sz="1400" b="1" i="1" smtClean="0">
                              <a:solidFill>
                                <a:srgbClr val="7030A0"/>
                              </a:solidFill>
                              <a:latin typeface="Cambria Math" panose="02040503050406030204" pitchFamily="18" charset="0"/>
                            </a:rPr>
                            <m:t>𝟐</m:t>
                          </m:r>
                        </m:den>
                      </m:f>
                    </m:oMath>
                  </m:oMathPara>
                </a14:m>
                <a:br>
                  <a:rPr lang="en-US" sz="1400" b="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br>
                <a14:m>
                  <m:oMath xmlns:m="http://schemas.openxmlformats.org/officeDocument/2006/math">
                    <m:r>
                      <a:rPr lang="en-US" sz="1400" b="1" i="1" smtClean="0">
                        <a:solidFill>
                          <a:srgbClr val="7030A0"/>
                        </a:solidFill>
                        <a:latin typeface="Cambria Math" panose="02040503050406030204" pitchFamily="18" charset="0"/>
                      </a:rPr>
                      <m:t>𝒀</m:t>
                    </m:r>
                    <m:r>
                      <a:rPr lang="en-US" sz="1400" b="1" i="1" baseline="-25000" smtClean="0">
                        <a:solidFill>
                          <a:srgbClr val="7030A0"/>
                        </a:solidFill>
                        <a:latin typeface="Cambria Math" panose="02040503050406030204" pitchFamily="18" charset="0"/>
                      </a:rPr>
                      <m:t>𝒘</m:t>
                    </m:r>
                  </m:oMath>
                </a14:m>
                <a:r>
                  <a:rPr lang="en-US" sz="1400" b="1"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rPr>
                  <a:t> </a:t>
                </a:r>
                <a14:m>
                  <m:oMath xmlns:m="http://schemas.openxmlformats.org/officeDocument/2006/math">
                    <m:r>
                      <a:rPr lang="en-US" sz="1400" b="1" i="1">
                        <a:solidFill>
                          <a:srgbClr val="7030A0"/>
                        </a:solidFill>
                        <a:latin typeface="Cambria Math" panose="02040503050406030204" pitchFamily="18" charset="0"/>
                      </a:rPr>
                      <m:t>=</m:t>
                    </m:r>
                    <m:r>
                      <a:rPr lang="en-US" sz="1400" b="1" i="1" smtClean="0">
                        <a:solidFill>
                          <a:srgbClr val="7030A0"/>
                        </a:solidFill>
                        <a:latin typeface="Cambria Math" panose="02040503050406030204" pitchFamily="18" charset="0"/>
                      </a:rPr>
                      <m:t>−</m:t>
                    </m:r>
                    <m:r>
                      <a:rPr lang="en-US" sz="1400" b="1" i="1" smtClean="0">
                        <a:solidFill>
                          <a:srgbClr val="7030A0"/>
                        </a:solidFill>
                        <a:latin typeface="Cambria Math" panose="02040503050406030204" pitchFamily="18" charset="0"/>
                      </a:rPr>
                      <m:t>𝟏</m:t>
                    </m:r>
                  </m:oMath>
                </a14:m>
                <a:endParaRPr lang="en-US" sz="1400" b="1" baseline="-250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22" name="TextBox 121">
                <a:extLst>
                  <a:ext uri="{FF2B5EF4-FFF2-40B4-BE49-F238E27FC236}">
                    <a16:creationId xmlns:a16="http://schemas.microsoft.com/office/drawing/2014/main" id="{A0F64BAD-1D9A-404C-B419-5FFF408C3B97}"/>
                  </a:ext>
                </a:extLst>
              </p:cNvPr>
              <p:cNvSpPr txBox="1">
                <a:spLocks noRot="1" noChangeAspect="1" noMove="1" noResize="1" noEditPoints="1" noAdjustHandles="1" noChangeArrowheads="1" noChangeShapeType="1" noTextEdit="1"/>
              </p:cNvSpPr>
              <p:nvPr/>
            </p:nvSpPr>
            <p:spPr>
              <a:xfrm flipH="1">
                <a:off x="5722843" y="1083140"/>
                <a:ext cx="917302" cy="430887"/>
              </a:xfrm>
              <a:prstGeom prst="rect">
                <a:avLst/>
              </a:prstGeom>
              <a:blipFill>
                <a:blip r:embed="rId15"/>
                <a:stretch>
                  <a:fillRect l="-4110" t="-82857" r="-9589" b="-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BBE57BE2-D9D0-D849-B03E-844E3555A8D5}"/>
                  </a:ext>
                </a:extLst>
              </p:cNvPr>
              <p:cNvSpPr txBox="1"/>
              <p:nvPr/>
            </p:nvSpPr>
            <p:spPr>
              <a:xfrm>
                <a:off x="6062231" y="2071224"/>
                <a:ext cx="2385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rPr>
                          </m:ctrlPr>
                        </m:sSubSupPr>
                        <m:e>
                          <m:r>
                            <a:rPr lang="en-US" sz="1400" i="1">
                              <a:solidFill>
                                <a:srgbClr val="7030A0"/>
                              </a:solidFill>
                              <a:latin typeface="Cambria Math" panose="02040503050406030204" pitchFamily="18" charset="0"/>
                              <a:ea typeface="Cambria Math" panose="02040503050406030204" pitchFamily="18" charset="0"/>
                            </a:rPr>
                            <m:t>𝜈</m:t>
                          </m:r>
                        </m:e>
                        <m:sub>
                          <m:r>
                            <a:rPr lang="en-US" sz="1400" i="1">
                              <a:solidFill>
                                <a:srgbClr val="7030A0"/>
                              </a:solidFill>
                              <a:latin typeface="Cambria Math" panose="02040503050406030204" pitchFamily="18" charset="0"/>
                            </a:rPr>
                            <m:t> </m:t>
                          </m:r>
                          <m:r>
                            <a:rPr lang="en-US" sz="1400" i="1" smtClean="0">
                              <a:solidFill>
                                <a:srgbClr val="7030A0"/>
                              </a:solidFill>
                              <a:latin typeface="Cambria Math" panose="02040503050406030204" pitchFamily="18" charset="0"/>
                              <a:ea typeface="Cambria Math" panose="02040503050406030204" pitchFamily="18" charset="0"/>
                            </a:rPr>
                            <m:t>𝜏</m:t>
                          </m:r>
                        </m:sub>
                        <m:sup>
                          <m:r>
                            <a:rPr lang="en-US" sz="1400" b="0" i="1" smtClean="0">
                              <a:solidFill>
                                <a:srgbClr val="7030A0"/>
                              </a:solidFill>
                              <a:latin typeface="Cambria Math" panose="02040503050406030204" pitchFamily="18" charset="0"/>
                            </a:rPr>
                            <m:t>𝐿</m:t>
                          </m:r>
                        </m:sup>
                      </m:sSubSup>
                    </m:oMath>
                  </m:oMathPara>
                </a14:m>
                <a:endParaRPr lang="en-US" sz="14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24" name="TextBox 123">
                <a:extLst>
                  <a:ext uri="{FF2B5EF4-FFF2-40B4-BE49-F238E27FC236}">
                    <a16:creationId xmlns:a16="http://schemas.microsoft.com/office/drawing/2014/main" id="{BBE57BE2-D9D0-D849-B03E-844E3555A8D5}"/>
                  </a:ext>
                </a:extLst>
              </p:cNvPr>
              <p:cNvSpPr txBox="1">
                <a:spLocks noRot="1" noChangeAspect="1" noMove="1" noResize="1" noEditPoints="1" noAdjustHandles="1" noChangeArrowheads="1" noChangeShapeType="1" noTextEdit="1"/>
              </p:cNvSpPr>
              <p:nvPr/>
            </p:nvSpPr>
            <p:spPr>
              <a:xfrm>
                <a:off x="6062231" y="2071224"/>
                <a:ext cx="238527" cy="215444"/>
              </a:xfrm>
              <a:prstGeom prst="rect">
                <a:avLst/>
              </a:prstGeom>
              <a:blipFill>
                <a:blip r:embed="rId16"/>
                <a:stretch>
                  <a:fillRect l="-10000" b="-470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9334585D-B648-734F-8CE4-EBFB61EBA65C}"/>
                  </a:ext>
                </a:extLst>
              </p:cNvPr>
              <p:cNvSpPr txBox="1"/>
              <p:nvPr/>
            </p:nvSpPr>
            <p:spPr>
              <a:xfrm>
                <a:off x="6057053" y="1792297"/>
                <a:ext cx="232948" cy="2371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rPr>
                          </m:ctrlPr>
                        </m:sSubSupPr>
                        <m:e>
                          <m:r>
                            <a:rPr lang="en-US" sz="1400" i="1">
                              <a:solidFill>
                                <a:srgbClr val="7030A0"/>
                              </a:solidFill>
                              <a:latin typeface="Cambria Math" panose="02040503050406030204" pitchFamily="18" charset="0"/>
                              <a:ea typeface="Cambria Math" panose="02040503050406030204" pitchFamily="18" charset="0"/>
                            </a:rPr>
                            <m:t>𝜈</m:t>
                          </m:r>
                        </m:e>
                        <m:sub>
                          <m:r>
                            <a:rPr lang="en-US" sz="1400" i="1">
                              <a:solidFill>
                                <a:srgbClr val="7030A0"/>
                              </a:solidFill>
                              <a:latin typeface="Cambria Math" panose="02040503050406030204" pitchFamily="18" charset="0"/>
                              <a:ea typeface="Cambria Math" panose="02040503050406030204" pitchFamily="18" charset="0"/>
                            </a:rPr>
                            <m:t>𝜇</m:t>
                          </m:r>
                        </m:sub>
                        <m:sup>
                          <m:r>
                            <a:rPr lang="en-US" sz="1400" b="0" i="1" smtClean="0">
                              <a:solidFill>
                                <a:srgbClr val="7030A0"/>
                              </a:solidFill>
                              <a:latin typeface="Cambria Math" panose="02040503050406030204" pitchFamily="18" charset="0"/>
                              <a:ea typeface="Cambria Math" panose="02040503050406030204" pitchFamily="18" charset="0"/>
                            </a:rPr>
                            <m:t>𝐿</m:t>
                          </m:r>
                        </m:sup>
                      </m:sSubSup>
                    </m:oMath>
                  </m:oMathPara>
                </a14:m>
                <a:endParaRPr lang="en-US" sz="14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29" name="TextBox 128">
                <a:extLst>
                  <a:ext uri="{FF2B5EF4-FFF2-40B4-BE49-F238E27FC236}">
                    <a16:creationId xmlns:a16="http://schemas.microsoft.com/office/drawing/2014/main" id="{9334585D-B648-734F-8CE4-EBFB61EBA65C}"/>
                  </a:ext>
                </a:extLst>
              </p:cNvPr>
              <p:cNvSpPr txBox="1">
                <a:spLocks noRot="1" noChangeAspect="1" noMove="1" noResize="1" noEditPoints="1" noAdjustHandles="1" noChangeArrowheads="1" noChangeShapeType="1" noTextEdit="1"/>
              </p:cNvSpPr>
              <p:nvPr/>
            </p:nvSpPr>
            <p:spPr>
              <a:xfrm>
                <a:off x="6057053" y="1792297"/>
                <a:ext cx="232948" cy="237116"/>
              </a:xfrm>
              <a:prstGeom prst="rect">
                <a:avLst/>
              </a:prstGeom>
              <a:blipFill>
                <a:blip r:embed="rId17"/>
                <a:stretch>
                  <a:fillRect l="-10526" b="-210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47D84079-FAF4-5D4C-9C04-DDCE15142555}"/>
                  </a:ext>
                </a:extLst>
              </p:cNvPr>
              <p:cNvSpPr txBox="1"/>
              <p:nvPr/>
            </p:nvSpPr>
            <p:spPr>
              <a:xfrm>
                <a:off x="6048935" y="1515670"/>
                <a:ext cx="2329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rPr>
                          </m:ctrlPr>
                        </m:sSubSupPr>
                        <m:e>
                          <m:r>
                            <a:rPr lang="en-US" sz="1400" i="1">
                              <a:solidFill>
                                <a:srgbClr val="7030A0"/>
                              </a:solidFill>
                              <a:latin typeface="Cambria Math" panose="02040503050406030204" pitchFamily="18" charset="0"/>
                              <a:ea typeface="Cambria Math" panose="02040503050406030204" pitchFamily="18" charset="0"/>
                            </a:rPr>
                            <m:t>𝜈</m:t>
                          </m:r>
                        </m:e>
                        <m:sub>
                          <m:r>
                            <a:rPr lang="en-US" sz="1400" b="0" i="1" smtClean="0">
                              <a:solidFill>
                                <a:srgbClr val="7030A0"/>
                              </a:solidFill>
                              <a:latin typeface="Cambria Math" panose="02040503050406030204" pitchFamily="18" charset="0"/>
                              <a:ea typeface="Cambria Math" panose="02040503050406030204" pitchFamily="18" charset="0"/>
                            </a:rPr>
                            <m:t>𝑒</m:t>
                          </m:r>
                        </m:sub>
                        <m:sup>
                          <m:r>
                            <a:rPr lang="en-US" sz="1400" b="0" i="1" smtClean="0">
                              <a:solidFill>
                                <a:srgbClr val="7030A0"/>
                              </a:solidFill>
                              <a:latin typeface="Cambria Math" panose="02040503050406030204" pitchFamily="18" charset="0"/>
                              <a:ea typeface="Cambria Math" panose="02040503050406030204" pitchFamily="18" charset="0"/>
                            </a:rPr>
                            <m:t>𝐿</m:t>
                          </m:r>
                        </m:sup>
                      </m:sSubSup>
                    </m:oMath>
                  </m:oMathPara>
                </a14:m>
                <a:endParaRPr lang="en-US" sz="1400" dirty="0">
                  <a:solidFill>
                    <a:srgbClr val="7030A0"/>
                  </a:solidFill>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30" name="TextBox 129">
                <a:extLst>
                  <a:ext uri="{FF2B5EF4-FFF2-40B4-BE49-F238E27FC236}">
                    <a16:creationId xmlns:a16="http://schemas.microsoft.com/office/drawing/2014/main" id="{47D84079-FAF4-5D4C-9C04-DDCE15142555}"/>
                  </a:ext>
                </a:extLst>
              </p:cNvPr>
              <p:cNvSpPr txBox="1">
                <a:spLocks noRot="1" noChangeAspect="1" noMove="1" noResize="1" noEditPoints="1" noAdjustHandles="1" noChangeArrowheads="1" noChangeShapeType="1" noTextEdit="1"/>
              </p:cNvSpPr>
              <p:nvPr/>
            </p:nvSpPr>
            <p:spPr>
              <a:xfrm>
                <a:off x="6048935" y="1515670"/>
                <a:ext cx="232948" cy="215444"/>
              </a:xfrm>
              <a:prstGeom prst="rect">
                <a:avLst/>
              </a:prstGeom>
              <a:blipFill>
                <a:blip r:embed="rId18"/>
                <a:stretch>
                  <a:fillRect l="-10526" b="-11111"/>
                </a:stretch>
              </a:blipFill>
            </p:spPr>
            <p:txBody>
              <a:bodyPr/>
              <a:lstStyle/>
              <a:p>
                <a:r>
                  <a:rPr lang="en-US">
                    <a:noFill/>
                  </a:rPr>
                  <a:t> </a:t>
                </a:r>
              </a:p>
            </p:txBody>
          </p:sp>
        </mc:Fallback>
      </mc:AlternateContent>
      <p:cxnSp>
        <p:nvCxnSpPr>
          <p:cNvPr id="109" name="Straight Arrow Connector 108">
            <a:extLst>
              <a:ext uri="{FF2B5EF4-FFF2-40B4-BE49-F238E27FC236}">
                <a16:creationId xmlns:a16="http://schemas.microsoft.com/office/drawing/2014/main" id="{1F24F270-2FB5-3C46-91D8-8E9C77B9D8C5}"/>
              </a:ext>
            </a:extLst>
          </p:cNvPr>
          <p:cNvCxnSpPr>
            <a:cxnSpLocks/>
            <a:stCxn id="125" idx="2"/>
          </p:cNvCxnSpPr>
          <p:nvPr/>
        </p:nvCxnSpPr>
        <p:spPr>
          <a:xfrm flipH="1" flipV="1">
            <a:off x="6146768" y="4225388"/>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AD381948-DC7B-9C4F-B528-367ADAAE13D0}"/>
              </a:ext>
            </a:extLst>
          </p:cNvPr>
          <p:cNvSpPr>
            <a:spLocks noChangeAspect="1"/>
          </p:cNvSpPr>
          <p:nvPr/>
        </p:nvSpPr>
        <p:spPr>
          <a:xfrm>
            <a:off x="5852625"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1" name="Oval 110">
            <a:extLst>
              <a:ext uri="{FF2B5EF4-FFF2-40B4-BE49-F238E27FC236}">
                <a16:creationId xmlns:a16="http://schemas.microsoft.com/office/drawing/2014/main" id="{81A4BB28-C262-324D-BE36-059D2357FC05}"/>
              </a:ext>
            </a:extLst>
          </p:cNvPr>
          <p:cNvSpPr>
            <a:spLocks noChangeAspect="1"/>
          </p:cNvSpPr>
          <p:nvPr/>
        </p:nvSpPr>
        <p:spPr>
          <a:xfrm>
            <a:off x="5292323"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2" name="Oval 111">
            <a:extLst>
              <a:ext uri="{FF2B5EF4-FFF2-40B4-BE49-F238E27FC236}">
                <a16:creationId xmlns:a16="http://schemas.microsoft.com/office/drawing/2014/main" id="{C594DD55-65B3-4F4B-8344-806C384BD96B}"/>
              </a:ext>
            </a:extLst>
          </p:cNvPr>
          <p:cNvSpPr>
            <a:spLocks noChangeAspect="1"/>
          </p:cNvSpPr>
          <p:nvPr/>
        </p:nvSpPr>
        <p:spPr>
          <a:xfrm>
            <a:off x="6714714" y="572555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3" name="Oval 112">
            <a:extLst>
              <a:ext uri="{FF2B5EF4-FFF2-40B4-BE49-F238E27FC236}">
                <a16:creationId xmlns:a16="http://schemas.microsoft.com/office/drawing/2014/main" id="{2929C73A-9B41-714E-A441-464A87A91992}"/>
              </a:ext>
            </a:extLst>
          </p:cNvPr>
          <p:cNvSpPr>
            <a:spLocks noChangeAspect="1"/>
          </p:cNvSpPr>
          <p:nvPr/>
        </p:nvSpPr>
        <p:spPr>
          <a:xfrm>
            <a:off x="60082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5" name="Oval 114">
            <a:extLst>
              <a:ext uri="{FF2B5EF4-FFF2-40B4-BE49-F238E27FC236}">
                <a16:creationId xmlns:a16="http://schemas.microsoft.com/office/drawing/2014/main" id="{730E4460-D127-224F-99AD-2BFFAB48F65A}"/>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16" name="Straight Arrow Connector 115">
            <a:extLst>
              <a:ext uri="{FF2B5EF4-FFF2-40B4-BE49-F238E27FC236}">
                <a16:creationId xmlns:a16="http://schemas.microsoft.com/office/drawing/2014/main" id="{71D10BF3-0207-5547-8309-0FFA29B28E80}"/>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9AB7BB04-C102-9149-B770-025415777D68}"/>
              </a:ext>
            </a:extLst>
          </p:cNvPr>
          <p:cNvCxnSpPr>
            <a:cxnSpLocks/>
          </p:cNvCxnSpPr>
          <p:nvPr/>
        </p:nvCxnSpPr>
        <p:spPr>
          <a:xfrm flipV="1">
            <a:off x="6156299" y="6296036"/>
            <a:ext cx="1551530" cy="13686"/>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5" name="Oval 124">
            <a:extLst>
              <a:ext uri="{FF2B5EF4-FFF2-40B4-BE49-F238E27FC236}">
                <a16:creationId xmlns:a16="http://schemas.microsoft.com/office/drawing/2014/main" id="{829C2511-BFFC-B143-9663-C1B21CE287D1}"/>
              </a:ext>
            </a:extLst>
          </p:cNvPr>
          <p:cNvSpPr>
            <a:spLocks noChangeAspect="1"/>
          </p:cNvSpPr>
          <p:nvPr/>
        </p:nvSpPr>
        <p:spPr>
          <a:xfrm>
            <a:off x="615312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xmlns:a16="http://schemas.microsoft.com/office/drawing/2014/main" id="{8CAE5FC3-26FF-1549-B43E-891E0833238D}"/>
              </a:ext>
            </a:extLst>
          </p:cNvPr>
          <p:cNvGrpSpPr/>
          <p:nvPr/>
        </p:nvGrpSpPr>
        <p:grpSpPr>
          <a:xfrm>
            <a:off x="1892594" y="5840077"/>
            <a:ext cx="917952" cy="836637"/>
            <a:chOff x="1892594" y="5840077"/>
            <a:chExt cx="917952" cy="836637"/>
          </a:xfrm>
        </p:grpSpPr>
        <p:grpSp>
          <p:nvGrpSpPr>
            <p:cNvPr id="61" name="Group 60">
              <a:extLst>
                <a:ext uri="{FF2B5EF4-FFF2-40B4-BE49-F238E27FC236}">
                  <a16:creationId xmlns:a16="http://schemas.microsoft.com/office/drawing/2014/main" id="{F12DF147-6989-C541-A8AB-2BC8F02BFF58}"/>
                </a:ext>
              </a:extLst>
            </p:cNvPr>
            <p:cNvGrpSpPr/>
            <p:nvPr/>
          </p:nvGrpSpPr>
          <p:grpSpPr>
            <a:xfrm>
              <a:off x="1892594" y="5840077"/>
              <a:ext cx="917952" cy="836637"/>
              <a:chOff x="543660" y="2163977"/>
              <a:chExt cx="917952" cy="836637"/>
            </a:xfrm>
          </p:grpSpPr>
          <p:sp>
            <p:nvSpPr>
              <p:cNvPr id="60" name="Oval 59">
                <a:extLst>
                  <a:ext uri="{FF2B5EF4-FFF2-40B4-BE49-F238E27FC236}">
                    <a16:creationId xmlns:a16="http://schemas.microsoft.com/office/drawing/2014/main"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xmlns:a16="http://schemas.microsoft.com/office/drawing/2014/main"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xmlns:a16="http://schemas.microsoft.com/office/drawing/2014/main"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xmlns:a16="http://schemas.microsoft.com/office/drawing/2014/main"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xmlns:a16="http://schemas.microsoft.com/office/drawing/2014/main"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xmlns:a16="http://schemas.microsoft.com/office/drawing/2014/main"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6" name="Oval 125">
              <a:extLst>
                <a:ext uri="{FF2B5EF4-FFF2-40B4-BE49-F238E27FC236}">
                  <a16:creationId xmlns:a16="http://schemas.microsoft.com/office/drawing/2014/main" id="{920F6DEE-3F1F-E244-9A3A-082A6A36D78B}"/>
                </a:ext>
              </a:extLst>
            </p:cNvPr>
            <p:cNvSpPr>
              <a:spLocks noChangeAspect="1"/>
            </p:cNvSpPr>
            <p:nvPr/>
          </p:nvSpPr>
          <p:spPr>
            <a:xfrm flipH="1">
              <a:off x="2197431" y="61049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7" name="Oval 126">
            <a:extLst>
              <a:ext uri="{FF2B5EF4-FFF2-40B4-BE49-F238E27FC236}">
                <a16:creationId xmlns:a16="http://schemas.microsoft.com/office/drawing/2014/main" id="{CACD3CF7-1ABF-014B-A933-7030F4A4FBA4}"/>
              </a:ext>
            </a:extLst>
          </p:cNvPr>
          <p:cNvSpPr>
            <a:spLocks noChangeAspect="1"/>
          </p:cNvSpPr>
          <p:nvPr/>
        </p:nvSpPr>
        <p:spPr>
          <a:xfrm flipH="1">
            <a:off x="2588818" y="4352991"/>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xmlns:a16="http://schemas.microsoft.com/office/drawing/2014/main" id="{B2ED3B0E-B63B-CB43-9BBC-74DB3CAA1C84}"/>
              </a:ext>
            </a:extLst>
          </p:cNvPr>
          <p:cNvGrpSpPr/>
          <p:nvPr/>
        </p:nvGrpSpPr>
        <p:grpSpPr>
          <a:xfrm>
            <a:off x="3761102" y="2776589"/>
            <a:ext cx="917709" cy="836637"/>
            <a:chOff x="3761102" y="2776589"/>
            <a:chExt cx="917709" cy="836637"/>
          </a:xfrm>
        </p:grpSpPr>
        <p:grpSp>
          <p:nvGrpSpPr>
            <p:cNvPr id="43" name="Group 42">
              <a:extLst>
                <a:ext uri="{FF2B5EF4-FFF2-40B4-BE49-F238E27FC236}">
                  <a16:creationId xmlns:a16="http://schemas.microsoft.com/office/drawing/2014/main" id="{A118C2B9-7D34-6940-813F-3AE7959B6A83}"/>
                </a:ext>
              </a:extLst>
            </p:cNvPr>
            <p:cNvGrpSpPr/>
            <p:nvPr/>
          </p:nvGrpSpPr>
          <p:grpSpPr>
            <a:xfrm flipH="1">
              <a:off x="3761102" y="2776589"/>
              <a:ext cx="917709" cy="836637"/>
              <a:chOff x="2637056" y="2170327"/>
              <a:chExt cx="917709" cy="836637"/>
            </a:xfrm>
          </p:grpSpPr>
          <p:sp>
            <p:nvSpPr>
              <p:cNvPr id="42" name="Oval 41">
                <a:extLst>
                  <a:ext uri="{FF2B5EF4-FFF2-40B4-BE49-F238E27FC236}">
                    <a16:creationId xmlns:a16="http://schemas.microsoft.com/office/drawing/2014/main"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xmlns:a16="http://schemas.microsoft.com/office/drawing/2014/main"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xmlns:a16="http://schemas.microsoft.com/office/drawing/2014/main"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xmlns:a16="http://schemas.microsoft.com/office/drawing/2014/main"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xmlns:a16="http://schemas.microsoft.com/office/drawing/2014/main"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xmlns:a16="http://schemas.microsoft.com/office/drawing/2014/main"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8" name="Oval 127">
              <a:extLst>
                <a:ext uri="{FF2B5EF4-FFF2-40B4-BE49-F238E27FC236}">
                  <a16:creationId xmlns:a16="http://schemas.microsoft.com/office/drawing/2014/main" id="{540BC603-4E5B-2142-9B0D-1889A4E683E0}"/>
                </a:ext>
              </a:extLst>
            </p:cNvPr>
            <p:cNvSpPr>
              <a:spLocks noChangeAspect="1"/>
            </p:cNvSpPr>
            <p:nvPr/>
          </p:nvSpPr>
          <p:spPr>
            <a:xfrm flipH="1">
              <a:off x="4065705" y="3041555"/>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 name="Group 6">
            <a:extLst>
              <a:ext uri="{FF2B5EF4-FFF2-40B4-BE49-F238E27FC236}">
                <a16:creationId xmlns:a16="http://schemas.microsoft.com/office/drawing/2014/main" id="{E35527EC-ED48-3B4B-B5A4-38F8D6867B9E}"/>
              </a:ext>
            </a:extLst>
          </p:cNvPr>
          <p:cNvGrpSpPr/>
          <p:nvPr/>
        </p:nvGrpSpPr>
        <p:grpSpPr>
          <a:xfrm>
            <a:off x="5698856" y="2333562"/>
            <a:ext cx="917709" cy="834410"/>
            <a:chOff x="5698856" y="2333562"/>
            <a:chExt cx="917709" cy="834410"/>
          </a:xfrm>
        </p:grpSpPr>
        <p:grpSp>
          <p:nvGrpSpPr>
            <p:cNvPr id="20" name="Group 19">
              <a:extLst>
                <a:ext uri="{FF2B5EF4-FFF2-40B4-BE49-F238E27FC236}">
                  <a16:creationId xmlns:a16="http://schemas.microsoft.com/office/drawing/2014/main" id="{9101640C-6DAF-2446-8980-DFA0041214E9}"/>
                </a:ext>
              </a:extLst>
            </p:cNvPr>
            <p:cNvGrpSpPr/>
            <p:nvPr/>
          </p:nvGrpSpPr>
          <p:grpSpPr>
            <a:xfrm flipH="1">
              <a:off x="5698856" y="2333562"/>
              <a:ext cx="917709" cy="834410"/>
              <a:chOff x="2223071" y="1895856"/>
              <a:chExt cx="917709" cy="834410"/>
            </a:xfrm>
          </p:grpSpPr>
          <p:sp>
            <p:nvSpPr>
              <p:cNvPr id="10" name="Oval 9">
                <a:extLst>
                  <a:ext uri="{FF2B5EF4-FFF2-40B4-BE49-F238E27FC236}">
                    <a16:creationId xmlns:a16="http://schemas.microsoft.com/office/drawing/2014/main"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xmlns:a16="http://schemas.microsoft.com/office/drawing/2014/main"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xmlns:a16="http://schemas.microsoft.com/office/drawing/2014/main"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xmlns:a16="http://schemas.microsoft.com/office/drawing/2014/main"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xmlns:a16="http://schemas.microsoft.com/office/drawing/2014/main"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1" name="Oval 130">
              <a:extLst>
                <a:ext uri="{FF2B5EF4-FFF2-40B4-BE49-F238E27FC236}">
                  <a16:creationId xmlns:a16="http://schemas.microsoft.com/office/drawing/2014/main" id="{50B28DC3-D8B4-314A-A56C-26E2ED2B2FC9}"/>
                </a:ext>
              </a:extLst>
            </p:cNvPr>
            <p:cNvSpPr>
              <a:spLocks noChangeAspect="1"/>
            </p:cNvSpPr>
            <p:nvPr/>
          </p:nvSpPr>
          <p:spPr>
            <a:xfrm flipH="1">
              <a:off x="6005159" y="2599052"/>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2" name="Oval 131">
            <a:extLst>
              <a:ext uri="{FF2B5EF4-FFF2-40B4-BE49-F238E27FC236}">
                <a16:creationId xmlns:a16="http://schemas.microsoft.com/office/drawing/2014/main" id="{9D1C42CD-5EAD-4F4F-8C2A-698602877114}"/>
              </a:ext>
            </a:extLst>
          </p:cNvPr>
          <p:cNvSpPr>
            <a:spLocks noChangeAspect="1"/>
          </p:cNvSpPr>
          <p:nvPr/>
        </p:nvSpPr>
        <p:spPr>
          <a:xfrm flipH="1">
            <a:off x="7855794" y="299727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4" name="Group 3">
            <a:extLst>
              <a:ext uri="{FF2B5EF4-FFF2-40B4-BE49-F238E27FC236}">
                <a16:creationId xmlns:a16="http://schemas.microsoft.com/office/drawing/2014/main" id="{57F2B935-8EFB-6C4A-9A39-A5FD30139118}"/>
              </a:ext>
            </a:extLst>
          </p:cNvPr>
          <p:cNvGrpSpPr/>
          <p:nvPr/>
        </p:nvGrpSpPr>
        <p:grpSpPr>
          <a:xfrm>
            <a:off x="8942539" y="4146849"/>
            <a:ext cx="917709" cy="834410"/>
            <a:chOff x="8942539" y="4146849"/>
            <a:chExt cx="917709" cy="834410"/>
          </a:xfrm>
        </p:grpSpPr>
        <p:grpSp>
          <p:nvGrpSpPr>
            <p:cNvPr id="73" name="Group 72">
              <a:extLst>
                <a:ext uri="{FF2B5EF4-FFF2-40B4-BE49-F238E27FC236}">
                  <a16:creationId xmlns:a16="http://schemas.microsoft.com/office/drawing/2014/main" id="{22DF8984-FCBC-C34F-94D2-222BA27E89BF}"/>
                </a:ext>
              </a:extLst>
            </p:cNvPr>
            <p:cNvGrpSpPr/>
            <p:nvPr/>
          </p:nvGrpSpPr>
          <p:grpSpPr>
            <a:xfrm>
              <a:off x="8942539" y="4146849"/>
              <a:ext cx="917709" cy="834410"/>
              <a:chOff x="1744881" y="933357"/>
              <a:chExt cx="917709" cy="834410"/>
            </a:xfrm>
          </p:grpSpPr>
          <p:sp>
            <p:nvSpPr>
              <p:cNvPr id="72" name="Oval 71">
                <a:extLst>
                  <a:ext uri="{FF2B5EF4-FFF2-40B4-BE49-F238E27FC236}">
                    <a16:creationId xmlns:a16="http://schemas.microsoft.com/office/drawing/2014/main"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xmlns:a16="http://schemas.microsoft.com/office/drawing/2014/main"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xmlns:a16="http://schemas.microsoft.com/office/drawing/2014/main"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xmlns:a16="http://schemas.microsoft.com/office/drawing/2014/main"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xmlns:a16="http://schemas.microsoft.com/office/drawing/2014/main"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xmlns:a16="http://schemas.microsoft.com/office/drawing/2014/main"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3" name="Oval 132">
              <a:extLst>
                <a:ext uri="{FF2B5EF4-FFF2-40B4-BE49-F238E27FC236}">
                  <a16:creationId xmlns:a16="http://schemas.microsoft.com/office/drawing/2014/main" id="{9355555A-A1A5-F842-86CE-AF0F84B65972}"/>
                </a:ext>
              </a:extLst>
            </p:cNvPr>
            <p:cNvSpPr>
              <a:spLocks noChangeAspect="1"/>
            </p:cNvSpPr>
            <p:nvPr/>
          </p:nvSpPr>
          <p:spPr>
            <a:xfrm flipH="1">
              <a:off x="9246446" y="4415117"/>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4" name="Oval 133">
            <a:extLst>
              <a:ext uri="{FF2B5EF4-FFF2-40B4-BE49-F238E27FC236}">
                <a16:creationId xmlns:a16="http://schemas.microsoft.com/office/drawing/2014/main" id="{29CC7274-6D91-A441-B194-4D25159716F7}"/>
              </a:ext>
            </a:extLst>
          </p:cNvPr>
          <p:cNvSpPr>
            <a:spLocks noChangeAspect="1"/>
          </p:cNvSpPr>
          <p:nvPr/>
        </p:nvSpPr>
        <p:spPr>
          <a:xfrm flipH="1">
            <a:off x="9686630" y="61176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5" name="Oval 134">
            <a:extLst>
              <a:ext uri="{FF2B5EF4-FFF2-40B4-BE49-F238E27FC236}">
                <a16:creationId xmlns:a16="http://schemas.microsoft.com/office/drawing/2014/main" id="{E45630C0-22DA-644D-8BFF-D8AC190E483A}"/>
              </a:ext>
            </a:extLst>
          </p:cNvPr>
          <p:cNvSpPr>
            <a:spLocks noChangeAspect="1"/>
          </p:cNvSpPr>
          <p:nvPr/>
        </p:nvSpPr>
        <p:spPr>
          <a:xfrm flipH="1">
            <a:off x="2569595" y="67792"/>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1566432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99E525B2-85EB-994C-BBE9-8BB64FA0A52B}"/>
              </a:ext>
            </a:extLst>
          </p:cNvPr>
          <p:cNvGrpSpPr/>
          <p:nvPr/>
        </p:nvGrpSpPr>
        <p:grpSpPr>
          <a:xfrm>
            <a:off x="2912936" y="3258321"/>
            <a:ext cx="6441583" cy="5719554"/>
            <a:chOff x="5794563" y="713422"/>
            <a:chExt cx="6441583" cy="5719554"/>
          </a:xfrm>
        </p:grpSpPr>
        <p:grpSp>
          <p:nvGrpSpPr>
            <p:cNvPr id="84" name="Group 83">
              <a:extLst>
                <a:ext uri="{FF2B5EF4-FFF2-40B4-BE49-F238E27FC236}">
                  <a16:creationId xmlns:a16="http://schemas.microsoft.com/office/drawing/2014/main"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xmlns:a16="http://schemas.microsoft.com/office/drawing/2014/main"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xmlns:a16="http://schemas.microsoft.com/office/drawing/2014/main"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xmlns:a16="http://schemas.microsoft.com/office/drawing/2014/main"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xmlns:a16="http://schemas.microsoft.com/office/drawing/2014/main"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xmlns:a16="http://schemas.microsoft.com/office/drawing/2014/main"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xmlns:a16="http://schemas.microsoft.com/office/drawing/2014/main"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xmlns:a16="http://schemas.microsoft.com/office/drawing/2014/main"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xmlns:a16="http://schemas.microsoft.com/office/drawing/2014/main"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xmlns:a16="http://schemas.microsoft.com/office/drawing/2014/main"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xmlns:a16="http://schemas.microsoft.com/office/drawing/2014/main"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xmlns:a16="http://schemas.microsoft.com/office/drawing/2014/main"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xmlns:a16="http://schemas.microsoft.com/office/drawing/2014/main"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xmlns:a16="http://schemas.microsoft.com/office/drawing/2014/main"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xmlns:a16="http://schemas.microsoft.com/office/drawing/2014/main"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43" name="Group 42">
            <a:extLst>
              <a:ext uri="{FF2B5EF4-FFF2-40B4-BE49-F238E27FC236}">
                <a16:creationId xmlns:a16="http://schemas.microsoft.com/office/drawing/2014/main" id="{A118C2B9-7D34-6940-813F-3AE7959B6A83}"/>
              </a:ext>
            </a:extLst>
          </p:cNvPr>
          <p:cNvGrpSpPr/>
          <p:nvPr/>
        </p:nvGrpSpPr>
        <p:grpSpPr>
          <a:xfrm flipH="1">
            <a:off x="3757927" y="2776589"/>
            <a:ext cx="917709" cy="836637"/>
            <a:chOff x="2637056" y="2170327"/>
            <a:chExt cx="917709" cy="836637"/>
          </a:xfrm>
        </p:grpSpPr>
        <p:sp>
          <p:nvSpPr>
            <p:cNvPr id="42" name="Oval 41">
              <a:extLst>
                <a:ext uri="{FF2B5EF4-FFF2-40B4-BE49-F238E27FC236}">
                  <a16:creationId xmlns:a16="http://schemas.microsoft.com/office/drawing/2014/main"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xmlns:a16="http://schemas.microsoft.com/office/drawing/2014/main"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xmlns:a16="http://schemas.microsoft.com/office/drawing/2014/main"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xmlns:a16="http://schemas.microsoft.com/office/drawing/2014/main"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xmlns:a16="http://schemas.microsoft.com/office/drawing/2014/main"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xmlns:a16="http://schemas.microsoft.com/office/drawing/2014/main"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1" name="Group 60">
            <a:extLst>
              <a:ext uri="{FF2B5EF4-FFF2-40B4-BE49-F238E27FC236}">
                <a16:creationId xmlns:a16="http://schemas.microsoft.com/office/drawing/2014/main" id="{F12DF147-6989-C541-A8AB-2BC8F02BFF58}"/>
              </a:ext>
            </a:extLst>
          </p:cNvPr>
          <p:cNvGrpSpPr/>
          <p:nvPr/>
        </p:nvGrpSpPr>
        <p:grpSpPr>
          <a:xfrm>
            <a:off x="1889419" y="5840077"/>
            <a:ext cx="917952" cy="836637"/>
            <a:chOff x="543660" y="2163977"/>
            <a:chExt cx="917952" cy="836637"/>
          </a:xfrm>
        </p:grpSpPr>
        <p:sp>
          <p:nvSpPr>
            <p:cNvPr id="60" name="Oval 59">
              <a:extLst>
                <a:ext uri="{FF2B5EF4-FFF2-40B4-BE49-F238E27FC236}">
                  <a16:creationId xmlns:a16="http://schemas.microsoft.com/office/drawing/2014/main"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xmlns:a16="http://schemas.microsoft.com/office/drawing/2014/main"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xmlns:a16="http://schemas.microsoft.com/office/drawing/2014/main"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xmlns:a16="http://schemas.microsoft.com/office/drawing/2014/main"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xmlns:a16="http://schemas.microsoft.com/office/drawing/2014/main"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xmlns:a16="http://schemas.microsoft.com/office/drawing/2014/main"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3" name="Group 72">
            <a:extLst>
              <a:ext uri="{FF2B5EF4-FFF2-40B4-BE49-F238E27FC236}">
                <a16:creationId xmlns:a16="http://schemas.microsoft.com/office/drawing/2014/main" id="{22DF8984-FCBC-C34F-94D2-222BA27E89BF}"/>
              </a:ext>
            </a:extLst>
          </p:cNvPr>
          <p:cNvGrpSpPr/>
          <p:nvPr/>
        </p:nvGrpSpPr>
        <p:grpSpPr>
          <a:xfrm>
            <a:off x="8939364" y="4146849"/>
            <a:ext cx="917709" cy="834410"/>
            <a:chOff x="1744881" y="933357"/>
            <a:chExt cx="917709" cy="834410"/>
          </a:xfrm>
        </p:grpSpPr>
        <p:sp>
          <p:nvSpPr>
            <p:cNvPr id="72" name="Oval 71">
              <a:extLst>
                <a:ext uri="{FF2B5EF4-FFF2-40B4-BE49-F238E27FC236}">
                  <a16:creationId xmlns:a16="http://schemas.microsoft.com/office/drawing/2014/main"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xmlns:a16="http://schemas.microsoft.com/office/drawing/2014/main"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xmlns:a16="http://schemas.microsoft.com/office/drawing/2014/main"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xmlns:a16="http://schemas.microsoft.com/office/drawing/2014/main"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xmlns:a16="http://schemas.microsoft.com/office/drawing/2014/main"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xmlns:a16="http://schemas.microsoft.com/office/drawing/2014/main"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xmlns:a16="http://schemas.microsoft.com/office/drawing/2014/main" id="{1393166F-73EA-5946-BE35-4B6A32B5D6B2}"/>
              </a:ext>
            </a:extLst>
          </p:cNvPr>
          <p:cNvSpPr/>
          <p:nvPr/>
        </p:nvSpPr>
        <p:spPr>
          <a:xfrm flipH="1">
            <a:off x="3833072" y="3956619"/>
            <a:ext cx="4663440" cy="4663440"/>
          </a:xfrm>
          <a:prstGeom prst="arc">
            <a:avLst>
              <a:gd name="adj1" fmla="val 9906466"/>
              <a:gd name="adj2" fmla="val 866525"/>
            </a:avLst>
          </a:prstGeom>
          <a:ln w="184150">
            <a:gradFill flip="none" rotWithShape="1">
              <a:gsLst>
                <a:gs pos="0">
                  <a:srgbClr val="FF0000"/>
                </a:gs>
                <a:gs pos="100000">
                  <a:srgbClr val="0070C0"/>
                </a:gs>
              </a:gsLst>
              <a:lin ang="0" scaled="0"/>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DDC3C1AC-7047-034A-B283-7E20F02DAE53}"/>
              </a:ext>
            </a:extLst>
          </p:cNvPr>
          <p:cNvSpPr txBox="1"/>
          <p:nvPr/>
        </p:nvSpPr>
        <p:spPr>
          <a:xfrm>
            <a:off x="266330" y="292963"/>
            <a:ext cx="4763355" cy="369332"/>
          </a:xfrm>
          <a:prstGeom prst="rect">
            <a:avLst/>
          </a:prstGeom>
          <a:noFill/>
        </p:spPr>
        <p:txBody>
          <a:bodyPr wrap="none" rtlCol="0">
            <a:spAutoFit/>
          </a:bodyPr>
          <a:lstStyle/>
          <a:p>
            <a:r>
              <a:rPr lang="en-US" dirty="0"/>
              <a:t>Right Handed Couplings with Anti-Noether cores.</a:t>
            </a:r>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11C66FA5-7CAD-F147-A530-9C5992540A43}"/>
                  </a:ext>
                </a:extLst>
              </p:cNvPr>
              <p:cNvSpPr txBox="1"/>
              <p:nvPr/>
            </p:nvSpPr>
            <p:spPr>
              <a:xfrm>
                <a:off x="1302695" y="3770654"/>
                <a:ext cx="245195" cy="247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bar>
                            <m:barPr>
                              <m:pos m:val="top"/>
                              <m:ctrlPr>
                                <a:rPr lang="en-US" sz="1400" i="1">
                                  <a:solidFill>
                                    <a:srgbClr val="0070C0"/>
                                  </a:solidFill>
                                  <a:latin typeface="Cambria Math" panose="02040503050406030204" pitchFamily="18" charset="0"/>
                                  <a:ea typeface="Cambria Math" panose="02040503050406030204" pitchFamily="18" charset="0"/>
                                </a:rPr>
                              </m:ctrlPr>
                            </m:barPr>
                            <m:e>
                              <m:r>
                                <a:rPr lang="en-US" sz="1400" i="1">
                                  <a:solidFill>
                                    <a:srgbClr val="0070C0"/>
                                  </a:solidFill>
                                  <a:latin typeface="Cambria Math" panose="02040503050406030204" pitchFamily="18" charset="0"/>
                                  <a:ea typeface="Cambria Math" panose="02040503050406030204" pitchFamily="18" charset="0"/>
                                </a:rPr>
                                <m:t>𝑢</m:t>
                              </m:r>
                            </m:e>
                          </m:bar>
                        </m:e>
                        <m:sub>
                          <m:r>
                            <a:rPr lang="en-US" sz="1400" i="1">
                              <a:solidFill>
                                <a:srgbClr val="0070C0"/>
                              </a:solidFill>
                              <a:latin typeface="Cambria Math" panose="02040503050406030204" pitchFamily="18" charset="0"/>
                              <a:ea typeface="Cambria Math" panose="02040503050406030204" pitchFamily="18" charset="0"/>
                            </a:rPr>
                            <m:t> </m:t>
                          </m:r>
                        </m:sub>
                        <m:sup>
                          <m:r>
                            <a:rPr lang="en-US" sz="1400" b="0" i="1" smtClean="0">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93" name="TextBox 92">
                <a:extLst>
                  <a:ext uri="{FF2B5EF4-FFF2-40B4-BE49-F238E27FC236}">
                    <a16:creationId xmlns:a16="http://schemas.microsoft.com/office/drawing/2014/main" id="{11C66FA5-7CAD-F147-A530-9C5992540A43}"/>
                  </a:ext>
                </a:extLst>
              </p:cNvPr>
              <p:cNvSpPr txBox="1">
                <a:spLocks noRot="1" noChangeAspect="1" noMove="1" noResize="1" noEditPoints="1" noAdjustHandles="1" noChangeArrowheads="1" noChangeShapeType="1" noTextEdit="1"/>
              </p:cNvSpPr>
              <p:nvPr/>
            </p:nvSpPr>
            <p:spPr>
              <a:xfrm>
                <a:off x="1302695" y="3770654"/>
                <a:ext cx="245195" cy="247697"/>
              </a:xfrm>
              <a:prstGeom prst="rect">
                <a:avLst/>
              </a:prstGeom>
              <a:blipFill>
                <a:blip r:embed="rId3"/>
                <a:stretch>
                  <a:fillRect l="-10000" t="-5000" r="-5000"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E7F474B7-FFE7-D043-8AC6-091A8C8887A3}"/>
                  </a:ext>
                </a:extLst>
              </p:cNvPr>
              <p:cNvSpPr txBox="1"/>
              <p:nvPr/>
            </p:nvSpPr>
            <p:spPr>
              <a:xfrm>
                <a:off x="1617614" y="3935074"/>
                <a:ext cx="227113"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bar>
                            <m:barPr>
                              <m:pos m:val="top"/>
                              <m:ctrlPr>
                                <a:rPr lang="en-US" sz="1400" i="1">
                                  <a:solidFill>
                                    <a:srgbClr val="0070C0"/>
                                  </a:solidFill>
                                  <a:latin typeface="Cambria Math" panose="02040503050406030204" pitchFamily="18" charset="0"/>
                                  <a:ea typeface="Cambria Math" panose="02040503050406030204" pitchFamily="18" charset="0"/>
                                </a:rPr>
                              </m:ctrlPr>
                            </m:barPr>
                            <m:e>
                              <m:r>
                                <a:rPr lang="en-US" sz="1400" b="0" i="1" smtClean="0">
                                  <a:solidFill>
                                    <a:srgbClr val="0070C0"/>
                                  </a:solidFill>
                                  <a:latin typeface="Cambria Math" panose="02040503050406030204" pitchFamily="18" charset="0"/>
                                  <a:ea typeface="Cambria Math" panose="02040503050406030204" pitchFamily="18" charset="0"/>
                                </a:rPr>
                                <m:t>𝑐</m:t>
                              </m:r>
                            </m:e>
                          </m:bar>
                        </m:e>
                        <m:sub>
                          <m:r>
                            <a:rPr lang="en-US" sz="1400" i="1">
                              <a:solidFill>
                                <a:srgbClr val="0070C0"/>
                              </a:solidFill>
                              <a:latin typeface="Cambria Math" panose="02040503050406030204" pitchFamily="18" charset="0"/>
                              <a:ea typeface="Cambria Math" panose="02040503050406030204" pitchFamily="18" charset="0"/>
                            </a:rPr>
                            <m:t> </m:t>
                          </m:r>
                        </m:sub>
                        <m:sup>
                          <m:r>
                            <a:rPr lang="en-US" sz="1400" b="0" i="1" smtClean="0">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05" name="TextBox 104">
                <a:extLst>
                  <a:ext uri="{FF2B5EF4-FFF2-40B4-BE49-F238E27FC236}">
                    <a16:creationId xmlns:a16="http://schemas.microsoft.com/office/drawing/2014/main" id="{E7F474B7-FFE7-D043-8AC6-091A8C8887A3}"/>
                  </a:ext>
                </a:extLst>
              </p:cNvPr>
              <p:cNvSpPr txBox="1">
                <a:spLocks noRot="1" noChangeAspect="1" noMove="1" noResize="1" noEditPoints="1" noAdjustHandles="1" noChangeArrowheads="1" noChangeShapeType="1" noTextEdit="1"/>
              </p:cNvSpPr>
              <p:nvPr/>
            </p:nvSpPr>
            <p:spPr>
              <a:xfrm>
                <a:off x="1617614" y="3935074"/>
                <a:ext cx="227113" cy="247632"/>
              </a:xfrm>
              <a:prstGeom prst="rect">
                <a:avLst/>
              </a:prstGeom>
              <a:blipFill>
                <a:blip r:embed="rId4"/>
                <a:stretch>
                  <a:fillRect l="-10526" t="-5000" r="-526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10D15B7-9C27-6044-B2EA-AAA396CAA733}"/>
                  </a:ext>
                </a:extLst>
              </p:cNvPr>
              <p:cNvSpPr txBox="1"/>
              <p:nvPr/>
            </p:nvSpPr>
            <p:spPr>
              <a:xfrm>
                <a:off x="1877659" y="4081922"/>
                <a:ext cx="212943" cy="2678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bar>
                            <m:barPr>
                              <m:pos m:val="top"/>
                              <m:ctrlPr>
                                <a:rPr lang="en-US" sz="1400" i="1">
                                  <a:solidFill>
                                    <a:srgbClr val="0070C0"/>
                                  </a:solidFill>
                                  <a:latin typeface="Cambria Math" panose="02040503050406030204" pitchFamily="18" charset="0"/>
                                  <a:ea typeface="Cambria Math" panose="02040503050406030204" pitchFamily="18" charset="0"/>
                                </a:rPr>
                              </m:ctrlPr>
                            </m:barPr>
                            <m:e>
                              <m:r>
                                <a:rPr lang="en-US" sz="1400" b="0" i="1" smtClean="0">
                                  <a:solidFill>
                                    <a:srgbClr val="0070C0"/>
                                  </a:solidFill>
                                  <a:latin typeface="Cambria Math" panose="02040503050406030204" pitchFamily="18" charset="0"/>
                                  <a:ea typeface="Cambria Math" panose="02040503050406030204" pitchFamily="18" charset="0"/>
                                </a:rPr>
                                <m:t>𝑡</m:t>
                              </m:r>
                            </m:e>
                          </m:bar>
                        </m:e>
                        <m:sub>
                          <m:r>
                            <a:rPr lang="en-US" sz="1400" i="1">
                              <a:solidFill>
                                <a:srgbClr val="0070C0"/>
                              </a:solidFill>
                              <a:latin typeface="Cambria Math" panose="02040503050406030204" pitchFamily="18" charset="0"/>
                              <a:ea typeface="Cambria Math" panose="02040503050406030204" pitchFamily="18" charset="0"/>
                            </a:rPr>
                            <m:t> </m:t>
                          </m:r>
                        </m:sub>
                        <m:sup>
                          <m:r>
                            <a:rPr lang="en-US" sz="1400" b="0" i="1" smtClean="0">
                              <a:solidFill>
                                <a:srgbClr val="0070C0"/>
                              </a:solidFill>
                              <a:latin typeface="Cambria Math" panose="02040503050406030204" pitchFamily="18" charset="0"/>
                              <a:ea typeface="Cambria Math" panose="02040503050406030204" pitchFamily="18" charset="0"/>
                            </a:rPr>
                            <m:t>𝑅</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107" name="TextBox 106">
                <a:extLst>
                  <a:ext uri="{FF2B5EF4-FFF2-40B4-BE49-F238E27FC236}">
                    <a16:creationId xmlns:a16="http://schemas.microsoft.com/office/drawing/2014/main" id="{010D15B7-9C27-6044-B2EA-AAA396CAA733}"/>
                  </a:ext>
                </a:extLst>
              </p:cNvPr>
              <p:cNvSpPr txBox="1">
                <a:spLocks noRot="1" noChangeAspect="1" noMove="1" noResize="1" noEditPoints="1" noAdjustHandles="1" noChangeArrowheads="1" noChangeShapeType="1" noTextEdit="1"/>
              </p:cNvSpPr>
              <p:nvPr/>
            </p:nvSpPr>
            <p:spPr>
              <a:xfrm>
                <a:off x="1877659" y="4081922"/>
                <a:ext cx="212943" cy="267894"/>
              </a:xfrm>
              <a:prstGeom prst="rect">
                <a:avLst/>
              </a:prstGeom>
              <a:blipFill>
                <a:blip r:embed="rId5"/>
                <a:stretch>
                  <a:fillRect l="-11111" r="-5556"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F2A62A7A-F701-894B-B962-B171CDE615B8}"/>
                  </a:ext>
                </a:extLst>
              </p:cNvPr>
              <p:cNvSpPr txBox="1"/>
              <p:nvPr/>
            </p:nvSpPr>
            <p:spPr>
              <a:xfrm flipH="1">
                <a:off x="318541" y="3458599"/>
                <a:ext cx="907684"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𝑻</m:t>
                      </m:r>
                      <m:r>
                        <a:rPr lang="en-US" sz="1400" b="1" i="1" baseline="-25000" smtClean="0">
                          <a:solidFill>
                            <a:srgbClr val="0070C0"/>
                          </a:solidFill>
                          <a:latin typeface="Cambria Math" panose="02040503050406030204" pitchFamily="18" charset="0"/>
                          <a:ea typeface="Cambria Math" panose="02040503050406030204" pitchFamily="18" charset="0"/>
                        </a:rPr>
                        <m:t>𝟑</m:t>
                      </m:r>
                      <m:r>
                        <a:rPr lang="en-US" sz="1400" b="1" i="1" smtClean="0">
                          <a:solidFill>
                            <a:srgbClr val="0070C0"/>
                          </a:solidFill>
                          <a:latin typeface="Cambria Math" panose="02040503050406030204" pitchFamily="18" charset="0"/>
                          <a:ea typeface="Cambria Math" panose="02040503050406030204" pitchFamily="18" charset="0"/>
                        </a:rPr>
                        <m:t>=</m:t>
                      </m:r>
                      <m:f>
                        <m:fPr>
                          <m:type m:val="lin"/>
                          <m:ctrlPr>
                            <a:rPr lang="en-US" sz="1400" b="1" i="1" smtClean="0">
                              <a:solidFill>
                                <a:srgbClr val="0070C0"/>
                              </a:solidFill>
                              <a:latin typeface="Cambria Math" panose="02040503050406030204" pitchFamily="18" charset="0"/>
                              <a:ea typeface="Cambria Math" panose="02040503050406030204" pitchFamily="18" charset="0"/>
                            </a:rPr>
                          </m:ctrlPr>
                        </m:fPr>
                        <m:num>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𝟏</m:t>
                          </m:r>
                        </m:num>
                        <m:den>
                          <m:r>
                            <a:rPr lang="en-US" sz="1400" b="1" i="1" smtClean="0">
                              <a:solidFill>
                                <a:srgbClr val="0070C0"/>
                              </a:solidFill>
                              <a:latin typeface="Cambria Math" panose="02040503050406030204" pitchFamily="18" charset="0"/>
                              <a:ea typeface="Cambria Math" panose="02040503050406030204" pitchFamily="18" charset="0"/>
                            </a:rPr>
                            <m:t>𝟐</m:t>
                          </m:r>
                        </m:den>
                      </m:f>
                    </m:oMath>
                  </m:oMathPara>
                </a14:m>
                <a:br>
                  <a:rPr lang="en-US" sz="1400" b="1" dirty="0">
                    <a:solidFill>
                      <a:srgbClr val="0070C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𝒀</m:t>
                    </m:r>
                    <m:r>
                      <a:rPr lang="en-US" sz="1400" b="1" i="1" baseline="-25000" smtClean="0">
                        <a:solidFill>
                          <a:srgbClr val="0070C0"/>
                        </a:solidFill>
                        <a:latin typeface="Cambria Math" panose="02040503050406030204" pitchFamily="18" charset="0"/>
                        <a:ea typeface="Cambria Math" panose="02040503050406030204" pitchFamily="18" charset="0"/>
                      </a:rPr>
                      <m:t>𝒘</m:t>
                    </m:r>
                  </m:oMath>
                </a14:m>
                <a:r>
                  <a:rPr lang="en-US" sz="1400" b="1" dirty="0">
                    <a:solidFill>
                      <a:srgbClr val="0070C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0070C0"/>
                        </a:solidFill>
                        <a:latin typeface="Cambria Math" panose="02040503050406030204" pitchFamily="18" charset="0"/>
                        <a:ea typeface="Cambria Math" panose="02040503050406030204" pitchFamily="18" charset="0"/>
                      </a:rPr>
                      <m:t>=</m:t>
                    </m:r>
                    <m:f>
                      <m:fPr>
                        <m:type m:val="lin"/>
                        <m:ctrlPr>
                          <a:rPr lang="en-US" sz="1400" b="1" i="1">
                            <a:solidFill>
                              <a:srgbClr val="0070C0"/>
                            </a:solidFill>
                            <a:latin typeface="Cambria Math" panose="02040503050406030204" pitchFamily="18" charset="0"/>
                            <a:ea typeface="Cambria Math" panose="02040503050406030204" pitchFamily="18" charset="0"/>
                          </a:rPr>
                        </m:ctrlPr>
                      </m:fPr>
                      <m:num>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𝟏</m:t>
                        </m:r>
                      </m:num>
                      <m:den>
                        <m:r>
                          <a:rPr lang="en-US" sz="1400" b="1" i="1" smtClean="0">
                            <a:solidFill>
                              <a:srgbClr val="0070C0"/>
                            </a:solidFill>
                            <a:latin typeface="Cambria Math" panose="02040503050406030204" pitchFamily="18" charset="0"/>
                            <a:ea typeface="Cambria Math" panose="02040503050406030204" pitchFamily="18" charset="0"/>
                          </a:rPr>
                          <m:t>𝟑</m:t>
                        </m:r>
                      </m:den>
                    </m:f>
                  </m:oMath>
                </a14:m>
                <a:endParaRPr lang="en-US" sz="1400" b="1" baseline="-25000" dirty="0">
                  <a:solidFill>
                    <a:srgbClr val="0070C0"/>
                  </a:solidFill>
                  <a:latin typeface="Cambria Math" panose="02040503050406030204" pitchFamily="18" charset="0"/>
                  <a:ea typeface="Cambria Math" panose="02040503050406030204" pitchFamily="18" charset="0"/>
                </a:endParaRPr>
              </a:p>
            </p:txBody>
          </p:sp>
        </mc:Choice>
        <mc:Fallback xmlns="">
          <p:sp>
            <p:nvSpPr>
              <p:cNvPr id="108" name="TextBox 107">
                <a:extLst>
                  <a:ext uri="{FF2B5EF4-FFF2-40B4-BE49-F238E27FC236}">
                    <a16:creationId xmlns:a16="http://schemas.microsoft.com/office/drawing/2014/main" id="{F2A62A7A-F701-894B-B962-B171CDE615B8}"/>
                  </a:ext>
                </a:extLst>
              </p:cNvPr>
              <p:cNvSpPr txBox="1">
                <a:spLocks noRot="1" noChangeAspect="1" noMove="1" noResize="1" noEditPoints="1" noAdjustHandles="1" noChangeArrowheads="1" noChangeShapeType="1" noTextEdit="1"/>
              </p:cNvSpPr>
              <p:nvPr/>
            </p:nvSpPr>
            <p:spPr>
              <a:xfrm flipH="1">
                <a:off x="318541" y="3458599"/>
                <a:ext cx="907684" cy="430887"/>
              </a:xfrm>
              <a:prstGeom prst="rect">
                <a:avLst/>
              </a:prstGeom>
              <a:blipFill>
                <a:blip r:embed="rId6"/>
                <a:stretch>
                  <a:fillRect l="-4110" t="-85714" r="-10959" b="-12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B86A5A1C-45AE-FF43-988E-A73A87348EA2}"/>
                  </a:ext>
                </a:extLst>
              </p:cNvPr>
              <p:cNvSpPr txBox="1"/>
              <p:nvPr/>
            </p:nvSpPr>
            <p:spPr>
              <a:xfrm>
                <a:off x="6073879" y="1925658"/>
                <a:ext cx="234680"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ea typeface="Cambria Math" panose="02040503050406030204" pitchFamily="18" charset="0"/>
                            </a:rPr>
                          </m:ctrlPr>
                        </m:sSubSupPr>
                        <m:e>
                          <m:bar>
                            <m:barPr>
                              <m:pos m:val="top"/>
                              <m:ctrlPr>
                                <a:rPr lang="en-US" sz="1400" i="1">
                                  <a:solidFill>
                                    <a:srgbClr val="7030A0"/>
                                  </a:solidFill>
                                  <a:latin typeface="Cambria Math" panose="02040503050406030204" pitchFamily="18" charset="0"/>
                                  <a:ea typeface="Cambria Math" panose="02040503050406030204" pitchFamily="18" charset="0"/>
                                </a:rPr>
                              </m:ctrlPr>
                            </m:barPr>
                            <m:e>
                              <m:r>
                                <a:rPr lang="en-US" sz="1400" i="1">
                                  <a:solidFill>
                                    <a:srgbClr val="7030A0"/>
                                  </a:solidFill>
                                  <a:latin typeface="Cambria Math" panose="02040503050406030204" pitchFamily="18" charset="0"/>
                                  <a:ea typeface="Cambria Math" panose="02040503050406030204" pitchFamily="18" charset="0"/>
                                </a:rPr>
                                <m:t>𝜈</m:t>
                              </m:r>
                            </m:e>
                          </m:bar>
                        </m:e>
                        <m:sub>
                          <m:r>
                            <a:rPr lang="en-US" sz="1400" i="1">
                              <a:solidFill>
                                <a:srgbClr val="7030A0"/>
                              </a:solidFill>
                              <a:latin typeface="Cambria Math" panose="02040503050406030204" pitchFamily="18" charset="0"/>
                              <a:ea typeface="Cambria Math" panose="02040503050406030204" pitchFamily="18" charset="0"/>
                            </a:rPr>
                            <m:t>𝜏</m:t>
                          </m:r>
                        </m:sub>
                        <m:sup>
                          <m:r>
                            <a:rPr lang="en-US" sz="1400" b="0" i="1" smtClean="0">
                              <a:solidFill>
                                <a:srgbClr val="7030A0"/>
                              </a:solidFill>
                              <a:latin typeface="Cambria Math" panose="02040503050406030204" pitchFamily="18" charset="0"/>
                              <a:ea typeface="Cambria Math" panose="02040503050406030204" pitchFamily="18" charset="0"/>
                            </a:rPr>
                            <m:t>𝑅</m:t>
                          </m:r>
                        </m:sup>
                      </m:sSubSup>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18" name="TextBox 117">
                <a:extLst>
                  <a:ext uri="{FF2B5EF4-FFF2-40B4-BE49-F238E27FC236}">
                    <a16:creationId xmlns:a16="http://schemas.microsoft.com/office/drawing/2014/main" id="{B86A5A1C-45AE-FF43-988E-A73A87348EA2}"/>
                  </a:ext>
                </a:extLst>
              </p:cNvPr>
              <p:cNvSpPr txBox="1">
                <a:spLocks noRot="1" noChangeAspect="1" noMove="1" noResize="1" noEditPoints="1" noAdjustHandles="1" noChangeArrowheads="1" noChangeShapeType="1" noTextEdit="1"/>
              </p:cNvSpPr>
              <p:nvPr/>
            </p:nvSpPr>
            <p:spPr>
              <a:xfrm>
                <a:off x="6073879" y="1925658"/>
                <a:ext cx="234680" cy="247632"/>
              </a:xfrm>
              <a:prstGeom prst="rect">
                <a:avLst/>
              </a:prstGeom>
              <a:blipFill>
                <a:blip r:embed="rId7"/>
                <a:stretch>
                  <a:fillRect l="-10526" t="-4762" r="-526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8D64C27E-93AE-2142-B45F-50163E36F8B6}"/>
                  </a:ext>
                </a:extLst>
              </p:cNvPr>
              <p:cNvSpPr txBox="1"/>
              <p:nvPr/>
            </p:nvSpPr>
            <p:spPr>
              <a:xfrm>
                <a:off x="6073879" y="1573511"/>
                <a:ext cx="234680" cy="269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ea typeface="Cambria Math" panose="02040503050406030204" pitchFamily="18" charset="0"/>
                            </a:rPr>
                          </m:ctrlPr>
                        </m:sSubSupPr>
                        <m:e>
                          <m:bar>
                            <m:barPr>
                              <m:pos m:val="top"/>
                              <m:ctrlPr>
                                <a:rPr lang="en-US" sz="1400" i="1">
                                  <a:solidFill>
                                    <a:srgbClr val="7030A0"/>
                                  </a:solidFill>
                                  <a:latin typeface="Cambria Math" panose="02040503050406030204" pitchFamily="18" charset="0"/>
                                  <a:ea typeface="Cambria Math" panose="02040503050406030204" pitchFamily="18" charset="0"/>
                                </a:rPr>
                              </m:ctrlPr>
                            </m:barPr>
                            <m:e>
                              <m:r>
                                <a:rPr lang="en-US" sz="1400" i="1">
                                  <a:solidFill>
                                    <a:srgbClr val="7030A0"/>
                                  </a:solidFill>
                                  <a:latin typeface="Cambria Math" panose="02040503050406030204" pitchFamily="18" charset="0"/>
                                  <a:ea typeface="Cambria Math" panose="02040503050406030204" pitchFamily="18" charset="0"/>
                                </a:rPr>
                                <m:t>𝜈</m:t>
                              </m:r>
                            </m:e>
                          </m:bar>
                        </m:e>
                        <m:sub>
                          <m:r>
                            <a:rPr lang="en-US" sz="1400" i="1">
                              <a:solidFill>
                                <a:srgbClr val="7030A0"/>
                              </a:solidFill>
                              <a:latin typeface="Cambria Math" panose="02040503050406030204" pitchFamily="18" charset="0"/>
                              <a:ea typeface="Cambria Math" panose="02040503050406030204" pitchFamily="18" charset="0"/>
                            </a:rPr>
                            <m:t>𝜇</m:t>
                          </m:r>
                        </m:sub>
                        <m:sup>
                          <m:r>
                            <a:rPr lang="en-US" sz="1400" b="0" i="1" smtClean="0">
                              <a:solidFill>
                                <a:srgbClr val="7030A0"/>
                              </a:solidFill>
                              <a:latin typeface="Cambria Math" panose="02040503050406030204" pitchFamily="18" charset="0"/>
                              <a:ea typeface="Cambria Math" panose="02040503050406030204" pitchFamily="18" charset="0"/>
                            </a:rPr>
                            <m:t>𝑅</m:t>
                          </m:r>
                        </m:sup>
                      </m:sSubSup>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19" name="TextBox 118">
                <a:extLst>
                  <a:ext uri="{FF2B5EF4-FFF2-40B4-BE49-F238E27FC236}">
                    <a16:creationId xmlns:a16="http://schemas.microsoft.com/office/drawing/2014/main" id="{8D64C27E-93AE-2142-B45F-50163E36F8B6}"/>
                  </a:ext>
                </a:extLst>
              </p:cNvPr>
              <p:cNvSpPr txBox="1">
                <a:spLocks noRot="1" noChangeAspect="1" noMove="1" noResize="1" noEditPoints="1" noAdjustHandles="1" noChangeArrowheads="1" noChangeShapeType="1" noTextEdit="1"/>
              </p:cNvSpPr>
              <p:nvPr/>
            </p:nvSpPr>
            <p:spPr>
              <a:xfrm>
                <a:off x="6073879" y="1573511"/>
                <a:ext cx="234680" cy="269882"/>
              </a:xfrm>
              <a:prstGeom prst="rect">
                <a:avLst/>
              </a:prstGeom>
              <a:blipFill>
                <a:blip r:embed="rId8"/>
                <a:stretch>
                  <a:fillRect l="-10526" r="-5263"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050E287C-7813-A842-A127-6CF5AD622045}"/>
                  </a:ext>
                </a:extLst>
              </p:cNvPr>
              <p:cNvSpPr txBox="1"/>
              <p:nvPr/>
            </p:nvSpPr>
            <p:spPr>
              <a:xfrm>
                <a:off x="6073879" y="1265543"/>
                <a:ext cx="234680"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ea typeface="Cambria Math" panose="02040503050406030204" pitchFamily="18" charset="0"/>
                            </a:rPr>
                          </m:ctrlPr>
                        </m:sSubSupPr>
                        <m:e>
                          <m:bar>
                            <m:barPr>
                              <m:pos m:val="top"/>
                              <m:ctrlPr>
                                <a:rPr lang="en-US" sz="1400" i="1">
                                  <a:solidFill>
                                    <a:srgbClr val="7030A0"/>
                                  </a:solidFill>
                                  <a:latin typeface="Cambria Math" panose="02040503050406030204" pitchFamily="18" charset="0"/>
                                  <a:ea typeface="Cambria Math" panose="02040503050406030204" pitchFamily="18" charset="0"/>
                                </a:rPr>
                              </m:ctrlPr>
                            </m:barPr>
                            <m:e>
                              <m:r>
                                <a:rPr lang="en-US" sz="1400" i="1">
                                  <a:solidFill>
                                    <a:srgbClr val="7030A0"/>
                                  </a:solidFill>
                                  <a:latin typeface="Cambria Math" panose="02040503050406030204" pitchFamily="18" charset="0"/>
                                  <a:ea typeface="Cambria Math" panose="02040503050406030204" pitchFamily="18" charset="0"/>
                                </a:rPr>
                                <m:t>𝜈</m:t>
                              </m:r>
                            </m:e>
                          </m:bar>
                        </m:e>
                        <m:sub>
                          <m:r>
                            <a:rPr lang="en-US" sz="1400" i="1">
                              <a:solidFill>
                                <a:srgbClr val="7030A0"/>
                              </a:solidFill>
                              <a:latin typeface="Cambria Math" panose="02040503050406030204" pitchFamily="18" charset="0"/>
                              <a:ea typeface="Cambria Math" panose="02040503050406030204" pitchFamily="18" charset="0"/>
                            </a:rPr>
                            <m:t>𝑒</m:t>
                          </m:r>
                        </m:sub>
                        <m:sup>
                          <m:r>
                            <a:rPr lang="en-US" sz="1400" b="0" i="1" smtClean="0">
                              <a:solidFill>
                                <a:srgbClr val="7030A0"/>
                              </a:solidFill>
                              <a:latin typeface="Cambria Math" panose="02040503050406030204" pitchFamily="18" charset="0"/>
                              <a:ea typeface="Cambria Math" panose="02040503050406030204" pitchFamily="18" charset="0"/>
                            </a:rPr>
                            <m:t>𝑅</m:t>
                          </m:r>
                        </m:sup>
                      </m:sSubSup>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20" name="TextBox 119">
                <a:extLst>
                  <a:ext uri="{FF2B5EF4-FFF2-40B4-BE49-F238E27FC236}">
                    <a16:creationId xmlns:a16="http://schemas.microsoft.com/office/drawing/2014/main" id="{050E287C-7813-A842-A127-6CF5AD622045}"/>
                  </a:ext>
                </a:extLst>
              </p:cNvPr>
              <p:cNvSpPr txBox="1">
                <a:spLocks noRot="1" noChangeAspect="1" noMove="1" noResize="1" noEditPoints="1" noAdjustHandles="1" noChangeArrowheads="1" noChangeShapeType="1" noTextEdit="1"/>
              </p:cNvSpPr>
              <p:nvPr/>
            </p:nvSpPr>
            <p:spPr>
              <a:xfrm>
                <a:off x="6073879" y="1265543"/>
                <a:ext cx="234680" cy="247632"/>
              </a:xfrm>
              <a:prstGeom prst="rect">
                <a:avLst/>
              </a:prstGeom>
              <a:blipFill>
                <a:blip r:embed="rId9"/>
                <a:stretch>
                  <a:fillRect l="-10526" t="-4762" r="-526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72F6216E-B802-AE4D-89D2-8B6ECDEA7249}"/>
                  </a:ext>
                </a:extLst>
              </p:cNvPr>
              <p:cNvSpPr txBox="1"/>
              <p:nvPr/>
            </p:nvSpPr>
            <p:spPr>
              <a:xfrm>
                <a:off x="5283214" y="947289"/>
                <a:ext cx="177272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7030A0"/>
                          </a:solidFill>
                          <a:latin typeface="Cambria Math" panose="02040503050406030204" pitchFamily="18" charset="0"/>
                          <a:ea typeface="Cambria Math" panose="02040503050406030204" pitchFamily="18" charset="0"/>
                        </a:rPr>
                        <m:t>𝑢𝑛𝑎𝑏𝑙𝑒</m:t>
                      </m:r>
                      <m:r>
                        <a:rPr lang="en-US" sz="1400" b="0" i="1" smtClean="0">
                          <a:solidFill>
                            <a:srgbClr val="7030A0"/>
                          </a:solidFill>
                          <a:latin typeface="Cambria Math" panose="02040503050406030204" pitchFamily="18" charset="0"/>
                          <a:ea typeface="Cambria Math" panose="02040503050406030204" pitchFamily="18" charset="0"/>
                        </a:rPr>
                        <m:t> </m:t>
                      </m:r>
                      <m:r>
                        <a:rPr lang="en-US" sz="1400" b="0" i="1" smtClean="0">
                          <a:solidFill>
                            <a:srgbClr val="7030A0"/>
                          </a:solidFill>
                          <a:latin typeface="Cambria Math" panose="02040503050406030204" pitchFamily="18" charset="0"/>
                          <a:ea typeface="Cambria Math" panose="02040503050406030204" pitchFamily="18" charset="0"/>
                        </a:rPr>
                        <m:t>𝑡𝑜</m:t>
                      </m:r>
                      <m:r>
                        <a:rPr lang="en-US" sz="1400" b="0" i="1" smtClean="0">
                          <a:solidFill>
                            <a:srgbClr val="7030A0"/>
                          </a:solidFill>
                          <a:latin typeface="Cambria Math" panose="02040503050406030204" pitchFamily="18" charset="0"/>
                          <a:ea typeface="Cambria Math" panose="02040503050406030204" pitchFamily="18" charset="0"/>
                        </a:rPr>
                        <m:t> </m:t>
                      </m:r>
                      <m:r>
                        <a:rPr lang="en-US" sz="1400" b="0" i="1" smtClean="0">
                          <a:solidFill>
                            <a:srgbClr val="7030A0"/>
                          </a:solidFill>
                          <a:latin typeface="Cambria Math" panose="02040503050406030204" pitchFamily="18" charset="0"/>
                          <a:ea typeface="Cambria Math" panose="02040503050406030204" pitchFamily="18" charset="0"/>
                        </a:rPr>
                        <m:t>𝑑𝑖𝑠𝑡𝑖𝑛𝑔𝑢𝑖𝑠h</m:t>
                      </m:r>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21" name="TextBox 120">
                <a:extLst>
                  <a:ext uri="{FF2B5EF4-FFF2-40B4-BE49-F238E27FC236}">
                    <a16:creationId xmlns:a16="http://schemas.microsoft.com/office/drawing/2014/main" id="{72F6216E-B802-AE4D-89D2-8B6ECDEA7249}"/>
                  </a:ext>
                </a:extLst>
              </p:cNvPr>
              <p:cNvSpPr txBox="1">
                <a:spLocks noRot="1" noChangeAspect="1" noMove="1" noResize="1" noEditPoints="1" noAdjustHandles="1" noChangeArrowheads="1" noChangeShapeType="1" noTextEdit="1"/>
              </p:cNvSpPr>
              <p:nvPr/>
            </p:nvSpPr>
            <p:spPr>
              <a:xfrm>
                <a:off x="5283214" y="947289"/>
                <a:ext cx="1772729" cy="215444"/>
              </a:xfrm>
              <a:prstGeom prst="rect">
                <a:avLst/>
              </a:prstGeom>
              <a:blipFill>
                <a:blip r:embed="rId10"/>
                <a:stretch>
                  <a:fillRect l="-2857" t="-11111" r="-2857"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F05D05B9-DB0E-E445-A04A-5F2518AB5697}"/>
                  </a:ext>
                </a:extLst>
              </p:cNvPr>
              <p:cNvSpPr txBox="1"/>
              <p:nvPr/>
            </p:nvSpPr>
            <p:spPr>
              <a:xfrm>
                <a:off x="8364664" y="2537294"/>
                <a:ext cx="238206" cy="2877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b="0" i="1" smtClean="0">
                                  <a:solidFill>
                                    <a:srgbClr val="FF0000"/>
                                  </a:solidFill>
                                  <a:latin typeface="Cambria Math" panose="02040503050406030204" pitchFamily="18" charset="0"/>
                                  <a:ea typeface="Cambria Math" panose="02040503050406030204" pitchFamily="18" charset="0"/>
                                </a:rPr>
                                <m:t>𝑏</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29" name="TextBox 128">
                <a:extLst>
                  <a:ext uri="{FF2B5EF4-FFF2-40B4-BE49-F238E27FC236}">
                    <a16:creationId xmlns:a16="http://schemas.microsoft.com/office/drawing/2014/main" id="{F05D05B9-DB0E-E445-A04A-5F2518AB5697}"/>
                  </a:ext>
                </a:extLst>
              </p:cNvPr>
              <p:cNvSpPr txBox="1">
                <a:spLocks noRot="1" noChangeAspect="1" noMove="1" noResize="1" noEditPoints="1" noAdjustHandles="1" noChangeArrowheads="1" noChangeShapeType="1" noTextEdit="1"/>
              </p:cNvSpPr>
              <p:nvPr/>
            </p:nvSpPr>
            <p:spPr>
              <a:xfrm>
                <a:off x="8364664" y="2537294"/>
                <a:ext cx="238206" cy="287771"/>
              </a:xfrm>
              <a:prstGeom prst="rect">
                <a:avLst/>
              </a:prstGeom>
              <a:blipFill>
                <a:blip r:embed="rId11"/>
                <a:stretch>
                  <a:fillRect l="-15000" r="-50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Box 129">
                <a:extLst>
                  <a:ext uri="{FF2B5EF4-FFF2-40B4-BE49-F238E27FC236}">
                    <a16:creationId xmlns:a16="http://schemas.microsoft.com/office/drawing/2014/main" id="{A1292E9B-903A-AE46-B868-A2A4C84E26F5}"/>
                  </a:ext>
                </a:extLst>
              </p:cNvPr>
              <p:cNvSpPr txBox="1"/>
              <p:nvPr/>
            </p:nvSpPr>
            <p:spPr>
              <a:xfrm>
                <a:off x="8607225" y="2237462"/>
                <a:ext cx="225062"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b="0" i="1" smtClean="0">
                                  <a:solidFill>
                                    <a:srgbClr val="FF0000"/>
                                  </a:solidFill>
                                  <a:latin typeface="Cambria Math" panose="02040503050406030204" pitchFamily="18" charset="0"/>
                                  <a:ea typeface="Cambria Math" panose="02040503050406030204" pitchFamily="18" charset="0"/>
                                </a:rPr>
                                <m:t>𝑠</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30" name="TextBox 129">
                <a:extLst>
                  <a:ext uri="{FF2B5EF4-FFF2-40B4-BE49-F238E27FC236}">
                    <a16:creationId xmlns:a16="http://schemas.microsoft.com/office/drawing/2014/main" id="{A1292E9B-903A-AE46-B868-A2A4C84E26F5}"/>
                  </a:ext>
                </a:extLst>
              </p:cNvPr>
              <p:cNvSpPr txBox="1">
                <a:spLocks noRot="1" noChangeAspect="1" noMove="1" noResize="1" noEditPoints="1" noAdjustHandles="1" noChangeArrowheads="1" noChangeShapeType="1" noTextEdit="1"/>
              </p:cNvSpPr>
              <p:nvPr/>
            </p:nvSpPr>
            <p:spPr>
              <a:xfrm>
                <a:off x="8607225" y="2237462"/>
                <a:ext cx="225062" cy="247632"/>
              </a:xfrm>
              <a:prstGeom prst="rect">
                <a:avLst/>
              </a:prstGeom>
              <a:blipFill>
                <a:blip r:embed="rId12"/>
                <a:stretch>
                  <a:fillRect l="-10526" t="-5000" r="-5263"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B233B168-4A00-B741-9190-924D513E42EA}"/>
                  </a:ext>
                </a:extLst>
              </p:cNvPr>
              <p:cNvSpPr txBox="1"/>
              <p:nvPr/>
            </p:nvSpPr>
            <p:spPr>
              <a:xfrm>
                <a:off x="8797948" y="1906753"/>
                <a:ext cx="247953" cy="2877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smtClean="0">
                                  <a:solidFill>
                                    <a:srgbClr val="FF0000"/>
                                  </a:solidFill>
                                  <a:latin typeface="Cambria Math" panose="02040503050406030204" pitchFamily="18" charset="0"/>
                                  <a:ea typeface="Cambria Math" panose="02040503050406030204" pitchFamily="18" charset="0"/>
                                </a:rPr>
                              </m:ctrlPr>
                            </m:barPr>
                            <m:e>
                              <m:r>
                                <a:rPr lang="en-US" sz="1400" b="0" i="1" smtClean="0">
                                  <a:solidFill>
                                    <a:srgbClr val="FF0000"/>
                                  </a:solidFill>
                                  <a:latin typeface="Cambria Math" panose="02040503050406030204" pitchFamily="18" charset="0"/>
                                  <a:ea typeface="Cambria Math" panose="02040503050406030204" pitchFamily="18" charset="0"/>
                                </a:rPr>
                                <m:t>𝑑</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31" name="TextBox 130">
                <a:extLst>
                  <a:ext uri="{FF2B5EF4-FFF2-40B4-BE49-F238E27FC236}">
                    <a16:creationId xmlns:a16="http://schemas.microsoft.com/office/drawing/2014/main" id="{B233B168-4A00-B741-9190-924D513E42EA}"/>
                  </a:ext>
                </a:extLst>
              </p:cNvPr>
              <p:cNvSpPr txBox="1">
                <a:spLocks noRot="1" noChangeAspect="1" noMove="1" noResize="1" noEditPoints="1" noAdjustHandles="1" noChangeArrowheads="1" noChangeShapeType="1" noTextEdit="1"/>
              </p:cNvSpPr>
              <p:nvPr/>
            </p:nvSpPr>
            <p:spPr>
              <a:xfrm>
                <a:off x="8797948" y="1906753"/>
                <a:ext cx="247953" cy="287771"/>
              </a:xfrm>
              <a:prstGeom prst="rect">
                <a:avLst/>
              </a:prstGeom>
              <a:blipFill>
                <a:blip r:embed="rId13"/>
                <a:stretch>
                  <a:fillRect l="-14286" t="-4348" r="-4762"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2" name="TextBox 131">
                <a:extLst>
                  <a:ext uri="{FF2B5EF4-FFF2-40B4-BE49-F238E27FC236}">
                    <a16:creationId xmlns:a16="http://schemas.microsoft.com/office/drawing/2014/main" id="{A72F7766-8B92-B74B-8D1D-053CE6B3E753}"/>
                  </a:ext>
                </a:extLst>
              </p:cNvPr>
              <p:cNvSpPr txBox="1"/>
              <p:nvPr/>
            </p:nvSpPr>
            <p:spPr>
              <a:xfrm flipH="1">
                <a:off x="8869182" y="1404586"/>
                <a:ext cx="907684"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𝑻</m:t>
                      </m:r>
                      <m:r>
                        <a:rPr lang="en-US" sz="1400" b="1" i="1" baseline="-25000" smtClean="0">
                          <a:solidFill>
                            <a:srgbClr val="FF0000"/>
                          </a:solidFill>
                          <a:latin typeface="Cambria Math" panose="02040503050406030204" pitchFamily="18" charset="0"/>
                          <a:ea typeface="Cambria Math" panose="02040503050406030204" pitchFamily="18" charset="0"/>
                        </a:rPr>
                        <m:t>𝟑</m:t>
                      </m:r>
                      <m:r>
                        <a:rPr lang="en-US" sz="1400" b="1" i="1" smtClean="0">
                          <a:solidFill>
                            <a:srgbClr val="FF0000"/>
                          </a:solidFill>
                          <a:latin typeface="Cambria Math" panose="02040503050406030204" pitchFamily="18" charset="0"/>
                          <a:ea typeface="Cambria Math" panose="02040503050406030204" pitchFamily="18" charset="0"/>
                        </a:rPr>
                        <m:t>=</m:t>
                      </m:r>
                      <m:f>
                        <m:fPr>
                          <m:type m:val="lin"/>
                          <m:ctrlPr>
                            <a:rPr lang="en-US" sz="1400" b="1" i="1">
                              <a:solidFill>
                                <a:srgbClr val="FF0000"/>
                              </a:solidFill>
                              <a:latin typeface="Cambria Math" panose="02040503050406030204" pitchFamily="18" charset="0"/>
                              <a:ea typeface="Cambria Math" panose="02040503050406030204" pitchFamily="18" charset="0"/>
                            </a:rPr>
                          </m:ctrlPr>
                        </m:fPr>
                        <m:num>
                          <m:r>
                            <a:rPr lang="en-US" sz="1400" b="1" i="1" smtClean="0">
                              <a:solidFill>
                                <a:srgbClr val="FF0000"/>
                              </a:solidFill>
                              <a:latin typeface="Cambria Math" panose="02040503050406030204" pitchFamily="18" charset="0"/>
                              <a:ea typeface="Cambria Math" panose="02040503050406030204" pitchFamily="18" charset="0"/>
                            </a:rPr>
                            <m:t>+</m:t>
                          </m:r>
                          <m:r>
                            <a:rPr lang="en-US" sz="1400" b="1" i="1">
                              <a:solidFill>
                                <a:srgbClr val="FF0000"/>
                              </a:solidFill>
                              <a:latin typeface="Cambria Math" panose="02040503050406030204" pitchFamily="18" charset="0"/>
                              <a:ea typeface="Cambria Math" panose="02040503050406030204" pitchFamily="18" charset="0"/>
                            </a:rPr>
                            <m:t>𝟏</m:t>
                          </m:r>
                        </m:num>
                        <m:den>
                          <m:r>
                            <a:rPr lang="en-US" sz="1400" b="1" i="1">
                              <a:solidFill>
                                <a:srgbClr val="FF0000"/>
                              </a:solidFill>
                              <a:latin typeface="Cambria Math" panose="02040503050406030204" pitchFamily="18" charset="0"/>
                              <a:ea typeface="Cambria Math" panose="02040503050406030204" pitchFamily="18" charset="0"/>
                            </a:rPr>
                            <m:t>𝟐</m:t>
                          </m:r>
                        </m:den>
                      </m:f>
                    </m:oMath>
                  </m:oMathPara>
                </a14:m>
                <a:br>
                  <a:rPr lang="en-US" sz="1400" b="1" dirty="0">
                    <a:solidFill>
                      <a:srgbClr val="FF000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𝒀</m:t>
                    </m:r>
                    <m:r>
                      <a:rPr lang="en-US" sz="1400" b="1" i="1" baseline="-25000" smtClean="0">
                        <a:solidFill>
                          <a:srgbClr val="FF0000"/>
                        </a:solidFill>
                        <a:latin typeface="Cambria Math" panose="02040503050406030204" pitchFamily="18" charset="0"/>
                        <a:ea typeface="Cambria Math" panose="02040503050406030204" pitchFamily="18" charset="0"/>
                      </a:rPr>
                      <m:t>𝒘</m:t>
                    </m:r>
                  </m:oMath>
                </a14:m>
                <a:r>
                  <a:rPr lang="en-US" sz="1400" b="1" dirty="0">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FF0000"/>
                        </a:solidFill>
                        <a:latin typeface="Cambria Math" panose="02040503050406030204" pitchFamily="18" charset="0"/>
                        <a:ea typeface="Cambria Math" panose="02040503050406030204" pitchFamily="18" charset="0"/>
                      </a:rPr>
                      <m:t>=</m:t>
                    </m:r>
                    <m:f>
                      <m:fPr>
                        <m:type m:val="lin"/>
                        <m:ctrlPr>
                          <a:rPr lang="en-US" sz="1400" b="1" i="1">
                            <a:solidFill>
                              <a:srgbClr val="FF0000"/>
                            </a:solidFill>
                            <a:latin typeface="Cambria Math" panose="02040503050406030204" pitchFamily="18" charset="0"/>
                            <a:ea typeface="Cambria Math" panose="02040503050406030204" pitchFamily="18" charset="0"/>
                          </a:rPr>
                        </m:ctrlPr>
                      </m:fPr>
                      <m:num>
                        <m:r>
                          <a:rPr lang="en-US" sz="1400" b="1" i="1" smtClean="0">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𝟏</m:t>
                        </m:r>
                      </m:num>
                      <m:den>
                        <m:r>
                          <a:rPr lang="en-US" sz="1400" b="1" i="1" smtClean="0">
                            <a:solidFill>
                              <a:srgbClr val="FF0000"/>
                            </a:solidFill>
                            <a:latin typeface="Cambria Math" panose="02040503050406030204" pitchFamily="18" charset="0"/>
                            <a:ea typeface="Cambria Math" panose="02040503050406030204" pitchFamily="18" charset="0"/>
                          </a:rPr>
                          <m:t>𝟑</m:t>
                        </m:r>
                      </m:den>
                    </m:f>
                  </m:oMath>
                </a14:m>
                <a:endParaRPr lang="en-US" sz="1400" b="1" baseline="-25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32" name="TextBox 131">
                <a:extLst>
                  <a:ext uri="{FF2B5EF4-FFF2-40B4-BE49-F238E27FC236}">
                    <a16:creationId xmlns:a16="http://schemas.microsoft.com/office/drawing/2014/main" id="{A72F7766-8B92-B74B-8D1D-053CE6B3E753}"/>
                  </a:ext>
                </a:extLst>
              </p:cNvPr>
              <p:cNvSpPr txBox="1">
                <a:spLocks noRot="1" noChangeAspect="1" noMove="1" noResize="1" noEditPoints="1" noAdjustHandles="1" noChangeArrowheads="1" noChangeShapeType="1" noTextEdit="1"/>
              </p:cNvSpPr>
              <p:nvPr/>
            </p:nvSpPr>
            <p:spPr>
              <a:xfrm flipH="1">
                <a:off x="8869182" y="1404586"/>
                <a:ext cx="907684" cy="430887"/>
              </a:xfrm>
              <a:prstGeom prst="rect">
                <a:avLst/>
              </a:prstGeom>
              <a:blipFill>
                <a:blip r:embed="rId14"/>
                <a:stretch>
                  <a:fillRect l="-5556" t="-85714" r="-12500" b="-1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D7A1C15B-A156-434C-9158-903C68D0CAEB}"/>
                  </a:ext>
                </a:extLst>
              </p:cNvPr>
              <p:cNvSpPr txBox="1"/>
              <p:nvPr/>
            </p:nvSpPr>
            <p:spPr>
              <a:xfrm>
                <a:off x="10422747" y="6127719"/>
                <a:ext cx="223651"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i="1">
                                  <a:solidFill>
                                    <a:srgbClr val="FF0000"/>
                                  </a:solidFill>
                                  <a:latin typeface="Cambria Math" panose="02040503050406030204" pitchFamily="18" charset="0"/>
                                  <a:ea typeface="Cambria Math" panose="02040503050406030204" pitchFamily="18" charset="0"/>
                                </a:rPr>
                                <m:t>𝜏</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33" name="TextBox 132">
                <a:extLst>
                  <a:ext uri="{FF2B5EF4-FFF2-40B4-BE49-F238E27FC236}">
                    <a16:creationId xmlns:a16="http://schemas.microsoft.com/office/drawing/2014/main" id="{D7A1C15B-A156-434C-9158-903C68D0CAEB}"/>
                  </a:ext>
                </a:extLst>
              </p:cNvPr>
              <p:cNvSpPr txBox="1">
                <a:spLocks noRot="1" noChangeAspect="1" noMove="1" noResize="1" noEditPoints="1" noAdjustHandles="1" noChangeArrowheads="1" noChangeShapeType="1" noTextEdit="1"/>
              </p:cNvSpPr>
              <p:nvPr/>
            </p:nvSpPr>
            <p:spPr>
              <a:xfrm>
                <a:off x="10422747" y="6127719"/>
                <a:ext cx="223651" cy="246221"/>
              </a:xfrm>
              <a:prstGeom prst="rect">
                <a:avLst/>
              </a:prstGeom>
              <a:blipFill>
                <a:blip r:embed="rId15"/>
                <a:stretch>
                  <a:fillRect l="-10526" t="-4762" r="-5263"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492A1114-2C22-1446-953D-8D8A54A40A90}"/>
                  </a:ext>
                </a:extLst>
              </p:cNvPr>
              <p:cNvSpPr txBox="1"/>
              <p:nvPr/>
            </p:nvSpPr>
            <p:spPr>
              <a:xfrm>
                <a:off x="10712466" y="6116049"/>
                <a:ext cx="240642" cy="2695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i="1">
                                  <a:solidFill>
                                    <a:srgbClr val="FF0000"/>
                                  </a:solidFill>
                                  <a:latin typeface="Cambria Math" panose="02040503050406030204" pitchFamily="18" charset="0"/>
                                  <a:ea typeface="Cambria Math" panose="02040503050406030204" pitchFamily="18" charset="0"/>
                                </a:rPr>
                                <m:t>𝜇</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34" name="TextBox 133">
                <a:extLst>
                  <a:ext uri="{FF2B5EF4-FFF2-40B4-BE49-F238E27FC236}">
                    <a16:creationId xmlns:a16="http://schemas.microsoft.com/office/drawing/2014/main" id="{492A1114-2C22-1446-953D-8D8A54A40A90}"/>
                  </a:ext>
                </a:extLst>
              </p:cNvPr>
              <p:cNvSpPr txBox="1">
                <a:spLocks noRot="1" noChangeAspect="1" noMove="1" noResize="1" noEditPoints="1" noAdjustHandles="1" noChangeArrowheads="1" noChangeShapeType="1" noTextEdit="1"/>
              </p:cNvSpPr>
              <p:nvPr/>
            </p:nvSpPr>
            <p:spPr>
              <a:xfrm>
                <a:off x="10712466" y="6116049"/>
                <a:ext cx="240642" cy="269561"/>
              </a:xfrm>
              <a:prstGeom prst="rect">
                <a:avLst/>
              </a:prstGeom>
              <a:blipFill>
                <a:blip r:embed="rId16"/>
                <a:stretch>
                  <a:fillRect l="-15000" t="-4348" r="-5000"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5" name="TextBox 134">
                <a:extLst>
                  <a:ext uri="{FF2B5EF4-FFF2-40B4-BE49-F238E27FC236}">
                    <a16:creationId xmlns:a16="http://schemas.microsoft.com/office/drawing/2014/main" id="{A41D86FE-2F96-8049-8FDB-7AE2B22FA8D4}"/>
                  </a:ext>
                </a:extLst>
              </p:cNvPr>
              <p:cNvSpPr txBox="1"/>
              <p:nvPr/>
            </p:nvSpPr>
            <p:spPr>
              <a:xfrm>
                <a:off x="10991723" y="6126981"/>
                <a:ext cx="231794" cy="247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i="1">
                                  <a:solidFill>
                                    <a:srgbClr val="FF0000"/>
                                  </a:solidFill>
                                  <a:latin typeface="Cambria Math" panose="02040503050406030204" pitchFamily="18" charset="0"/>
                                  <a:ea typeface="Cambria Math" panose="02040503050406030204" pitchFamily="18" charset="0"/>
                                </a:rPr>
                                <m:t>𝑒</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𝑅</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35" name="TextBox 134">
                <a:extLst>
                  <a:ext uri="{FF2B5EF4-FFF2-40B4-BE49-F238E27FC236}">
                    <a16:creationId xmlns:a16="http://schemas.microsoft.com/office/drawing/2014/main" id="{A41D86FE-2F96-8049-8FDB-7AE2B22FA8D4}"/>
                  </a:ext>
                </a:extLst>
              </p:cNvPr>
              <p:cNvSpPr txBox="1">
                <a:spLocks noRot="1" noChangeAspect="1" noMove="1" noResize="1" noEditPoints="1" noAdjustHandles="1" noChangeArrowheads="1" noChangeShapeType="1" noTextEdit="1"/>
              </p:cNvSpPr>
              <p:nvPr/>
            </p:nvSpPr>
            <p:spPr>
              <a:xfrm>
                <a:off x="10991723" y="6126981"/>
                <a:ext cx="231794" cy="247697"/>
              </a:xfrm>
              <a:prstGeom prst="rect">
                <a:avLst/>
              </a:prstGeom>
              <a:blipFill>
                <a:blip r:embed="rId17"/>
                <a:stretch>
                  <a:fillRect l="-10526" t="-4762" r="-10526"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TextBox 135">
                <a:extLst>
                  <a:ext uri="{FF2B5EF4-FFF2-40B4-BE49-F238E27FC236}">
                    <a16:creationId xmlns:a16="http://schemas.microsoft.com/office/drawing/2014/main" id="{7E190F2A-5E1D-C74C-85D5-08A351EA4336}"/>
                  </a:ext>
                </a:extLst>
              </p:cNvPr>
              <p:cNvSpPr txBox="1"/>
              <p:nvPr/>
            </p:nvSpPr>
            <p:spPr>
              <a:xfrm flipH="1">
                <a:off x="11282786" y="6035386"/>
                <a:ext cx="907684"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𝑻</m:t>
                      </m:r>
                      <m:r>
                        <a:rPr lang="en-US" sz="1400" b="1" i="1" baseline="-25000" smtClean="0">
                          <a:solidFill>
                            <a:srgbClr val="FF0000"/>
                          </a:solidFill>
                          <a:latin typeface="Cambria Math" panose="02040503050406030204" pitchFamily="18" charset="0"/>
                          <a:ea typeface="Cambria Math" panose="02040503050406030204" pitchFamily="18" charset="0"/>
                        </a:rPr>
                        <m:t>𝟑</m:t>
                      </m:r>
                      <m:r>
                        <a:rPr lang="en-US" sz="1400" b="1" i="1" smtClean="0">
                          <a:solidFill>
                            <a:srgbClr val="FF0000"/>
                          </a:solidFill>
                          <a:latin typeface="Cambria Math" panose="02040503050406030204" pitchFamily="18" charset="0"/>
                          <a:ea typeface="Cambria Math" panose="02040503050406030204" pitchFamily="18" charset="0"/>
                        </a:rPr>
                        <m:t>=</m:t>
                      </m:r>
                      <m:f>
                        <m:fPr>
                          <m:type m:val="lin"/>
                          <m:ctrlPr>
                            <a:rPr lang="en-US" sz="1400" b="1" i="1">
                              <a:solidFill>
                                <a:srgbClr val="FF0000"/>
                              </a:solidFill>
                              <a:latin typeface="Cambria Math" panose="02040503050406030204" pitchFamily="18" charset="0"/>
                              <a:ea typeface="Cambria Math" panose="02040503050406030204" pitchFamily="18" charset="0"/>
                            </a:rPr>
                          </m:ctrlPr>
                        </m:fPr>
                        <m:num>
                          <m:r>
                            <a:rPr lang="en-US" sz="1400" b="1" i="1" smtClean="0">
                              <a:solidFill>
                                <a:srgbClr val="FF0000"/>
                              </a:solidFill>
                              <a:latin typeface="Cambria Math" panose="02040503050406030204" pitchFamily="18" charset="0"/>
                              <a:ea typeface="Cambria Math" panose="02040503050406030204" pitchFamily="18" charset="0"/>
                            </a:rPr>
                            <m:t>+</m:t>
                          </m:r>
                          <m:r>
                            <a:rPr lang="en-US" sz="1400" b="1" i="1">
                              <a:solidFill>
                                <a:srgbClr val="FF0000"/>
                              </a:solidFill>
                              <a:latin typeface="Cambria Math" panose="02040503050406030204" pitchFamily="18" charset="0"/>
                              <a:ea typeface="Cambria Math" panose="02040503050406030204" pitchFamily="18" charset="0"/>
                            </a:rPr>
                            <m:t>𝟏</m:t>
                          </m:r>
                        </m:num>
                        <m:den>
                          <m:r>
                            <a:rPr lang="en-US" sz="1400" b="1" i="1">
                              <a:solidFill>
                                <a:srgbClr val="FF0000"/>
                              </a:solidFill>
                              <a:latin typeface="Cambria Math" panose="02040503050406030204" pitchFamily="18" charset="0"/>
                              <a:ea typeface="Cambria Math" panose="02040503050406030204" pitchFamily="18" charset="0"/>
                            </a:rPr>
                            <m:t>𝟐</m:t>
                          </m:r>
                        </m:den>
                      </m:f>
                    </m:oMath>
                  </m:oMathPara>
                </a14:m>
                <a:br>
                  <a:rPr lang="en-US" sz="1400" b="1" dirty="0">
                    <a:solidFill>
                      <a:srgbClr val="FF000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𝒀</m:t>
                    </m:r>
                    <m:r>
                      <a:rPr lang="en-US" sz="1400" b="1" i="1" baseline="-25000" smtClean="0">
                        <a:solidFill>
                          <a:srgbClr val="FF0000"/>
                        </a:solidFill>
                        <a:latin typeface="Cambria Math" panose="02040503050406030204" pitchFamily="18" charset="0"/>
                        <a:ea typeface="Cambria Math" panose="02040503050406030204" pitchFamily="18" charset="0"/>
                      </a:rPr>
                      <m:t>𝒘</m:t>
                    </m:r>
                  </m:oMath>
                </a14:m>
                <a:r>
                  <a:rPr lang="en-US" sz="1400" b="1" dirty="0">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𝟏</m:t>
                    </m:r>
                  </m:oMath>
                </a14:m>
                <a:endParaRPr lang="en-US" sz="1400" b="1" baseline="-25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36" name="TextBox 135">
                <a:extLst>
                  <a:ext uri="{FF2B5EF4-FFF2-40B4-BE49-F238E27FC236}">
                    <a16:creationId xmlns:a16="http://schemas.microsoft.com/office/drawing/2014/main" id="{7E190F2A-5E1D-C74C-85D5-08A351EA4336}"/>
                  </a:ext>
                </a:extLst>
              </p:cNvPr>
              <p:cNvSpPr txBox="1">
                <a:spLocks noRot="1" noChangeAspect="1" noMove="1" noResize="1" noEditPoints="1" noAdjustHandles="1" noChangeArrowheads="1" noChangeShapeType="1" noTextEdit="1"/>
              </p:cNvSpPr>
              <p:nvPr/>
            </p:nvSpPr>
            <p:spPr>
              <a:xfrm flipH="1">
                <a:off x="11282786" y="6035386"/>
                <a:ext cx="907684" cy="430887"/>
              </a:xfrm>
              <a:prstGeom prst="rect">
                <a:avLst/>
              </a:prstGeom>
              <a:blipFill>
                <a:blip r:embed="rId18"/>
                <a:stretch>
                  <a:fillRect l="-4110" t="-85714" r="-9589" b="-80000"/>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0829E966-80DF-794D-9B19-C069D043899A}"/>
              </a:ext>
            </a:extLst>
          </p:cNvPr>
          <p:cNvCxnSpPr>
            <a:cxnSpLocks/>
          </p:cNvCxnSpPr>
          <p:nvPr/>
        </p:nvCxnSpPr>
        <p:spPr>
          <a:xfrm rot="5400000" flipH="1" flipV="1">
            <a:off x="7191125" y="5266790"/>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89718D12-4BC6-3E46-A00E-5A682BC05192}"/>
              </a:ext>
            </a:extLst>
          </p:cNvPr>
          <p:cNvSpPr>
            <a:spLocks noChangeAspect="1"/>
          </p:cNvSpPr>
          <p:nvPr/>
        </p:nvSpPr>
        <p:spPr>
          <a:xfrm>
            <a:off x="5189050"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0" name="Oval 109">
            <a:extLst>
              <a:ext uri="{FF2B5EF4-FFF2-40B4-BE49-F238E27FC236}">
                <a16:creationId xmlns:a16="http://schemas.microsoft.com/office/drawing/2014/main" id="{16D21CA6-4966-744D-8CDE-DAE3668C73F5}"/>
              </a:ext>
            </a:extLst>
          </p:cNvPr>
          <p:cNvSpPr>
            <a:spLocks noChangeAspect="1"/>
          </p:cNvSpPr>
          <p:nvPr/>
        </p:nvSpPr>
        <p:spPr>
          <a:xfrm>
            <a:off x="59955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12" name="Straight Arrow Connector 111">
            <a:extLst>
              <a:ext uri="{FF2B5EF4-FFF2-40B4-BE49-F238E27FC236}">
                <a16:creationId xmlns:a16="http://schemas.microsoft.com/office/drawing/2014/main" id="{25359CD6-645A-6543-BC89-ADE850954171}"/>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55EA419C-C819-2A4D-8360-C6719E4499B6}"/>
              </a:ext>
            </a:extLst>
          </p:cNvPr>
          <p:cNvCxnSpPr>
            <a:cxnSpLocks/>
          </p:cNvCxnSpPr>
          <p:nvPr/>
        </p:nvCxnSpPr>
        <p:spPr>
          <a:xfrm flipH="1" flipV="1">
            <a:off x="6144292" y="4737782"/>
            <a:ext cx="6783" cy="1557124"/>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4" name="Oval 113">
            <a:extLst>
              <a:ext uri="{FF2B5EF4-FFF2-40B4-BE49-F238E27FC236}">
                <a16:creationId xmlns:a16="http://schemas.microsoft.com/office/drawing/2014/main" id="{B0BE6C2C-6D52-DD40-90B0-426EF8E74E66}"/>
              </a:ext>
            </a:extLst>
          </p:cNvPr>
          <p:cNvSpPr>
            <a:spLocks noChangeAspect="1"/>
          </p:cNvSpPr>
          <p:nvPr/>
        </p:nvSpPr>
        <p:spPr>
          <a:xfrm>
            <a:off x="683257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4" name="Oval 93">
            <a:extLst>
              <a:ext uri="{FF2B5EF4-FFF2-40B4-BE49-F238E27FC236}">
                <a16:creationId xmlns:a16="http://schemas.microsoft.com/office/drawing/2014/main" id="{CE7F6223-9003-3E44-B0E2-52184208B77E}"/>
              </a:ext>
            </a:extLst>
          </p:cNvPr>
          <p:cNvSpPr>
            <a:spLocks noChangeAspect="1"/>
          </p:cNvSpPr>
          <p:nvPr/>
        </p:nvSpPr>
        <p:spPr>
          <a:xfrm>
            <a:off x="5861146" y="6204582"/>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9" name="Oval 108">
            <a:extLst>
              <a:ext uri="{FF2B5EF4-FFF2-40B4-BE49-F238E27FC236}">
                <a16:creationId xmlns:a16="http://schemas.microsoft.com/office/drawing/2014/main" id="{9063744C-34F1-6046-A163-57237419E7DB}"/>
              </a:ext>
            </a:extLst>
          </p:cNvPr>
          <p:cNvSpPr>
            <a:spLocks noChangeAspect="1"/>
          </p:cNvSpPr>
          <p:nvPr/>
        </p:nvSpPr>
        <p:spPr>
          <a:xfrm>
            <a:off x="6133604" y="6058243"/>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1" name="Oval 110">
            <a:extLst>
              <a:ext uri="{FF2B5EF4-FFF2-40B4-BE49-F238E27FC236}">
                <a16:creationId xmlns:a16="http://schemas.microsoft.com/office/drawing/2014/main" id="{4B2AAFAF-9CEA-EF42-81CF-1C7EE5587819}"/>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5" name="Oval 114">
            <a:extLst>
              <a:ext uri="{FF2B5EF4-FFF2-40B4-BE49-F238E27FC236}">
                <a16:creationId xmlns:a16="http://schemas.microsoft.com/office/drawing/2014/main" id="{EF5B55F8-F22A-D24A-B593-3EA432573851}"/>
              </a:ext>
            </a:extLst>
          </p:cNvPr>
          <p:cNvSpPr>
            <a:spLocks noChangeAspect="1"/>
          </p:cNvSpPr>
          <p:nvPr/>
        </p:nvSpPr>
        <p:spPr>
          <a:xfrm>
            <a:off x="2195676" y="6105880"/>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xmlns:a16="http://schemas.microsoft.com/office/drawing/2014/main" id="{8884C2C5-8DAB-C848-8E3F-89A1909E11B9}"/>
              </a:ext>
            </a:extLst>
          </p:cNvPr>
          <p:cNvGrpSpPr/>
          <p:nvPr/>
        </p:nvGrpSpPr>
        <p:grpSpPr>
          <a:xfrm>
            <a:off x="2279179" y="4085485"/>
            <a:ext cx="917952" cy="836637"/>
            <a:chOff x="2279179" y="4085485"/>
            <a:chExt cx="917952" cy="836637"/>
          </a:xfrm>
        </p:grpSpPr>
        <p:grpSp>
          <p:nvGrpSpPr>
            <p:cNvPr id="52" name="Group 51">
              <a:extLst>
                <a:ext uri="{FF2B5EF4-FFF2-40B4-BE49-F238E27FC236}">
                  <a16:creationId xmlns:a16="http://schemas.microsoft.com/office/drawing/2014/main" id="{743C92F1-4683-FF44-BF1A-BCC23D417A52}"/>
                </a:ext>
              </a:extLst>
            </p:cNvPr>
            <p:cNvGrpSpPr/>
            <p:nvPr/>
          </p:nvGrpSpPr>
          <p:grpSpPr>
            <a:xfrm flipH="1">
              <a:off x="2279179" y="4085485"/>
              <a:ext cx="917952" cy="836637"/>
              <a:chOff x="1741748" y="2163977"/>
              <a:chExt cx="917952" cy="836637"/>
            </a:xfrm>
          </p:grpSpPr>
          <p:sp>
            <p:nvSpPr>
              <p:cNvPr id="51" name="Oval 50">
                <a:extLst>
                  <a:ext uri="{FF2B5EF4-FFF2-40B4-BE49-F238E27FC236}">
                    <a16:creationId xmlns:a16="http://schemas.microsoft.com/office/drawing/2014/main"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xmlns:a16="http://schemas.microsoft.com/office/drawing/2014/main"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xmlns:a16="http://schemas.microsoft.com/office/drawing/2014/main"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xmlns:a16="http://schemas.microsoft.com/office/drawing/2014/main"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xmlns:a16="http://schemas.microsoft.com/office/drawing/2014/main"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xmlns:a16="http://schemas.microsoft.com/office/drawing/2014/main"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6" name="Oval 115">
              <a:extLst>
                <a:ext uri="{FF2B5EF4-FFF2-40B4-BE49-F238E27FC236}">
                  <a16:creationId xmlns:a16="http://schemas.microsoft.com/office/drawing/2014/main" id="{5162F2B2-34D3-1549-A143-EE3160C52265}"/>
                </a:ext>
              </a:extLst>
            </p:cNvPr>
            <p:cNvSpPr>
              <a:spLocks noChangeAspect="1"/>
            </p:cNvSpPr>
            <p:nvPr/>
          </p:nvSpPr>
          <p:spPr>
            <a:xfrm>
              <a:off x="2584113" y="43522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7" name="Oval 116">
            <a:extLst>
              <a:ext uri="{FF2B5EF4-FFF2-40B4-BE49-F238E27FC236}">
                <a16:creationId xmlns:a16="http://schemas.microsoft.com/office/drawing/2014/main" id="{041E2A3B-BC46-C84E-9FA4-D0C15C96E1F0}"/>
              </a:ext>
            </a:extLst>
          </p:cNvPr>
          <p:cNvSpPr>
            <a:spLocks noChangeAspect="1"/>
          </p:cNvSpPr>
          <p:nvPr/>
        </p:nvSpPr>
        <p:spPr>
          <a:xfrm>
            <a:off x="4064751" y="3042046"/>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xmlns:a16="http://schemas.microsoft.com/office/drawing/2014/main" id="{6A48CB17-9342-E54B-AAA0-C23DC529E51E}"/>
              </a:ext>
            </a:extLst>
          </p:cNvPr>
          <p:cNvGrpSpPr/>
          <p:nvPr/>
        </p:nvGrpSpPr>
        <p:grpSpPr>
          <a:xfrm>
            <a:off x="5695681" y="2333562"/>
            <a:ext cx="917709" cy="834410"/>
            <a:chOff x="5695681" y="2333562"/>
            <a:chExt cx="917709" cy="834410"/>
          </a:xfrm>
        </p:grpSpPr>
        <p:grpSp>
          <p:nvGrpSpPr>
            <p:cNvPr id="20" name="Group 19">
              <a:extLst>
                <a:ext uri="{FF2B5EF4-FFF2-40B4-BE49-F238E27FC236}">
                  <a16:creationId xmlns:a16="http://schemas.microsoft.com/office/drawing/2014/main" id="{9101640C-6DAF-2446-8980-DFA0041214E9}"/>
                </a:ext>
              </a:extLst>
            </p:cNvPr>
            <p:cNvGrpSpPr/>
            <p:nvPr/>
          </p:nvGrpSpPr>
          <p:grpSpPr>
            <a:xfrm flipH="1">
              <a:off x="5695681" y="2333562"/>
              <a:ext cx="917709" cy="834410"/>
              <a:chOff x="2223071" y="1895856"/>
              <a:chExt cx="917709" cy="834410"/>
            </a:xfrm>
          </p:grpSpPr>
          <p:sp>
            <p:nvSpPr>
              <p:cNvPr id="10" name="Oval 9">
                <a:extLst>
                  <a:ext uri="{FF2B5EF4-FFF2-40B4-BE49-F238E27FC236}">
                    <a16:creationId xmlns:a16="http://schemas.microsoft.com/office/drawing/2014/main"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xmlns:a16="http://schemas.microsoft.com/office/drawing/2014/main"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xmlns:a16="http://schemas.microsoft.com/office/drawing/2014/main"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xmlns:a16="http://schemas.microsoft.com/office/drawing/2014/main"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xmlns:a16="http://schemas.microsoft.com/office/drawing/2014/main"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2" name="Oval 121">
              <a:extLst>
                <a:ext uri="{FF2B5EF4-FFF2-40B4-BE49-F238E27FC236}">
                  <a16:creationId xmlns:a16="http://schemas.microsoft.com/office/drawing/2014/main" id="{D6481E59-D95A-6849-9988-0779E8D66738}"/>
                </a:ext>
              </a:extLst>
            </p:cNvPr>
            <p:cNvSpPr>
              <a:spLocks noChangeAspect="1"/>
            </p:cNvSpPr>
            <p:nvPr/>
          </p:nvSpPr>
          <p:spPr>
            <a:xfrm>
              <a:off x="6001995" y="259823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 name="Group 3">
            <a:extLst>
              <a:ext uri="{FF2B5EF4-FFF2-40B4-BE49-F238E27FC236}">
                <a16:creationId xmlns:a16="http://schemas.microsoft.com/office/drawing/2014/main" id="{381CCECE-8B04-D64D-8CB6-642662BD0645}"/>
              </a:ext>
            </a:extLst>
          </p:cNvPr>
          <p:cNvGrpSpPr/>
          <p:nvPr/>
        </p:nvGrpSpPr>
        <p:grpSpPr>
          <a:xfrm>
            <a:off x="7547710" y="2732107"/>
            <a:ext cx="917709" cy="834410"/>
            <a:chOff x="7547710" y="2732107"/>
            <a:chExt cx="917709" cy="834410"/>
          </a:xfrm>
        </p:grpSpPr>
        <p:grpSp>
          <p:nvGrpSpPr>
            <p:cNvPr id="64" name="Group 63">
              <a:extLst>
                <a:ext uri="{FF2B5EF4-FFF2-40B4-BE49-F238E27FC236}">
                  <a16:creationId xmlns:a16="http://schemas.microsoft.com/office/drawing/2014/main" id="{7E631016-DA58-9A49-8978-806A0543A4FF}"/>
                </a:ext>
              </a:extLst>
            </p:cNvPr>
            <p:cNvGrpSpPr/>
            <p:nvPr/>
          </p:nvGrpSpPr>
          <p:grpSpPr>
            <a:xfrm flipH="1">
              <a:off x="7547710" y="2732107"/>
              <a:ext cx="917709" cy="834410"/>
              <a:chOff x="1744881" y="933357"/>
              <a:chExt cx="917709" cy="834410"/>
            </a:xfrm>
          </p:grpSpPr>
          <p:sp>
            <p:nvSpPr>
              <p:cNvPr id="65" name="Oval 64">
                <a:extLst>
                  <a:ext uri="{FF2B5EF4-FFF2-40B4-BE49-F238E27FC236}">
                    <a16:creationId xmlns:a16="http://schemas.microsoft.com/office/drawing/2014/main"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xmlns:a16="http://schemas.microsoft.com/office/drawing/2014/main"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xmlns:a16="http://schemas.microsoft.com/office/drawing/2014/main"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xmlns:a16="http://schemas.microsoft.com/office/drawing/2014/main"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xmlns:a16="http://schemas.microsoft.com/office/drawing/2014/main"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xmlns:a16="http://schemas.microsoft.com/office/drawing/2014/main"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4" name="Oval 123">
              <a:extLst>
                <a:ext uri="{FF2B5EF4-FFF2-40B4-BE49-F238E27FC236}">
                  <a16:creationId xmlns:a16="http://schemas.microsoft.com/office/drawing/2014/main" id="{9E90CC77-C676-474C-94B0-98CEE35F6972}"/>
                </a:ext>
              </a:extLst>
            </p:cNvPr>
            <p:cNvSpPr>
              <a:spLocks noChangeAspect="1"/>
            </p:cNvSpPr>
            <p:nvPr/>
          </p:nvSpPr>
          <p:spPr>
            <a:xfrm>
              <a:off x="7852728" y="29951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5" name="Oval 124">
            <a:extLst>
              <a:ext uri="{FF2B5EF4-FFF2-40B4-BE49-F238E27FC236}">
                <a16:creationId xmlns:a16="http://schemas.microsoft.com/office/drawing/2014/main" id="{349DE304-F242-8D4A-89DF-8E80092418C9}"/>
              </a:ext>
            </a:extLst>
          </p:cNvPr>
          <p:cNvSpPr>
            <a:spLocks noChangeAspect="1"/>
          </p:cNvSpPr>
          <p:nvPr/>
        </p:nvSpPr>
        <p:spPr>
          <a:xfrm>
            <a:off x="9247006" y="4413239"/>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7" name="Group 6">
            <a:extLst>
              <a:ext uri="{FF2B5EF4-FFF2-40B4-BE49-F238E27FC236}">
                <a16:creationId xmlns:a16="http://schemas.microsoft.com/office/drawing/2014/main" id="{1BD42CB4-9EB6-6941-B92D-B08797D8AACF}"/>
              </a:ext>
            </a:extLst>
          </p:cNvPr>
          <p:cNvGrpSpPr/>
          <p:nvPr/>
        </p:nvGrpSpPr>
        <p:grpSpPr>
          <a:xfrm>
            <a:off x="9378521" y="5850565"/>
            <a:ext cx="917709" cy="834410"/>
            <a:chOff x="9378521" y="5850565"/>
            <a:chExt cx="917709" cy="834410"/>
          </a:xfrm>
        </p:grpSpPr>
        <p:grpSp>
          <p:nvGrpSpPr>
            <p:cNvPr id="82" name="Group 81">
              <a:extLst>
                <a:ext uri="{FF2B5EF4-FFF2-40B4-BE49-F238E27FC236}">
                  <a16:creationId xmlns:a16="http://schemas.microsoft.com/office/drawing/2014/main" id="{339A6D75-EC3E-1A48-AD7B-05512EE10234}"/>
                </a:ext>
              </a:extLst>
            </p:cNvPr>
            <p:cNvGrpSpPr/>
            <p:nvPr/>
          </p:nvGrpSpPr>
          <p:grpSpPr>
            <a:xfrm>
              <a:off x="9378521" y="5850565"/>
              <a:ext cx="917709" cy="834410"/>
              <a:chOff x="2303867" y="2030011"/>
              <a:chExt cx="917709" cy="834410"/>
            </a:xfrm>
          </p:grpSpPr>
          <p:sp>
            <p:nvSpPr>
              <p:cNvPr id="81" name="Oval 80">
                <a:extLst>
                  <a:ext uri="{FF2B5EF4-FFF2-40B4-BE49-F238E27FC236}">
                    <a16:creationId xmlns:a16="http://schemas.microsoft.com/office/drawing/2014/main"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xmlns:a16="http://schemas.microsoft.com/office/drawing/2014/main"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xmlns:a16="http://schemas.microsoft.com/office/drawing/2014/main"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xmlns:a16="http://schemas.microsoft.com/office/drawing/2014/main"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xmlns:a16="http://schemas.microsoft.com/office/drawing/2014/main"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xmlns:a16="http://schemas.microsoft.com/office/drawing/2014/main"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6" name="Oval 125">
              <a:extLst>
                <a:ext uri="{FF2B5EF4-FFF2-40B4-BE49-F238E27FC236}">
                  <a16:creationId xmlns:a16="http://schemas.microsoft.com/office/drawing/2014/main" id="{8A2B31AE-ABC7-DC42-A340-0484A9C21C83}"/>
                </a:ext>
              </a:extLst>
            </p:cNvPr>
            <p:cNvSpPr>
              <a:spLocks noChangeAspect="1"/>
            </p:cNvSpPr>
            <p:nvPr/>
          </p:nvSpPr>
          <p:spPr>
            <a:xfrm>
              <a:off x="9682371" y="6115405"/>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7" name="Oval 126">
            <a:extLst>
              <a:ext uri="{FF2B5EF4-FFF2-40B4-BE49-F238E27FC236}">
                <a16:creationId xmlns:a16="http://schemas.microsoft.com/office/drawing/2014/main" id="{D85E3E91-9D13-F643-9415-FA66685AA9F6}"/>
              </a:ext>
            </a:extLst>
          </p:cNvPr>
          <p:cNvSpPr>
            <a:spLocks noChangeAspect="1"/>
          </p:cNvSpPr>
          <p:nvPr/>
        </p:nvSpPr>
        <p:spPr>
          <a:xfrm>
            <a:off x="2654971" y="26644"/>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Tree>
    <p:extLst>
      <p:ext uri="{BB962C8B-B14F-4D97-AF65-F5344CB8AC3E}">
        <p14:creationId xmlns:p14="http://schemas.microsoft.com/office/powerpoint/2010/main" val="1724540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99E525B2-85EB-994C-BBE9-8BB64FA0A52B}"/>
              </a:ext>
            </a:extLst>
          </p:cNvPr>
          <p:cNvGrpSpPr/>
          <p:nvPr/>
        </p:nvGrpSpPr>
        <p:grpSpPr>
          <a:xfrm>
            <a:off x="2916111" y="3258321"/>
            <a:ext cx="6441583" cy="5719554"/>
            <a:chOff x="5794563" y="713422"/>
            <a:chExt cx="6441583" cy="5719554"/>
          </a:xfrm>
        </p:grpSpPr>
        <p:grpSp>
          <p:nvGrpSpPr>
            <p:cNvPr id="84" name="Group 83">
              <a:extLst>
                <a:ext uri="{FF2B5EF4-FFF2-40B4-BE49-F238E27FC236}">
                  <a16:creationId xmlns:a16="http://schemas.microsoft.com/office/drawing/2014/main" id="{D0F4A8E2-9D0B-C340-BF05-924A9C7B1A20}"/>
                </a:ext>
              </a:extLst>
            </p:cNvPr>
            <p:cNvGrpSpPr/>
            <p:nvPr/>
          </p:nvGrpSpPr>
          <p:grpSpPr>
            <a:xfrm>
              <a:off x="6344654" y="1065455"/>
              <a:ext cx="5366085" cy="5367521"/>
              <a:chOff x="6344654" y="1226324"/>
              <a:chExt cx="5366085" cy="5367521"/>
            </a:xfrm>
          </p:grpSpPr>
          <p:sp>
            <p:nvSpPr>
              <p:cNvPr id="96" name="Oval 95">
                <a:extLst>
                  <a:ext uri="{FF2B5EF4-FFF2-40B4-BE49-F238E27FC236}">
                    <a16:creationId xmlns:a16="http://schemas.microsoft.com/office/drawing/2014/main" id="{C7EA3E00-0778-6F41-9A0D-89EA0D4B8BAE}"/>
                  </a:ext>
                </a:extLst>
              </p:cNvPr>
              <p:cNvSpPr/>
              <p:nvPr/>
            </p:nvSpPr>
            <p:spPr>
              <a:xfrm>
                <a:off x="6344654" y="1226324"/>
                <a:ext cx="5366085" cy="5366085"/>
              </a:xfrm>
              <a:prstGeom prst="ellipse">
                <a:avLst/>
              </a:prstGeom>
              <a:solidFill>
                <a:srgbClr val="D88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a:extLst>
                  <a:ext uri="{FF2B5EF4-FFF2-40B4-BE49-F238E27FC236}">
                    <a16:creationId xmlns:a16="http://schemas.microsoft.com/office/drawing/2014/main" id="{DDF95DC3-8C19-0147-8119-05A34C926276}"/>
                  </a:ext>
                </a:extLst>
              </p:cNvPr>
              <p:cNvGrpSpPr/>
              <p:nvPr/>
            </p:nvGrpSpPr>
            <p:grpSpPr>
              <a:xfrm>
                <a:off x="6344654" y="1227760"/>
                <a:ext cx="5366085" cy="5366085"/>
                <a:chOff x="481262" y="1243258"/>
                <a:chExt cx="5366085" cy="5366085"/>
              </a:xfrm>
            </p:grpSpPr>
            <p:cxnSp>
              <p:nvCxnSpPr>
                <p:cNvPr id="98" name="Straight Connector 97">
                  <a:extLst>
                    <a:ext uri="{FF2B5EF4-FFF2-40B4-BE49-F238E27FC236}">
                      <a16:creationId xmlns:a16="http://schemas.microsoft.com/office/drawing/2014/main" id="{4C663CFF-5869-CA43-B965-C428CEC1A4AD}"/>
                    </a:ext>
                  </a:extLst>
                </p:cNvPr>
                <p:cNvCxnSpPr>
                  <a:cxnSpLocks/>
                </p:cNvCxnSpPr>
                <p:nvPr/>
              </p:nvCxnSpPr>
              <p:spPr>
                <a:xfrm>
                  <a:off x="5061502" y="20291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EEB5FF0C-1CEF-F642-8C13-1DFB3C81F64E}"/>
                    </a:ext>
                  </a:extLst>
                </p:cNvPr>
                <p:cNvCxnSpPr>
                  <a:cxnSpLocks/>
                </p:cNvCxnSpPr>
                <p:nvPr/>
              </p:nvCxnSpPr>
              <p:spPr>
                <a:xfrm rot="900000" flipV="1">
                  <a:off x="1267107" y="2029103"/>
                  <a:ext cx="3794395" cy="3794395"/>
                </a:xfrm>
                <a:prstGeom prst="line">
                  <a:avLst/>
                </a:prstGeom>
                <a:ln w="19050">
                  <a:solidFill>
                    <a:schemeClr val="bg1"/>
                  </a:solidFill>
                </a:ln>
              </p:spPr>
              <p:style>
                <a:lnRef idx="3">
                  <a:schemeClr val="accent3"/>
                </a:lnRef>
                <a:fillRef idx="0">
                  <a:schemeClr val="accent3"/>
                </a:fillRef>
                <a:effectRef idx="2">
                  <a:schemeClr val="accent3"/>
                </a:effectRef>
                <a:fontRef idx="minor">
                  <a:schemeClr val="tx1"/>
                </a:fontRef>
              </p:style>
            </p:cxnSp>
            <p:cxnSp>
              <p:nvCxnSpPr>
                <p:cNvPr id="100" name="Straight Connector 99">
                  <a:extLst>
                    <a:ext uri="{FF2B5EF4-FFF2-40B4-BE49-F238E27FC236}">
                      <a16:creationId xmlns:a16="http://schemas.microsoft.com/office/drawing/2014/main" id="{D8AADC3B-B126-ED4F-A427-042ABCA69DE4}"/>
                    </a:ext>
                  </a:extLst>
                </p:cNvPr>
                <p:cNvCxnSpPr>
                  <a:cxnSpLocks/>
                </p:cNvCxnSpPr>
                <p:nvPr/>
              </p:nvCxnSpPr>
              <p:spPr>
                <a:xfrm rot="-900000" flipV="1">
                  <a:off x="1267108" y="2029103"/>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1" name="Straight Connector 100">
                  <a:extLst>
                    <a:ext uri="{FF2B5EF4-FFF2-40B4-BE49-F238E27FC236}">
                      <a16:creationId xmlns:a16="http://schemas.microsoft.com/office/drawing/2014/main" id="{418C0BB7-584A-7F4E-B22D-D59A09EFCCB3}"/>
                    </a:ext>
                  </a:extLst>
                </p:cNvPr>
                <p:cNvCxnSpPr>
                  <a:cxnSpLocks/>
                </p:cNvCxnSpPr>
                <p:nvPr/>
              </p:nvCxnSpPr>
              <p:spPr>
                <a:xfrm rot="20700000" flipH="1" flipV="1">
                  <a:off x="1275574" y="2030160"/>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2" name="Straight Connector 101">
                  <a:extLst>
                    <a:ext uri="{FF2B5EF4-FFF2-40B4-BE49-F238E27FC236}">
                      <a16:creationId xmlns:a16="http://schemas.microsoft.com/office/drawing/2014/main" id="{1DB90B2E-0948-3A42-A5EC-1638A250EB0F}"/>
                    </a:ext>
                  </a:extLst>
                </p:cNvPr>
                <p:cNvCxnSpPr>
                  <a:cxnSpLocks/>
                </p:cNvCxnSpPr>
                <p:nvPr/>
              </p:nvCxnSpPr>
              <p:spPr>
                <a:xfrm rot="900000" flipH="1" flipV="1">
                  <a:off x="1262873" y="2020635"/>
                  <a:ext cx="3794395" cy="379439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3" name="Straight Connector 102">
                  <a:extLst>
                    <a:ext uri="{FF2B5EF4-FFF2-40B4-BE49-F238E27FC236}">
                      <a16:creationId xmlns:a16="http://schemas.microsoft.com/office/drawing/2014/main" id="{CD19393A-150C-174B-8E09-1875C0D8DA97}"/>
                    </a:ext>
                  </a:extLst>
                </p:cNvPr>
                <p:cNvCxnSpPr>
                  <a:cxnSpLocks/>
                </p:cNvCxnSpPr>
                <p:nvPr/>
              </p:nvCxnSpPr>
              <p:spPr>
                <a:xfrm>
                  <a:off x="481262" y="3926301"/>
                  <a:ext cx="5366085" cy="0"/>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cxnSp>
              <p:nvCxnSpPr>
                <p:cNvPr id="104" name="Straight Connector 103">
                  <a:extLst>
                    <a:ext uri="{FF2B5EF4-FFF2-40B4-BE49-F238E27FC236}">
                      <a16:creationId xmlns:a16="http://schemas.microsoft.com/office/drawing/2014/main" id="{28EA665A-9ED5-4843-B44F-B2524AD133D0}"/>
                    </a:ext>
                  </a:extLst>
                </p:cNvPr>
                <p:cNvCxnSpPr>
                  <a:cxnSpLocks/>
                </p:cNvCxnSpPr>
                <p:nvPr/>
              </p:nvCxnSpPr>
              <p:spPr>
                <a:xfrm flipV="1">
                  <a:off x="3164305" y="1243258"/>
                  <a:ext cx="0" cy="5366085"/>
                </a:xfrm>
                <a:prstGeom prst="line">
                  <a:avLst/>
                </a:prstGeom>
                <a:ln>
                  <a:solidFill>
                    <a:schemeClr val="bg2"/>
                  </a:solidFill>
                </a:ln>
              </p:spPr>
              <p:style>
                <a:lnRef idx="3">
                  <a:schemeClr val="accent3"/>
                </a:lnRef>
                <a:fillRef idx="0">
                  <a:schemeClr val="accent3"/>
                </a:fillRef>
                <a:effectRef idx="2">
                  <a:schemeClr val="accent3"/>
                </a:effectRef>
                <a:fontRef idx="minor">
                  <a:schemeClr val="tx1"/>
                </a:fontRef>
              </p:style>
            </p:cxnSp>
          </p:grpSp>
        </p:grpSp>
        <p:sp>
          <p:nvSpPr>
            <p:cNvPr id="85" name="TextBox 84">
              <a:extLst>
                <a:ext uri="{FF2B5EF4-FFF2-40B4-BE49-F238E27FC236}">
                  <a16:creationId xmlns:a16="http://schemas.microsoft.com/office/drawing/2014/main" id="{F94133C5-3446-B841-BDB7-9D4F497ACCF0}"/>
                </a:ext>
              </a:extLst>
            </p:cNvPr>
            <p:cNvSpPr txBox="1"/>
            <p:nvPr/>
          </p:nvSpPr>
          <p:spPr>
            <a:xfrm>
              <a:off x="10236976" y="1065455"/>
              <a:ext cx="508473" cy="369332"/>
            </a:xfrm>
            <a:prstGeom prst="rect">
              <a:avLst/>
            </a:prstGeom>
            <a:noFill/>
          </p:spPr>
          <p:txBody>
            <a:bodyPr wrap="none" rtlCol="0">
              <a:spAutoFit/>
            </a:bodyPr>
            <a:lstStyle/>
            <a:p>
              <a:r>
                <a:rPr lang="en-US" dirty="0">
                  <a:solidFill>
                    <a:srgbClr val="0070C0"/>
                  </a:solidFill>
                </a:rPr>
                <a:t>2</a:t>
              </a:r>
              <a:r>
                <a:rPr lang="en-US" dirty="0"/>
                <a:t>/</a:t>
              </a:r>
              <a:r>
                <a:rPr lang="en-US" dirty="0">
                  <a:solidFill>
                    <a:srgbClr val="C00000"/>
                  </a:solidFill>
                </a:rPr>
                <a:t>4</a:t>
              </a:r>
            </a:p>
          </p:txBody>
        </p:sp>
        <p:sp>
          <p:nvSpPr>
            <p:cNvPr id="86" name="TextBox 85">
              <a:extLst>
                <a:ext uri="{FF2B5EF4-FFF2-40B4-BE49-F238E27FC236}">
                  <a16:creationId xmlns:a16="http://schemas.microsoft.com/office/drawing/2014/main" id="{4B254F30-445B-504B-AB84-CB4D5BCA6C57}"/>
                </a:ext>
              </a:extLst>
            </p:cNvPr>
            <p:cNvSpPr txBox="1"/>
            <p:nvPr/>
          </p:nvSpPr>
          <p:spPr>
            <a:xfrm>
              <a:off x="6196008" y="2070196"/>
              <a:ext cx="508473" cy="369332"/>
            </a:xfrm>
            <a:prstGeom prst="rect">
              <a:avLst/>
            </a:prstGeom>
            <a:noFill/>
          </p:spPr>
          <p:txBody>
            <a:bodyPr wrap="none" rtlCol="0">
              <a:spAutoFit/>
            </a:bodyPr>
            <a:lstStyle/>
            <a:p>
              <a:r>
                <a:rPr lang="en-US" dirty="0">
                  <a:solidFill>
                    <a:srgbClr val="0070C0"/>
                  </a:solidFill>
                </a:rPr>
                <a:t>5</a:t>
              </a:r>
              <a:r>
                <a:rPr lang="en-US" dirty="0"/>
                <a:t>/</a:t>
              </a:r>
              <a:r>
                <a:rPr lang="en-US" dirty="0">
                  <a:solidFill>
                    <a:srgbClr val="C00000"/>
                  </a:solidFill>
                </a:rPr>
                <a:t>1</a:t>
              </a:r>
            </a:p>
          </p:txBody>
        </p:sp>
        <p:sp>
          <p:nvSpPr>
            <p:cNvPr id="87" name="TextBox 86">
              <a:extLst>
                <a:ext uri="{FF2B5EF4-FFF2-40B4-BE49-F238E27FC236}">
                  <a16:creationId xmlns:a16="http://schemas.microsoft.com/office/drawing/2014/main" id="{39CE95D1-A71B-DC40-A74C-5F1A6E9526D2}"/>
                </a:ext>
              </a:extLst>
            </p:cNvPr>
            <p:cNvSpPr txBox="1"/>
            <p:nvPr/>
          </p:nvSpPr>
          <p:spPr>
            <a:xfrm>
              <a:off x="11727673" y="3563831"/>
              <a:ext cx="508473" cy="369332"/>
            </a:xfrm>
            <a:prstGeom prst="rect">
              <a:avLst/>
            </a:prstGeom>
            <a:noFill/>
          </p:spPr>
          <p:txBody>
            <a:bodyPr wrap="none" rtlCol="0">
              <a:spAutoFit/>
            </a:bodyPr>
            <a:lstStyle/>
            <a:p>
              <a:r>
                <a:rPr lang="en-US" dirty="0"/>
                <a:t>0/</a:t>
              </a:r>
              <a:r>
                <a:rPr lang="en-US" dirty="0">
                  <a:solidFill>
                    <a:srgbClr val="C00000"/>
                  </a:solidFill>
                </a:rPr>
                <a:t>6</a:t>
              </a:r>
            </a:p>
          </p:txBody>
        </p:sp>
        <p:sp>
          <p:nvSpPr>
            <p:cNvPr id="88" name="TextBox 87">
              <a:extLst>
                <a:ext uri="{FF2B5EF4-FFF2-40B4-BE49-F238E27FC236}">
                  <a16:creationId xmlns:a16="http://schemas.microsoft.com/office/drawing/2014/main" id="{9EF09F96-31C0-5443-A82A-04DCD6F14134}"/>
                </a:ext>
              </a:extLst>
            </p:cNvPr>
            <p:cNvSpPr txBox="1"/>
            <p:nvPr/>
          </p:nvSpPr>
          <p:spPr>
            <a:xfrm>
              <a:off x="7297766" y="1055582"/>
              <a:ext cx="508473" cy="369332"/>
            </a:xfrm>
            <a:prstGeom prst="rect">
              <a:avLst/>
            </a:prstGeom>
            <a:noFill/>
          </p:spPr>
          <p:txBody>
            <a:bodyPr wrap="none" rtlCol="0">
              <a:spAutoFit/>
            </a:bodyPr>
            <a:lstStyle/>
            <a:p>
              <a:r>
                <a:rPr lang="en-US" dirty="0">
                  <a:solidFill>
                    <a:srgbClr val="0070C0"/>
                  </a:solidFill>
                </a:rPr>
                <a:t>4</a:t>
              </a:r>
              <a:r>
                <a:rPr lang="en-US" dirty="0"/>
                <a:t>/</a:t>
              </a:r>
              <a:r>
                <a:rPr lang="en-US" dirty="0">
                  <a:solidFill>
                    <a:srgbClr val="C00000"/>
                  </a:solidFill>
                </a:rPr>
                <a:t>2</a:t>
              </a:r>
            </a:p>
          </p:txBody>
        </p:sp>
        <p:sp>
          <p:nvSpPr>
            <p:cNvPr id="89" name="TextBox 88">
              <a:extLst>
                <a:ext uri="{FF2B5EF4-FFF2-40B4-BE49-F238E27FC236}">
                  <a16:creationId xmlns:a16="http://schemas.microsoft.com/office/drawing/2014/main" id="{43469626-7EEE-0D46-BE51-FAF64DC5FD32}"/>
                </a:ext>
              </a:extLst>
            </p:cNvPr>
            <p:cNvSpPr txBox="1"/>
            <p:nvPr/>
          </p:nvSpPr>
          <p:spPr>
            <a:xfrm>
              <a:off x="11413169" y="2179490"/>
              <a:ext cx="508473" cy="369332"/>
            </a:xfrm>
            <a:prstGeom prst="rect">
              <a:avLst/>
            </a:prstGeom>
            <a:noFill/>
          </p:spPr>
          <p:txBody>
            <a:bodyPr wrap="none" rtlCol="0">
              <a:spAutoFit/>
            </a:bodyPr>
            <a:lstStyle/>
            <a:p>
              <a:r>
                <a:rPr lang="en-US" dirty="0">
                  <a:solidFill>
                    <a:srgbClr val="0070C0"/>
                  </a:solidFill>
                </a:rPr>
                <a:t>1</a:t>
              </a:r>
              <a:r>
                <a:rPr lang="en-US" dirty="0"/>
                <a:t>/</a:t>
              </a:r>
              <a:r>
                <a:rPr lang="en-US" dirty="0">
                  <a:solidFill>
                    <a:srgbClr val="C00000"/>
                  </a:solidFill>
                </a:rPr>
                <a:t>5</a:t>
              </a:r>
            </a:p>
          </p:txBody>
        </p:sp>
        <p:sp>
          <p:nvSpPr>
            <p:cNvPr id="90" name="TextBox 89">
              <a:extLst>
                <a:ext uri="{FF2B5EF4-FFF2-40B4-BE49-F238E27FC236}">
                  <a16:creationId xmlns:a16="http://schemas.microsoft.com/office/drawing/2014/main" id="{B2593F9F-05FE-D841-9D92-61A53E4EA813}"/>
                </a:ext>
              </a:extLst>
            </p:cNvPr>
            <p:cNvSpPr txBox="1"/>
            <p:nvPr/>
          </p:nvSpPr>
          <p:spPr>
            <a:xfrm>
              <a:off x="5794563" y="3528831"/>
              <a:ext cx="508473" cy="369332"/>
            </a:xfrm>
            <a:prstGeom prst="rect">
              <a:avLst/>
            </a:prstGeom>
            <a:noFill/>
          </p:spPr>
          <p:txBody>
            <a:bodyPr wrap="none" rtlCol="0">
              <a:spAutoFit/>
            </a:bodyPr>
            <a:lstStyle/>
            <a:p>
              <a:r>
                <a:rPr lang="en-US" dirty="0">
                  <a:solidFill>
                    <a:srgbClr val="0070C0"/>
                  </a:solidFill>
                </a:rPr>
                <a:t>6</a:t>
              </a:r>
              <a:r>
                <a:rPr lang="en-US" dirty="0"/>
                <a:t>/0</a:t>
              </a:r>
            </a:p>
          </p:txBody>
        </p:sp>
        <p:sp>
          <p:nvSpPr>
            <p:cNvPr id="95" name="TextBox 94">
              <a:extLst>
                <a:ext uri="{FF2B5EF4-FFF2-40B4-BE49-F238E27FC236}">
                  <a16:creationId xmlns:a16="http://schemas.microsoft.com/office/drawing/2014/main" id="{2D36C649-B906-C242-AF04-A41EAB2217D6}"/>
                </a:ext>
              </a:extLst>
            </p:cNvPr>
            <p:cNvSpPr txBox="1"/>
            <p:nvPr/>
          </p:nvSpPr>
          <p:spPr>
            <a:xfrm>
              <a:off x="8773459" y="713422"/>
              <a:ext cx="508473" cy="369332"/>
            </a:xfrm>
            <a:prstGeom prst="rect">
              <a:avLst/>
            </a:prstGeom>
            <a:noFill/>
          </p:spPr>
          <p:txBody>
            <a:bodyPr wrap="none" rtlCol="0">
              <a:spAutoFit/>
            </a:bodyPr>
            <a:lstStyle/>
            <a:p>
              <a:r>
                <a:rPr lang="en-US" dirty="0">
                  <a:solidFill>
                    <a:srgbClr val="0070C0"/>
                  </a:solidFill>
                </a:rPr>
                <a:t>3</a:t>
              </a:r>
              <a:r>
                <a:rPr lang="en-US" dirty="0"/>
                <a:t>/</a:t>
              </a:r>
              <a:r>
                <a:rPr lang="en-US" dirty="0">
                  <a:solidFill>
                    <a:srgbClr val="C00000"/>
                  </a:solidFill>
                </a:rPr>
                <a:t>3</a:t>
              </a:r>
            </a:p>
          </p:txBody>
        </p:sp>
      </p:grpSp>
      <p:grpSp>
        <p:nvGrpSpPr>
          <p:cNvPr id="20" name="Group 19">
            <a:extLst>
              <a:ext uri="{FF2B5EF4-FFF2-40B4-BE49-F238E27FC236}">
                <a16:creationId xmlns:a16="http://schemas.microsoft.com/office/drawing/2014/main" id="{9101640C-6DAF-2446-8980-DFA0041214E9}"/>
              </a:ext>
            </a:extLst>
          </p:cNvPr>
          <p:cNvGrpSpPr/>
          <p:nvPr/>
        </p:nvGrpSpPr>
        <p:grpSpPr>
          <a:xfrm flipH="1">
            <a:off x="5698856" y="2333562"/>
            <a:ext cx="917709" cy="834410"/>
            <a:chOff x="2223071" y="1895856"/>
            <a:chExt cx="917709" cy="834410"/>
          </a:xfrm>
        </p:grpSpPr>
        <p:sp>
          <p:nvSpPr>
            <p:cNvPr id="10" name="Oval 9">
              <a:extLst>
                <a:ext uri="{FF2B5EF4-FFF2-40B4-BE49-F238E27FC236}">
                  <a16:creationId xmlns:a16="http://schemas.microsoft.com/office/drawing/2014/main" id="{76B22D69-6FA8-114E-9203-57A3A8D7BB95}"/>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F2C8D972-4656-F74B-952C-0D97827BB367}"/>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 name="Oval 12">
              <a:extLst>
                <a:ext uri="{FF2B5EF4-FFF2-40B4-BE49-F238E27FC236}">
                  <a16:creationId xmlns:a16="http://schemas.microsoft.com/office/drawing/2014/main" id="{23B3925C-C9B0-1342-988C-F8714A792024}"/>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4" name="Oval 13">
              <a:extLst>
                <a:ext uri="{FF2B5EF4-FFF2-40B4-BE49-F238E27FC236}">
                  <a16:creationId xmlns:a16="http://schemas.microsoft.com/office/drawing/2014/main" id="{45FE8556-8E02-0249-B742-6F8E2CBD82EA}"/>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xmlns:a16="http://schemas.microsoft.com/office/drawing/2014/main" id="{6766CE1E-92D0-0048-B25E-BCB7A137C83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6" name="Oval 15">
              <a:extLst>
                <a:ext uri="{FF2B5EF4-FFF2-40B4-BE49-F238E27FC236}">
                  <a16:creationId xmlns:a16="http://schemas.microsoft.com/office/drawing/2014/main" id="{8A87BA18-D745-B34A-99B9-38D1636386C1}"/>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3" name="Group 42">
            <a:extLst>
              <a:ext uri="{FF2B5EF4-FFF2-40B4-BE49-F238E27FC236}">
                <a16:creationId xmlns:a16="http://schemas.microsoft.com/office/drawing/2014/main" id="{A118C2B9-7D34-6940-813F-3AE7959B6A83}"/>
              </a:ext>
            </a:extLst>
          </p:cNvPr>
          <p:cNvGrpSpPr/>
          <p:nvPr/>
        </p:nvGrpSpPr>
        <p:grpSpPr>
          <a:xfrm flipH="1">
            <a:off x="3761102" y="2776589"/>
            <a:ext cx="917709" cy="836637"/>
            <a:chOff x="2637056" y="2170327"/>
            <a:chExt cx="917709" cy="836637"/>
          </a:xfrm>
        </p:grpSpPr>
        <p:sp>
          <p:nvSpPr>
            <p:cNvPr id="42" name="Oval 41">
              <a:extLst>
                <a:ext uri="{FF2B5EF4-FFF2-40B4-BE49-F238E27FC236}">
                  <a16:creationId xmlns:a16="http://schemas.microsoft.com/office/drawing/2014/main" id="{7D4E79C6-8528-3742-AE9A-3BCEBD41F198}"/>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xmlns:a16="http://schemas.microsoft.com/office/drawing/2014/main" id="{53BEE92B-A97C-334F-ABA4-198E75872159}"/>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xmlns:a16="http://schemas.microsoft.com/office/drawing/2014/main" id="{9FE45EA0-1F48-6D49-B868-DF0D37E83A39}"/>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xmlns:a16="http://schemas.microsoft.com/office/drawing/2014/main" id="{C3A708D6-E401-E04E-AE6C-E5998B2569A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xmlns:a16="http://schemas.microsoft.com/office/drawing/2014/main" id="{A282002C-734A-0744-BA42-687FEEE350BB}"/>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0" name="Oval 39">
              <a:extLst>
                <a:ext uri="{FF2B5EF4-FFF2-40B4-BE49-F238E27FC236}">
                  <a16:creationId xmlns:a16="http://schemas.microsoft.com/office/drawing/2014/main" id="{C0EEC1A7-1EAF-8447-862D-0D33FC14BAA6}"/>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1" name="Group 60">
            <a:extLst>
              <a:ext uri="{FF2B5EF4-FFF2-40B4-BE49-F238E27FC236}">
                <a16:creationId xmlns:a16="http://schemas.microsoft.com/office/drawing/2014/main" id="{F12DF147-6989-C541-A8AB-2BC8F02BFF58}"/>
              </a:ext>
            </a:extLst>
          </p:cNvPr>
          <p:cNvGrpSpPr/>
          <p:nvPr/>
        </p:nvGrpSpPr>
        <p:grpSpPr>
          <a:xfrm>
            <a:off x="1892594" y="5840077"/>
            <a:ext cx="917952" cy="836637"/>
            <a:chOff x="543660" y="2163977"/>
            <a:chExt cx="917952" cy="836637"/>
          </a:xfrm>
        </p:grpSpPr>
        <p:sp>
          <p:nvSpPr>
            <p:cNvPr id="60" name="Oval 59">
              <a:extLst>
                <a:ext uri="{FF2B5EF4-FFF2-40B4-BE49-F238E27FC236}">
                  <a16:creationId xmlns:a16="http://schemas.microsoft.com/office/drawing/2014/main" id="{BA11ACD9-4F41-A243-87CE-A3A5EE310067}"/>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xmlns:a16="http://schemas.microsoft.com/office/drawing/2014/main" id="{0C763C79-2826-1F42-BF18-991DAF316307}"/>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xmlns:a16="http://schemas.microsoft.com/office/drawing/2014/main" id="{089562CA-4822-0D48-A3E4-C0FBAC80F19C}"/>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xmlns:a16="http://schemas.microsoft.com/office/drawing/2014/main" id="{6065E765-C113-174C-9F23-26E73D8E833C}"/>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xmlns:a16="http://schemas.microsoft.com/office/drawing/2014/main" id="{DED0C0B6-1365-4B43-90D6-C74DCF683146}"/>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9" name="Oval 58">
              <a:extLst>
                <a:ext uri="{FF2B5EF4-FFF2-40B4-BE49-F238E27FC236}">
                  <a16:creationId xmlns:a16="http://schemas.microsoft.com/office/drawing/2014/main" id="{50875A29-03FB-AA44-9326-32B645B151E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3" name="Group 72">
            <a:extLst>
              <a:ext uri="{FF2B5EF4-FFF2-40B4-BE49-F238E27FC236}">
                <a16:creationId xmlns:a16="http://schemas.microsoft.com/office/drawing/2014/main" id="{22DF8984-FCBC-C34F-94D2-222BA27E89BF}"/>
              </a:ext>
            </a:extLst>
          </p:cNvPr>
          <p:cNvGrpSpPr/>
          <p:nvPr/>
        </p:nvGrpSpPr>
        <p:grpSpPr>
          <a:xfrm>
            <a:off x="8942539" y="4146849"/>
            <a:ext cx="917709" cy="834410"/>
            <a:chOff x="1744881" y="933357"/>
            <a:chExt cx="917709" cy="834410"/>
          </a:xfrm>
        </p:grpSpPr>
        <p:sp>
          <p:nvSpPr>
            <p:cNvPr id="72" name="Oval 71">
              <a:extLst>
                <a:ext uri="{FF2B5EF4-FFF2-40B4-BE49-F238E27FC236}">
                  <a16:creationId xmlns:a16="http://schemas.microsoft.com/office/drawing/2014/main" id="{E8DD6B0B-66F0-2241-A162-138F20B8540F}"/>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xmlns:a16="http://schemas.microsoft.com/office/drawing/2014/main" id="{7E2B68C1-6C98-574F-8CD3-F065862D6661}"/>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2" name="Oval 21">
              <a:extLst>
                <a:ext uri="{FF2B5EF4-FFF2-40B4-BE49-F238E27FC236}">
                  <a16:creationId xmlns:a16="http://schemas.microsoft.com/office/drawing/2014/main" id="{99704C82-07E2-854C-85F9-3D5BF82AEA10}"/>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3" name="Oval 22">
              <a:extLst>
                <a:ext uri="{FF2B5EF4-FFF2-40B4-BE49-F238E27FC236}">
                  <a16:creationId xmlns:a16="http://schemas.microsoft.com/office/drawing/2014/main" id="{3CD3F367-D1D7-FB4C-A7E5-AFD478F0716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5" name="Oval 24">
              <a:extLst>
                <a:ext uri="{FF2B5EF4-FFF2-40B4-BE49-F238E27FC236}">
                  <a16:creationId xmlns:a16="http://schemas.microsoft.com/office/drawing/2014/main" id="{362CD1DB-D227-C642-A83C-52ABF7DA4FEC}"/>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xmlns:a16="http://schemas.microsoft.com/office/drawing/2014/main" id="{05A9DCEA-E8F2-1645-B426-866D5B43D35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Arc 122">
            <a:extLst>
              <a:ext uri="{FF2B5EF4-FFF2-40B4-BE49-F238E27FC236}">
                <a16:creationId xmlns:a16="http://schemas.microsoft.com/office/drawing/2014/main" id="{1393166F-73EA-5946-BE35-4B6A32B5D6B2}"/>
              </a:ext>
            </a:extLst>
          </p:cNvPr>
          <p:cNvSpPr/>
          <p:nvPr/>
        </p:nvSpPr>
        <p:spPr>
          <a:xfrm flipH="1">
            <a:off x="3836247" y="3956619"/>
            <a:ext cx="4663440" cy="4663440"/>
          </a:xfrm>
          <a:prstGeom prst="arc">
            <a:avLst>
              <a:gd name="adj1" fmla="val 9906466"/>
              <a:gd name="adj2" fmla="val 866525"/>
            </a:avLst>
          </a:prstGeom>
          <a:ln w="184150">
            <a:gradFill flip="none" rotWithShape="1">
              <a:gsLst>
                <a:gs pos="0">
                  <a:srgbClr val="FF0000"/>
                </a:gs>
                <a:gs pos="100000">
                  <a:srgbClr val="0070C0"/>
                </a:gs>
              </a:gsLst>
              <a:lin ang="0" scaled="1"/>
              <a:tileRect/>
            </a:gra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DDC3C1AC-7047-034A-B283-7E20F02DAE53}"/>
              </a:ext>
            </a:extLst>
          </p:cNvPr>
          <p:cNvSpPr txBox="1"/>
          <p:nvPr/>
        </p:nvSpPr>
        <p:spPr>
          <a:xfrm>
            <a:off x="266330" y="292963"/>
            <a:ext cx="4638386" cy="369332"/>
          </a:xfrm>
          <a:prstGeom prst="rect">
            <a:avLst/>
          </a:prstGeom>
          <a:noFill/>
        </p:spPr>
        <p:txBody>
          <a:bodyPr wrap="none" rtlCol="0">
            <a:spAutoFit/>
          </a:bodyPr>
          <a:lstStyle/>
          <a:p>
            <a:r>
              <a:rPr lang="en-US" dirty="0"/>
              <a:t>Left Handed Couplings with Anti-Noether cores.</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33F50D55-1BE9-5C43-9B3C-64F41604307B}"/>
                  </a:ext>
                </a:extLst>
              </p:cNvPr>
              <p:cNvSpPr txBox="1"/>
              <p:nvPr/>
            </p:nvSpPr>
            <p:spPr>
              <a:xfrm>
                <a:off x="1591214" y="3671171"/>
                <a:ext cx="230319" cy="247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bar>
                            <m:barPr>
                              <m:pos m:val="top"/>
                              <m:ctrlPr>
                                <a:rPr lang="en-US" sz="1400" i="1">
                                  <a:solidFill>
                                    <a:srgbClr val="0070C0"/>
                                  </a:solidFill>
                                  <a:latin typeface="Cambria Math" panose="02040503050406030204" pitchFamily="18" charset="0"/>
                                  <a:ea typeface="Cambria Math" panose="02040503050406030204" pitchFamily="18" charset="0"/>
                                </a:rPr>
                              </m:ctrlPr>
                            </m:barPr>
                            <m:e>
                              <m:r>
                                <a:rPr lang="en-US" sz="1400" i="1">
                                  <a:solidFill>
                                    <a:srgbClr val="0070C0"/>
                                  </a:solidFill>
                                  <a:latin typeface="Cambria Math" panose="02040503050406030204" pitchFamily="18" charset="0"/>
                                  <a:ea typeface="Cambria Math" panose="02040503050406030204" pitchFamily="18" charset="0"/>
                                </a:rPr>
                                <m:t>𝑢</m:t>
                              </m:r>
                            </m:e>
                          </m:bar>
                        </m:e>
                        <m:sub>
                          <m:r>
                            <a:rPr lang="en-US" sz="1400" i="1">
                              <a:solidFill>
                                <a:srgbClr val="0070C0"/>
                              </a:solidFill>
                              <a:latin typeface="Cambria Math" panose="02040503050406030204" pitchFamily="18" charset="0"/>
                              <a:ea typeface="Cambria Math" panose="02040503050406030204" pitchFamily="18" charset="0"/>
                            </a:rPr>
                            <m:t> </m:t>
                          </m:r>
                        </m:sub>
                        <m:sup>
                          <m:r>
                            <a:rPr lang="en-US" sz="1400" b="0" i="1" smtClean="0">
                              <a:solidFill>
                                <a:srgbClr val="0070C0"/>
                              </a:solidFill>
                              <a:latin typeface="Cambria Math" panose="02040503050406030204" pitchFamily="18" charset="0"/>
                              <a:ea typeface="Cambria Math" panose="02040503050406030204" pitchFamily="18" charset="0"/>
                            </a:rPr>
                            <m:t>𝐿</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91" name="TextBox 90">
                <a:extLst>
                  <a:ext uri="{FF2B5EF4-FFF2-40B4-BE49-F238E27FC236}">
                    <a16:creationId xmlns:a16="http://schemas.microsoft.com/office/drawing/2014/main" id="{33F50D55-1BE9-5C43-9B3C-64F41604307B}"/>
                  </a:ext>
                </a:extLst>
              </p:cNvPr>
              <p:cNvSpPr txBox="1">
                <a:spLocks noRot="1" noChangeAspect="1" noMove="1" noResize="1" noEditPoints="1" noAdjustHandles="1" noChangeArrowheads="1" noChangeShapeType="1" noTextEdit="1"/>
              </p:cNvSpPr>
              <p:nvPr/>
            </p:nvSpPr>
            <p:spPr>
              <a:xfrm>
                <a:off x="1591214" y="3671171"/>
                <a:ext cx="230319" cy="247697"/>
              </a:xfrm>
              <a:prstGeom prst="rect">
                <a:avLst/>
              </a:prstGeom>
              <a:blipFill>
                <a:blip r:embed="rId3"/>
                <a:stretch>
                  <a:fillRect l="-10526" r="-526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0DC42121-F8C9-1247-A26F-2CE16F6107C1}"/>
                  </a:ext>
                </a:extLst>
              </p:cNvPr>
              <p:cNvSpPr txBox="1"/>
              <p:nvPr/>
            </p:nvSpPr>
            <p:spPr>
              <a:xfrm>
                <a:off x="1816626" y="3843018"/>
                <a:ext cx="212238"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bar>
                            <m:barPr>
                              <m:pos m:val="top"/>
                              <m:ctrlPr>
                                <a:rPr lang="en-US" sz="1400" i="1">
                                  <a:solidFill>
                                    <a:srgbClr val="0070C0"/>
                                  </a:solidFill>
                                  <a:latin typeface="Cambria Math" panose="02040503050406030204" pitchFamily="18" charset="0"/>
                                  <a:ea typeface="Cambria Math" panose="02040503050406030204" pitchFamily="18" charset="0"/>
                                </a:rPr>
                              </m:ctrlPr>
                            </m:barPr>
                            <m:e>
                              <m:r>
                                <a:rPr lang="en-US" sz="1400" b="0" i="1" smtClean="0">
                                  <a:solidFill>
                                    <a:srgbClr val="0070C0"/>
                                  </a:solidFill>
                                  <a:latin typeface="Cambria Math" panose="02040503050406030204" pitchFamily="18" charset="0"/>
                                  <a:ea typeface="Cambria Math" panose="02040503050406030204" pitchFamily="18" charset="0"/>
                                </a:rPr>
                                <m:t>𝑐</m:t>
                              </m:r>
                            </m:e>
                          </m:bar>
                        </m:e>
                        <m:sub>
                          <m:r>
                            <a:rPr lang="en-US" sz="1400" i="1">
                              <a:solidFill>
                                <a:srgbClr val="0070C0"/>
                              </a:solidFill>
                              <a:latin typeface="Cambria Math" panose="02040503050406030204" pitchFamily="18" charset="0"/>
                              <a:ea typeface="Cambria Math" panose="02040503050406030204" pitchFamily="18" charset="0"/>
                            </a:rPr>
                            <m:t> </m:t>
                          </m:r>
                        </m:sub>
                        <m:sup>
                          <m:r>
                            <a:rPr lang="en-US" sz="1400" b="0" i="1" smtClean="0">
                              <a:solidFill>
                                <a:srgbClr val="0070C0"/>
                              </a:solidFill>
                              <a:latin typeface="Cambria Math" panose="02040503050406030204" pitchFamily="18" charset="0"/>
                              <a:ea typeface="Cambria Math" panose="02040503050406030204" pitchFamily="18" charset="0"/>
                            </a:rPr>
                            <m:t>𝐿</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92" name="TextBox 91">
                <a:extLst>
                  <a:ext uri="{FF2B5EF4-FFF2-40B4-BE49-F238E27FC236}">
                    <a16:creationId xmlns:a16="http://schemas.microsoft.com/office/drawing/2014/main" id="{0DC42121-F8C9-1247-A26F-2CE16F6107C1}"/>
                  </a:ext>
                </a:extLst>
              </p:cNvPr>
              <p:cNvSpPr txBox="1">
                <a:spLocks noRot="1" noChangeAspect="1" noMove="1" noResize="1" noEditPoints="1" noAdjustHandles="1" noChangeArrowheads="1" noChangeShapeType="1" noTextEdit="1"/>
              </p:cNvSpPr>
              <p:nvPr/>
            </p:nvSpPr>
            <p:spPr>
              <a:xfrm>
                <a:off x="1816626" y="3843018"/>
                <a:ext cx="212238" cy="247632"/>
              </a:xfrm>
              <a:prstGeom prst="rect">
                <a:avLst/>
              </a:prstGeom>
              <a:blipFill>
                <a:blip r:embed="rId4"/>
                <a:stretch>
                  <a:fillRect l="-11765" t="-4762" r="-5882"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8100A6C-DD57-3441-B633-3A993CBA1F4C}"/>
                  </a:ext>
                </a:extLst>
              </p:cNvPr>
              <p:cNvSpPr txBox="1"/>
              <p:nvPr/>
            </p:nvSpPr>
            <p:spPr>
              <a:xfrm>
                <a:off x="2034412" y="4018089"/>
                <a:ext cx="198068" cy="2678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0070C0"/>
                              </a:solidFill>
                              <a:latin typeface="Cambria Math" panose="02040503050406030204" pitchFamily="18" charset="0"/>
                              <a:ea typeface="Cambria Math" panose="02040503050406030204" pitchFamily="18" charset="0"/>
                            </a:rPr>
                          </m:ctrlPr>
                        </m:sSubSupPr>
                        <m:e>
                          <m:bar>
                            <m:barPr>
                              <m:pos m:val="top"/>
                              <m:ctrlPr>
                                <a:rPr lang="en-US" sz="1400" i="1">
                                  <a:solidFill>
                                    <a:srgbClr val="0070C0"/>
                                  </a:solidFill>
                                  <a:latin typeface="Cambria Math" panose="02040503050406030204" pitchFamily="18" charset="0"/>
                                  <a:ea typeface="Cambria Math" panose="02040503050406030204" pitchFamily="18" charset="0"/>
                                </a:rPr>
                              </m:ctrlPr>
                            </m:barPr>
                            <m:e>
                              <m:r>
                                <a:rPr lang="en-US" sz="1400" b="0" i="1" smtClean="0">
                                  <a:solidFill>
                                    <a:srgbClr val="0070C0"/>
                                  </a:solidFill>
                                  <a:latin typeface="Cambria Math" panose="02040503050406030204" pitchFamily="18" charset="0"/>
                                  <a:ea typeface="Cambria Math" panose="02040503050406030204" pitchFamily="18" charset="0"/>
                                </a:rPr>
                                <m:t>𝑡</m:t>
                              </m:r>
                            </m:e>
                          </m:bar>
                        </m:e>
                        <m:sub>
                          <m:r>
                            <a:rPr lang="en-US" sz="1400" i="1">
                              <a:solidFill>
                                <a:srgbClr val="0070C0"/>
                              </a:solidFill>
                              <a:latin typeface="Cambria Math" panose="02040503050406030204" pitchFamily="18" charset="0"/>
                              <a:ea typeface="Cambria Math" panose="02040503050406030204" pitchFamily="18" charset="0"/>
                            </a:rPr>
                            <m:t> </m:t>
                          </m:r>
                        </m:sub>
                        <m:sup>
                          <m:r>
                            <a:rPr lang="en-US" sz="1400" b="0" i="1" smtClean="0">
                              <a:solidFill>
                                <a:srgbClr val="0070C0"/>
                              </a:solidFill>
                              <a:latin typeface="Cambria Math" panose="02040503050406030204" pitchFamily="18" charset="0"/>
                              <a:ea typeface="Cambria Math" panose="02040503050406030204" pitchFamily="18" charset="0"/>
                            </a:rPr>
                            <m:t>𝐿</m:t>
                          </m:r>
                        </m:sup>
                      </m:sSubSup>
                    </m:oMath>
                  </m:oMathPara>
                </a14:m>
                <a:endParaRPr lang="en-US" sz="1400" dirty="0">
                  <a:solidFill>
                    <a:srgbClr val="0070C0"/>
                  </a:solidFill>
                  <a:latin typeface="Cambria Math" panose="02040503050406030204" pitchFamily="18" charset="0"/>
                  <a:ea typeface="Cambria Math" panose="02040503050406030204" pitchFamily="18" charset="0"/>
                </a:endParaRPr>
              </a:p>
            </p:txBody>
          </p:sp>
        </mc:Choice>
        <mc:Fallback xmlns="">
          <p:sp>
            <p:nvSpPr>
              <p:cNvPr id="94" name="TextBox 93">
                <a:extLst>
                  <a:ext uri="{FF2B5EF4-FFF2-40B4-BE49-F238E27FC236}">
                    <a16:creationId xmlns:a16="http://schemas.microsoft.com/office/drawing/2014/main" id="{78100A6C-DD57-3441-B633-3A993CBA1F4C}"/>
                  </a:ext>
                </a:extLst>
              </p:cNvPr>
              <p:cNvSpPr txBox="1">
                <a:spLocks noRot="1" noChangeAspect="1" noMove="1" noResize="1" noEditPoints="1" noAdjustHandles="1" noChangeArrowheads="1" noChangeShapeType="1" noTextEdit="1"/>
              </p:cNvSpPr>
              <p:nvPr/>
            </p:nvSpPr>
            <p:spPr>
              <a:xfrm>
                <a:off x="2034412" y="4018089"/>
                <a:ext cx="198068" cy="267894"/>
              </a:xfrm>
              <a:prstGeom prst="rect">
                <a:avLst/>
              </a:prstGeom>
              <a:blipFill>
                <a:blip r:embed="rId5"/>
                <a:stretch>
                  <a:fillRect l="-18750" r="-6250"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2855DB0A-D54D-9046-8C5B-F14A96AA2E86}"/>
                  </a:ext>
                </a:extLst>
              </p:cNvPr>
              <p:cNvSpPr txBox="1"/>
              <p:nvPr/>
            </p:nvSpPr>
            <p:spPr>
              <a:xfrm>
                <a:off x="10379696" y="6103659"/>
                <a:ext cx="20877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i="1">
                                  <a:solidFill>
                                    <a:srgbClr val="FF0000"/>
                                  </a:solidFill>
                                  <a:latin typeface="Cambria Math" panose="02040503050406030204" pitchFamily="18" charset="0"/>
                                  <a:ea typeface="Cambria Math" panose="02040503050406030204" pitchFamily="18" charset="0"/>
                                </a:rPr>
                                <m:t>𝜏</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𝐿</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09" name="TextBox 108">
                <a:extLst>
                  <a:ext uri="{FF2B5EF4-FFF2-40B4-BE49-F238E27FC236}">
                    <a16:creationId xmlns:a16="http://schemas.microsoft.com/office/drawing/2014/main" id="{2855DB0A-D54D-9046-8C5B-F14A96AA2E86}"/>
                  </a:ext>
                </a:extLst>
              </p:cNvPr>
              <p:cNvSpPr txBox="1">
                <a:spLocks noRot="1" noChangeAspect="1" noMove="1" noResize="1" noEditPoints="1" noAdjustHandles="1" noChangeArrowheads="1" noChangeShapeType="1" noTextEdit="1"/>
              </p:cNvSpPr>
              <p:nvPr/>
            </p:nvSpPr>
            <p:spPr>
              <a:xfrm>
                <a:off x="10379696" y="6103659"/>
                <a:ext cx="208775" cy="246221"/>
              </a:xfrm>
              <a:prstGeom prst="rect">
                <a:avLst/>
              </a:prstGeom>
              <a:blipFill>
                <a:blip r:embed="rId6"/>
                <a:stretch>
                  <a:fillRect l="-11765" r="-5882"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51C2A2F2-30FC-494C-B837-23ADDFD46A47}"/>
                  </a:ext>
                </a:extLst>
              </p:cNvPr>
              <p:cNvSpPr txBox="1"/>
              <p:nvPr/>
            </p:nvSpPr>
            <p:spPr>
              <a:xfrm>
                <a:off x="10617295" y="6091988"/>
                <a:ext cx="225766" cy="2695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i="1">
                                  <a:solidFill>
                                    <a:srgbClr val="FF0000"/>
                                  </a:solidFill>
                                  <a:latin typeface="Cambria Math" panose="02040503050406030204" pitchFamily="18" charset="0"/>
                                  <a:ea typeface="Cambria Math" panose="02040503050406030204" pitchFamily="18" charset="0"/>
                                </a:rPr>
                                <m:t>𝜇</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𝐿</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10" name="TextBox 109">
                <a:extLst>
                  <a:ext uri="{FF2B5EF4-FFF2-40B4-BE49-F238E27FC236}">
                    <a16:creationId xmlns:a16="http://schemas.microsoft.com/office/drawing/2014/main" id="{51C2A2F2-30FC-494C-B837-23ADDFD46A47}"/>
                  </a:ext>
                </a:extLst>
              </p:cNvPr>
              <p:cNvSpPr txBox="1">
                <a:spLocks noRot="1" noChangeAspect="1" noMove="1" noResize="1" noEditPoints="1" noAdjustHandles="1" noChangeArrowheads="1" noChangeShapeType="1" noTextEdit="1"/>
              </p:cNvSpPr>
              <p:nvPr/>
            </p:nvSpPr>
            <p:spPr>
              <a:xfrm>
                <a:off x="10617295" y="6091988"/>
                <a:ext cx="225766" cy="269561"/>
              </a:xfrm>
              <a:prstGeom prst="rect">
                <a:avLst/>
              </a:prstGeom>
              <a:blipFill>
                <a:blip r:embed="rId7"/>
                <a:stretch>
                  <a:fillRect l="-22222" r="-5556" b="-26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A4A84C4D-20B3-FC4E-B384-D8E51A276D60}"/>
                  </a:ext>
                </a:extLst>
              </p:cNvPr>
              <p:cNvSpPr txBox="1"/>
              <p:nvPr/>
            </p:nvSpPr>
            <p:spPr>
              <a:xfrm>
                <a:off x="10878350" y="6108086"/>
                <a:ext cx="216918" cy="247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smtClean="0">
                                  <a:solidFill>
                                    <a:srgbClr val="FF0000"/>
                                  </a:solidFill>
                                  <a:latin typeface="Cambria Math" panose="02040503050406030204" pitchFamily="18" charset="0"/>
                                  <a:ea typeface="Cambria Math" panose="02040503050406030204" pitchFamily="18" charset="0"/>
                                </a:rPr>
                              </m:ctrlPr>
                            </m:barPr>
                            <m:e>
                              <m:r>
                                <a:rPr lang="en-US" sz="1400" b="0" i="1" smtClean="0">
                                  <a:solidFill>
                                    <a:srgbClr val="FF0000"/>
                                  </a:solidFill>
                                  <a:latin typeface="Cambria Math" panose="02040503050406030204" pitchFamily="18" charset="0"/>
                                  <a:ea typeface="Cambria Math" panose="02040503050406030204" pitchFamily="18" charset="0"/>
                                </a:rPr>
                                <m:t>𝑒</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𝐿</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11" name="TextBox 110">
                <a:extLst>
                  <a:ext uri="{FF2B5EF4-FFF2-40B4-BE49-F238E27FC236}">
                    <a16:creationId xmlns:a16="http://schemas.microsoft.com/office/drawing/2014/main" id="{A4A84C4D-20B3-FC4E-B384-D8E51A276D60}"/>
                  </a:ext>
                </a:extLst>
              </p:cNvPr>
              <p:cNvSpPr txBox="1">
                <a:spLocks noRot="1" noChangeAspect="1" noMove="1" noResize="1" noEditPoints="1" noAdjustHandles="1" noChangeArrowheads="1" noChangeShapeType="1" noTextEdit="1"/>
              </p:cNvSpPr>
              <p:nvPr/>
            </p:nvSpPr>
            <p:spPr>
              <a:xfrm>
                <a:off x="10878350" y="6108086"/>
                <a:ext cx="216918" cy="247697"/>
              </a:xfrm>
              <a:prstGeom prst="rect">
                <a:avLst/>
              </a:prstGeom>
              <a:blipFill>
                <a:blip r:embed="rId8"/>
                <a:stretch>
                  <a:fillRect l="-11111" r="-11111"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BA833D17-7B03-A244-82B8-0D4C3A5BEE59}"/>
                  </a:ext>
                </a:extLst>
              </p:cNvPr>
              <p:cNvSpPr txBox="1"/>
              <p:nvPr/>
            </p:nvSpPr>
            <p:spPr>
              <a:xfrm>
                <a:off x="8396964" y="2681715"/>
                <a:ext cx="223330" cy="2877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b="0" i="1" smtClean="0">
                                  <a:solidFill>
                                    <a:srgbClr val="FF0000"/>
                                  </a:solidFill>
                                  <a:latin typeface="Cambria Math" panose="02040503050406030204" pitchFamily="18" charset="0"/>
                                  <a:ea typeface="Cambria Math" panose="02040503050406030204" pitchFamily="18" charset="0"/>
                                </a:rPr>
                                <m:t>𝑏</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𝐿</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12" name="TextBox 111">
                <a:extLst>
                  <a:ext uri="{FF2B5EF4-FFF2-40B4-BE49-F238E27FC236}">
                    <a16:creationId xmlns:a16="http://schemas.microsoft.com/office/drawing/2014/main" id="{BA833D17-7B03-A244-82B8-0D4C3A5BEE59}"/>
                  </a:ext>
                </a:extLst>
              </p:cNvPr>
              <p:cNvSpPr txBox="1">
                <a:spLocks noRot="1" noChangeAspect="1" noMove="1" noResize="1" noEditPoints="1" noAdjustHandles="1" noChangeArrowheads="1" noChangeShapeType="1" noTextEdit="1"/>
              </p:cNvSpPr>
              <p:nvPr/>
            </p:nvSpPr>
            <p:spPr>
              <a:xfrm>
                <a:off x="8396964" y="2681715"/>
                <a:ext cx="223330" cy="287771"/>
              </a:xfrm>
              <a:prstGeom prst="rect">
                <a:avLst/>
              </a:prstGeom>
              <a:blipFill>
                <a:blip r:embed="rId9"/>
                <a:stretch>
                  <a:fillRect l="-15789" t="-4348" r="-10526"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9AFBFE28-8639-3B47-81F2-35EE3AFA444D}"/>
                  </a:ext>
                </a:extLst>
              </p:cNvPr>
              <p:cNvSpPr txBox="1"/>
              <p:nvPr/>
            </p:nvSpPr>
            <p:spPr>
              <a:xfrm>
                <a:off x="8639034" y="2491462"/>
                <a:ext cx="210186"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a:solidFill>
                                    <a:srgbClr val="FF0000"/>
                                  </a:solidFill>
                                  <a:latin typeface="Cambria Math" panose="02040503050406030204" pitchFamily="18" charset="0"/>
                                  <a:ea typeface="Cambria Math" panose="02040503050406030204" pitchFamily="18" charset="0"/>
                                </a:rPr>
                              </m:ctrlPr>
                            </m:barPr>
                            <m:e>
                              <m:r>
                                <a:rPr lang="en-US" sz="1400" b="0" i="1" smtClean="0">
                                  <a:solidFill>
                                    <a:srgbClr val="FF0000"/>
                                  </a:solidFill>
                                  <a:latin typeface="Cambria Math" panose="02040503050406030204" pitchFamily="18" charset="0"/>
                                  <a:ea typeface="Cambria Math" panose="02040503050406030204" pitchFamily="18" charset="0"/>
                                </a:rPr>
                                <m:t>𝑠</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𝐿</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13" name="TextBox 112">
                <a:extLst>
                  <a:ext uri="{FF2B5EF4-FFF2-40B4-BE49-F238E27FC236}">
                    <a16:creationId xmlns:a16="http://schemas.microsoft.com/office/drawing/2014/main" id="{9AFBFE28-8639-3B47-81F2-35EE3AFA444D}"/>
                  </a:ext>
                </a:extLst>
              </p:cNvPr>
              <p:cNvSpPr txBox="1">
                <a:spLocks noRot="1" noChangeAspect="1" noMove="1" noResize="1" noEditPoints="1" noAdjustHandles="1" noChangeArrowheads="1" noChangeShapeType="1" noTextEdit="1"/>
              </p:cNvSpPr>
              <p:nvPr/>
            </p:nvSpPr>
            <p:spPr>
              <a:xfrm>
                <a:off x="8639034" y="2491462"/>
                <a:ext cx="210186" cy="247632"/>
              </a:xfrm>
              <a:prstGeom prst="rect">
                <a:avLst/>
              </a:prstGeom>
              <a:blipFill>
                <a:blip r:embed="rId10"/>
                <a:stretch>
                  <a:fillRect l="-11765" t="-5000" r="-5882"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6FA4CEA2-F96D-2845-BC93-BD4518FC0E09}"/>
                  </a:ext>
                </a:extLst>
              </p:cNvPr>
              <p:cNvSpPr txBox="1"/>
              <p:nvPr/>
            </p:nvSpPr>
            <p:spPr>
              <a:xfrm>
                <a:off x="8842316" y="2253799"/>
                <a:ext cx="233077" cy="2877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FF0000"/>
                              </a:solidFill>
                              <a:latin typeface="Cambria Math" panose="02040503050406030204" pitchFamily="18" charset="0"/>
                              <a:ea typeface="Cambria Math" panose="02040503050406030204" pitchFamily="18" charset="0"/>
                            </a:rPr>
                          </m:ctrlPr>
                        </m:sSubSupPr>
                        <m:e>
                          <m:bar>
                            <m:barPr>
                              <m:pos m:val="top"/>
                              <m:ctrlPr>
                                <a:rPr lang="en-US" sz="1400" i="1" smtClean="0">
                                  <a:solidFill>
                                    <a:srgbClr val="FF0000"/>
                                  </a:solidFill>
                                  <a:latin typeface="Cambria Math" panose="02040503050406030204" pitchFamily="18" charset="0"/>
                                  <a:ea typeface="Cambria Math" panose="02040503050406030204" pitchFamily="18" charset="0"/>
                                </a:rPr>
                              </m:ctrlPr>
                            </m:barPr>
                            <m:e>
                              <m:r>
                                <a:rPr lang="en-US" sz="1400" b="0" i="1" smtClean="0">
                                  <a:solidFill>
                                    <a:srgbClr val="FF0000"/>
                                  </a:solidFill>
                                  <a:latin typeface="Cambria Math" panose="02040503050406030204" pitchFamily="18" charset="0"/>
                                  <a:ea typeface="Cambria Math" panose="02040503050406030204" pitchFamily="18" charset="0"/>
                                </a:rPr>
                                <m:t>𝑑</m:t>
                              </m:r>
                            </m:e>
                          </m:bar>
                        </m:e>
                        <m:sub>
                          <m:r>
                            <a:rPr lang="en-US" sz="1400" i="1">
                              <a:solidFill>
                                <a:srgbClr val="FF0000"/>
                              </a:solidFill>
                              <a:latin typeface="Cambria Math" panose="02040503050406030204" pitchFamily="18" charset="0"/>
                              <a:ea typeface="Cambria Math" panose="02040503050406030204" pitchFamily="18" charset="0"/>
                            </a:rPr>
                            <m:t> </m:t>
                          </m:r>
                        </m:sub>
                        <m:sup>
                          <m:r>
                            <a:rPr lang="en-US" sz="1400" b="0" i="1" smtClean="0">
                              <a:solidFill>
                                <a:srgbClr val="FF0000"/>
                              </a:solidFill>
                              <a:latin typeface="Cambria Math" panose="02040503050406030204" pitchFamily="18" charset="0"/>
                              <a:ea typeface="Cambria Math" panose="02040503050406030204" pitchFamily="18" charset="0"/>
                            </a:rPr>
                            <m:t>𝐿</m:t>
                          </m:r>
                        </m:sup>
                      </m:sSubSup>
                    </m:oMath>
                  </m:oMathPara>
                </a14:m>
                <a:endParaRPr lang="en-US" sz="1400" dirty="0">
                  <a:solidFill>
                    <a:srgbClr val="FF0000"/>
                  </a:solidFill>
                  <a:latin typeface="Cambria Math" panose="02040503050406030204" pitchFamily="18" charset="0"/>
                  <a:ea typeface="Cambria Math" panose="02040503050406030204" pitchFamily="18" charset="0"/>
                </a:endParaRPr>
              </a:p>
            </p:txBody>
          </p:sp>
        </mc:Choice>
        <mc:Fallback xmlns="">
          <p:sp>
            <p:nvSpPr>
              <p:cNvPr id="114" name="TextBox 113">
                <a:extLst>
                  <a:ext uri="{FF2B5EF4-FFF2-40B4-BE49-F238E27FC236}">
                    <a16:creationId xmlns:a16="http://schemas.microsoft.com/office/drawing/2014/main" id="{6FA4CEA2-F96D-2845-BC93-BD4518FC0E09}"/>
                  </a:ext>
                </a:extLst>
              </p:cNvPr>
              <p:cNvSpPr txBox="1">
                <a:spLocks noRot="1" noChangeAspect="1" noMove="1" noResize="1" noEditPoints="1" noAdjustHandles="1" noChangeArrowheads="1" noChangeShapeType="1" noTextEdit="1"/>
              </p:cNvSpPr>
              <p:nvPr/>
            </p:nvSpPr>
            <p:spPr>
              <a:xfrm>
                <a:off x="8842316" y="2253799"/>
                <a:ext cx="233077" cy="287771"/>
              </a:xfrm>
              <a:prstGeom prst="rect">
                <a:avLst/>
              </a:prstGeom>
              <a:blipFill>
                <a:blip r:embed="rId11"/>
                <a:stretch>
                  <a:fillRect l="-21053" t="-4167" r="-5263"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CD691290-0CE6-2243-A10A-EFD208C5B098}"/>
                  </a:ext>
                </a:extLst>
              </p:cNvPr>
              <p:cNvSpPr txBox="1"/>
              <p:nvPr/>
            </p:nvSpPr>
            <p:spPr>
              <a:xfrm flipH="1">
                <a:off x="11260720" y="5992477"/>
                <a:ext cx="566245"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𝑻</m:t>
                      </m:r>
                      <m:r>
                        <a:rPr lang="en-US" sz="1400" b="1" i="1" baseline="-25000" smtClean="0">
                          <a:solidFill>
                            <a:srgbClr val="FF0000"/>
                          </a:solidFill>
                          <a:latin typeface="Cambria Math" panose="02040503050406030204" pitchFamily="18" charset="0"/>
                          <a:ea typeface="Cambria Math" panose="02040503050406030204" pitchFamily="18" charset="0"/>
                        </a:rPr>
                        <m:t>𝟑</m:t>
                      </m:r>
                      <m:r>
                        <a:rPr lang="en-US" sz="1400" b="1" i="1" smtClean="0">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𝟎</m:t>
                      </m:r>
                    </m:oMath>
                  </m:oMathPara>
                </a14:m>
                <a:br>
                  <a:rPr lang="en-US" sz="1400" b="1" dirty="0">
                    <a:solidFill>
                      <a:srgbClr val="FF000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𝒀</m:t>
                    </m:r>
                    <m:r>
                      <a:rPr lang="en-US" sz="1400" b="1" i="1" baseline="-25000" smtClean="0">
                        <a:solidFill>
                          <a:srgbClr val="FF0000"/>
                        </a:solidFill>
                        <a:latin typeface="Cambria Math" panose="02040503050406030204" pitchFamily="18" charset="0"/>
                        <a:ea typeface="Cambria Math" panose="02040503050406030204" pitchFamily="18" charset="0"/>
                      </a:rPr>
                      <m:t>𝒘</m:t>
                    </m:r>
                  </m:oMath>
                </a14:m>
                <a:r>
                  <a:rPr lang="en-US" sz="1400" b="1" dirty="0">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𝟐</m:t>
                    </m:r>
                  </m:oMath>
                </a14:m>
                <a:endParaRPr lang="en-US" sz="1400" b="1" baseline="-25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15" name="TextBox 114">
                <a:extLst>
                  <a:ext uri="{FF2B5EF4-FFF2-40B4-BE49-F238E27FC236}">
                    <a16:creationId xmlns:a16="http://schemas.microsoft.com/office/drawing/2014/main" id="{CD691290-0CE6-2243-A10A-EFD208C5B098}"/>
                  </a:ext>
                </a:extLst>
              </p:cNvPr>
              <p:cNvSpPr txBox="1">
                <a:spLocks noRot="1" noChangeAspect="1" noMove="1" noResize="1" noEditPoints="1" noAdjustHandles="1" noChangeArrowheads="1" noChangeShapeType="1" noTextEdit="1"/>
              </p:cNvSpPr>
              <p:nvPr/>
            </p:nvSpPr>
            <p:spPr>
              <a:xfrm flipH="1">
                <a:off x="11260720" y="5992477"/>
                <a:ext cx="566245" cy="430887"/>
              </a:xfrm>
              <a:prstGeom prst="rect">
                <a:avLst/>
              </a:prstGeom>
              <a:blipFill>
                <a:blip r:embed="rId12"/>
                <a:stretch>
                  <a:fillRect l="-8696" r="-6522" b="-5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ED6496A8-A5AC-244C-AEC9-407CAF891D5A}"/>
                  </a:ext>
                </a:extLst>
              </p:cNvPr>
              <p:cNvSpPr txBox="1"/>
              <p:nvPr/>
            </p:nvSpPr>
            <p:spPr>
              <a:xfrm flipH="1">
                <a:off x="8884298" y="1721163"/>
                <a:ext cx="881844"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𝑻</m:t>
                      </m:r>
                      <m:r>
                        <a:rPr lang="en-US" sz="1400" b="1" i="1" baseline="-25000" smtClean="0">
                          <a:solidFill>
                            <a:srgbClr val="FF0000"/>
                          </a:solidFill>
                          <a:latin typeface="Cambria Math" panose="02040503050406030204" pitchFamily="18" charset="0"/>
                          <a:ea typeface="Cambria Math" panose="02040503050406030204" pitchFamily="18" charset="0"/>
                        </a:rPr>
                        <m:t>𝟑</m:t>
                      </m:r>
                      <m:r>
                        <a:rPr lang="en-US" sz="1400" b="1" i="1" smtClean="0">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𝟎</m:t>
                      </m:r>
                    </m:oMath>
                  </m:oMathPara>
                </a14:m>
                <a:br>
                  <a:rPr lang="en-US" sz="1400" b="1" dirty="0">
                    <a:solidFill>
                      <a:srgbClr val="FF000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FF0000"/>
                        </a:solidFill>
                        <a:latin typeface="Cambria Math" panose="02040503050406030204" pitchFamily="18" charset="0"/>
                        <a:ea typeface="Cambria Math" panose="02040503050406030204" pitchFamily="18" charset="0"/>
                      </a:rPr>
                      <m:t>𝒀</m:t>
                    </m:r>
                    <m:r>
                      <a:rPr lang="en-US" sz="1400" b="1" i="1" baseline="-25000" smtClean="0">
                        <a:solidFill>
                          <a:srgbClr val="FF0000"/>
                        </a:solidFill>
                        <a:latin typeface="Cambria Math" panose="02040503050406030204" pitchFamily="18" charset="0"/>
                        <a:ea typeface="Cambria Math" panose="02040503050406030204" pitchFamily="18" charset="0"/>
                      </a:rPr>
                      <m:t>𝒘</m:t>
                    </m:r>
                  </m:oMath>
                </a14:m>
                <a:r>
                  <a:rPr lang="en-US" sz="1400" b="1" dirty="0">
                    <a:solidFill>
                      <a:srgbClr val="FF000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FF0000"/>
                        </a:solidFill>
                        <a:latin typeface="Cambria Math" panose="02040503050406030204" pitchFamily="18" charset="0"/>
                        <a:ea typeface="Cambria Math" panose="02040503050406030204" pitchFamily="18" charset="0"/>
                      </a:rPr>
                      <m:t>=</m:t>
                    </m:r>
                    <m:f>
                      <m:fPr>
                        <m:type m:val="lin"/>
                        <m:ctrlPr>
                          <a:rPr lang="en-US" sz="1400" b="1" i="1">
                            <a:solidFill>
                              <a:srgbClr val="FF0000"/>
                            </a:solidFill>
                            <a:latin typeface="Cambria Math" panose="02040503050406030204" pitchFamily="18" charset="0"/>
                            <a:ea typeface="Cambria Math" panose="02040503050406030204" pitchFamily="18" charset="0"/>
                          </a:rPr>
                        </m:ctrlPr>
                      </m:fPr>
                      <m:num>
                        <m:r>
                          <a:rPr lang="en-US" sz="1400" b="1" i="1" smtClean="0">
                            <a:solidFill>
                              <a:srgbClr val="FF0000"/>
                            </a:solidFill>
                            <a:latin typeface="Cambria Math" panose="02040503050406030204" pitchFamily="18" charset="0"/>
                            <a:ea typeface="Cambria Math" panose="02040503050406030204" pitchFamily="18" charset="0"/>
                          </a:rPr>
                          <m:t>+</m:t>
                        </m:r>
                        <m:r>
                          <a:rPr lang="en-US" sz="1400" b="1" i="1" smtClean="0">
                            <a:solidFill>
                              <a:srgbClr val="FF0000"/>
                            </a:solidFill>
                            <a:latin typeface="Cambria Math" panose="02040503050406030204" pitchFamily="18" charset="0"/>
                            <a:ea typeface="Cambria Math" panose="02040503050406030204" pitchFamily="18" charset="0"/>
                          </a:rPr>
                          <m:t>𝟐</m:t>
                        </m:r>
                      </m:num>
                      <m:den>
                        <m:r>
                          <a:rPr lang="en-US" sz="1400" b="1" i="1" smtClean="0">
                            <a:solidFill>
                              <a:srgbClr val="FF0000"/>
                            </a:solidFill>
                            <a:latin typeface="Cambria Math" panose="02040503050406030204" pitchFamily="18" charset="0"/>
                            <a:ea typeface="Cambria Math" panose="02040503050406030204" pitchFamily="18" charset="0"/>
                          </a:rPr>
                          <m:t>𝟑</m:t>
                        </m:r>
                      </m:den>
                    </m:f>
                  </m:oMath>
                </a14:m>
                <a:endParaRPr lang="en-US" sz="1400" b="1" baseline="-25000" dirty="0">
                  <a:solidFill>
                    <a:srgbClr val="FF0000"/>
                  </a:solidFill>
                  <a:latin typeface="Cambria Math" panose="02040503050406030204" pitchFamily="18" charset="0"/>
                  <a:ea typeface="Cambria Math" panose="02040503050406030204" pitchFamily="18" charset="0"/>
                </a:endParaRPr>
              </a:p>
            </p:txBody>
          </p:sp>
        </mc:Choice>
        <mc:Fallback xmlns="">
          <p:sp>
            <p:nvSpPr>
              <p:cNvPr id="116" name="TextBox 115">
                <a:extLst>
                  <a:ext uri="{FF2B5EF4-FFF2-40B4-BE49-F238E27FC236}">
                    <a16:creationId xmlns:a16="http://schemas.microsoft.com/office/drawing/2014/main" id="{ED6496A8-A5AC-244C-AEC9-407CAF891D5A}"/>
                  </a:ext>
                </a:extLst>
              </p:cNvPr>
              <p:cNvSpPr txBox="1">
                <a:spLocks noRot="1" noChangeAspect="1" noMove="1" noResize="1" noEditPoints="1" noAdjustHandles="1" noChangeArrowheads="1" noChangeShapeType="1" noTextEdit="1"/>
              </p:cNvSpPr>
              <p:nvPr/>
            </p:nvSpPr>
            <p:spPr>
              <a:xfrm flipH="1">
                <a:off x="8884298" y="1721163"/>
                <a:ext cx="881844" cy="430887"/>
              </a:xfrm>
              <a:prstGeom prst="rect">
                <a:avLst/>
              </a:prstGeom>
              <a:blipFill>
                <a:blip r:embed="rId13"/>
                <a:stretch>
                  <a:fillRect l="-5714" t="-37143" r="-15714" b="-1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9236270-73F3-C949-B6DC-E2C62B828B09}"/>
                  </a:ext>
                </a:extLst>
              </p:cNvPr>
              <p:cNvSpPr txBox="1"/>
              <p:nvPr/>
            </p:nvSpPr>
            <p:spPr>
              <a:xfrm flipH="1">
                <a:off x="934782" y="3169514"/>
                <a:ext cx="881844" cy="430887"/>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𝑻</m:t>
                      </m:r>
                      <m:r>
                        <a:rPr lang="en-US" sz="1400" b="1" i="1" baseline="-25000" smtClean="0">
                          <a:solidFill>
                            <a:srgbClr val="0070C0"/>
                          </a:solidFill>
                          <a:latin typeface="Cambria Math" panose="02040503050406030204" pitchFamily="18" charset="0"/>
                          <a:ea typeface="Cambria Math" panose="02040503050406030204" pitchFamily="18" charset="0"/>
                        </a:rPr>
                        <m:t>𝟑</m:t>
                      </m:r>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𝟎</m:t>
                      </m:r>
                    </m:oMath>
                  </m:oMathPara>
                </a14:m>
                <a:br>
                  <a:rPr lang="en-US" sz="1400" b="1" dirty="0">
                    <a:solidFill>
                      <a:srgbClr val="0070C0"/>
                    </a:solidFill>
                    <a:latin typeface="Cambria Math" panose="02040503050406030204" pitchFamily="18" charset="0"/>
                    <a:ea typeface="Cambria Math" panose="02040503050406030204" pitchFamily="18" charset="0"/>
                  </a:rPr>
                </a:br>
                <a14:m>
                  <m:oMath xmlns:m="http://schemas.openxmlformats.org/officeDocument/2006/math">
                    <m:r>
                      <a:rPr lang="en-US" sz="1400" b="1" i="1" smtClean="0">
                        <a:solidFill>
                          <a:srgbClr val="0070C0"/>
                        </a:solidFill>
                        <a:latin typeface="Cambria Math" panose="02040503050406030204" pitchFamily="18" charset="0"/>
                        <a:ea typeface="Cambria Math" panose="02040503050406030204" pitchFamily="18" charset="0"/>
                      </a:rPr>
                      <m:t>𝒀</m:t>
                    </m:r>
                    <m:r>
                      <a:rPr lang="en-US" sz="1400" b="1" i="1" baseline="-25000" smtClean="0">
                        <a:solidFill>
                          <a:srgbClr val="0070C0"/>
                        </a:solidFill>
                        <a:latin typeface="Cambria Math" panose="02040503050406030204" pitchFamily="18" charset="0"/>
                        <a:ea typeface="Cambria Math" panose="02040503050406030204" pitchFamily="18" charset="0"/>
                      </a:rPr>
                      <m:t>𝒘</m:t>
                    </m:r>
                  </m:oMath>
                </a14:m>
                <a:r>
                  <a:rPr lang="en-US" sz="1400" b="1" dirty="0">
                    <a:solidFill>
                      <a:srgbClr val="0070C0"/>
                    </a:solidFill>
                    <a:latin typeface="Cambria Math" panose="02040503050406030204" pitchFamily="18" charset="0"/>
                    <a:ea typeface="Cambria Math" panose="02040503050406030204" pitchFamily="18" charset="0"/>
                  </a:rPr>
                  <a:t> </a:t>
                </a:r>
                <a14:m>
                  <m:oMath xmlns:m="http://schemas.openxmlformats.org/officeDocument/2006/math">
                    <m:r>
                      <a:rPr lang="en-US" sz="1400" b="1" i="1">
                        <a:solidFill>
                          <a:srgbClr val="0070C0"/>
                        </a:solidFill>
                        <a:latin typeface="Cambria Math" panose="02040503050406030204" pitchFamily="18" charset="0"/>
                        <a:ea typeface="Cambria Math" panose="02040503050406030204" pitchFamily="18" charset="0"/>
                      </a:rPr>
                      <m:t>=</m:t>
                    </m:r>
                    <m:f>
                      <m:fPr>
                        <m:type m:val="lin"/>
                        <m:ctrlPr>
                          <a:rPr lang="en-US" sz="1400" b="1" i="1">
                            <a:solidFill>
                              <a:srgbClr val="0070C0"/>
                            </a:solidFill>
                            <a:latin typeface="Cambria Math" panose="02040503050406030204" pitchFamily="18" charset="0"/>
                            <a:ea typeface="Cambria Math" panose="02040503050406030204" pitchFamily="18" charset="0"/>
                          </a:rPr>
                        </m:ctrlPr>
                      </m:fPr>
                      <m:num>
                        <m:r>
                          <a:rPr lang="en-US" sz="1400" b="1" i="1" smtClean="0">
                            <a:solidFill>
                              <a:srgbClr val="0070C0"/>
                            </a:solidFill>
                            <a:latin typeface="Cambria Math" panose="02040503050406030204" pitchFamily="18" charset="0"/>
                            <a:ea typeface="Cambria Math" panose="02040503050406030204" pitchFamily="18" charset="0"/>
                          </a:rPr>
                          <m:t>−</m:t>
                        </m:r>
                        <m:r>
                          <a:rPr lang="en-US" sz="1400" b="1" i="1" smtClean="0">
                            <a:solidFill>
                              <a:srgbClr val="0070C0"/>
                            </a:solidFill>
                            <a:latin typeface="Cambria Math" panose="02040503050406030204" pitchFamily="18" charset="0"/>
                            <a:ea typeface="Cambria Math" panose="02040503050406030204" pitchFamily="18" charset="0"/>
                          </a:rPr>
                          <m:t>𝟒</m:t>
                        </m:r>
                      </m:num>
                      <m:den>
                        <m:r>
                          <a:rPr lang="en-US" sz="1400" b="1" i="1" smtClean="0">
                            <a:solidFill>
                              <a:srgbClr val="0070C0"/>
                            </a:solidFill>
                            <a:latin typeface="Cambria Math" panose="02040503050406030204" pitchFamily="18" charset="0"/>
                            <a:ea typeface="Cambria Math" panose="02040503050406030204" pitchFamily="18" charset="0"/>
                          </a:rPr>
                          <m:t>𝟑</m:t>
                        </m:r>
                      </m:den>
                    </m:f>
                  </m:oMath>
                </a14:m>
                <a:endParaRPr lang="en-US" sz="1400" b="1" baseline="-25000" dirty="0">
                  <a:solidFill>
                    <a:srgbClr val="0070C0"/>
                  </a:solidFill>
                  <a:latin typeface="Cambria Math" panose="02040503050406030204" pitchFamily="18" charset="0"/>
                  <a:ea typeface="Cambria Math" panose="02040503050406030204" pitchFamily="18" charset="0"/>
                </a:endParaRPr>
              </a:p>
            </p:txBody>
          </p:sp>
        </mc:Choice>
        <mc:Fallback xmlns="">
          <p:sp>
            <p:nvSpPr>
              <p:cNvPr id="117" name="TextBox 116">
                <a:extLst>
                  <a:ext uri="{FF2B5EF4-FFF2-40B4-BE49-F238E27FC236}">
                    <a16:creationId xmlns:a16="http://schemas.microsoft.com/office/drawing/2014/main" id="{E9236270-73F3-C949-B6DC-E2C62B828B09}"/>
                  </a:ext>
                </a:extLst>
              </p:cNvPr>
              <p:cNvSpPr txBox="1">
                <a:spLocks noRot="1" noChangeAspect="1" noMove="1" noResize="1" noEditPoints="1" noAdjustHandles="1" noChangeArrowheads="1" noChangeShapeType="1" noTextEdit="1"/>
              </p:cNvSpPr>
              <p:nvPr/>
            </p:nvSpPr>
            <p:spPr>
              <a:xfrm flipH="1">
                <a:off x="934782" y="3169514"/>
                <a:ext cx="881844" cy="430887"/>
              </a:xfrm>
              <a:prstGeom prst="rect">
                <a:avLst/>
              </a:prstGeom>
              <a:blipFill>
                <a:blip r:embed="rId14"/>
                <a:stretch>
                  <a:fillRect l="-5634" t="-37143" r="-14085" b="-1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8A51CDCF-9D94-A24A-9AFC-549F92673F4D}"/>
                  </a:ext>
                </a:extLst>
              </p:cNvPr>
              <p:cNvSpPr txBox="1"/>
              <p:nvPr/>
            </p:nvSpPr>
            <p:spPr>
              <a:xfrm>
                <a:off x="6035108" y="2012509"/>
                <a:ext cx="219804"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ea typeface="Cambria Math" panose="02040503050406030204" pitchFamily="18" charset="0"/>
                            </a:rPr>
                          </m:ctrlPr>
                        </m:sSubSupPr>
                        <m:e>
                          <m:bar>
                            <m:barPr>
                              <m:pos m:val="top"/>
                              <m:ctrlPr>
                                <a:rPr lang="en-US" sz="1400" i="1">
                                  <a:solidFill>
                                    <a:srgbClr val="7030A0"/>
                                  </a:solidFill>
                                  <a:latin typeface="Cambria Math" panose="02040503050406030204" pitchFamily="18" charset="0"/>
                                  <a:ea typeface="Cambria Math" panose="02040503050406030204" pitchFamily="18" charset="0"/>
                                </a:rPr>
                              </m:ctrlPr>
                            </m:barPr>
                            <m:e>
                              <m:r>
                                <a:rPr lang="en-US" sz="1400" i="1">
                                  <a:solidFill>
                                    <a:srgbClr val="7030A0"/>
                                  </a:solidFill>
                                  <a:latin typeface="Cambria Math" panose="02040503050406030204" pitchFamily="18" charset="0"/>
                                  <a:ea typeface="Cambria Math" panose="02040503050406030204" pitchFamily="18" charset="0"/>
                                </a:rPr>
                                <m:t>𝜈</m:t>
                              </m:r>
                            </m:e>
                          </m:bar>
                        </m:e>
                        <m:sub>
                          <m:r>
                            <a:rPr lang="en-US" sz="1400" i="1">
                              <a:solidFill>
                                <a:srgbClr val="7030A0"/>
                              </a:solidFill>
                              <a:latin typeface="Cambria Math" panose="02040503050406030204" pitchFamily="18" charset="0"/>
                              <a:ea typeface="Cambria Math" panose="02040503050406030204" pitchFamily="18" charset="0"/>
                            </a:rPr>
                            <m:t>𝜏</m:t>
                          </m:r>
                        </m:sub>
                        <m:sup>
                          <m:r>
                            <a:rPr lang="en-US" sz="1400" b="0" i="1" smtClean="0">
                              <a:solidFill>
                                <a:srgbClr val="7030A0"/>
                              </a:solidFill>
                              <a:latin typeface="Cambria Math" panose="02040503050406030204" pitchFamily="18" charset="0"/>
                              <a:ea typeface="Cambria Math" panose="02040503050406030204" pitchFamily="18" charset="0"/>
                            </a:rPr>
                            <m:t>𝐿</m:t>
                          </m:r>
                        </m:sup>
                      </m:sSubSup>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22" name="TextBox 121">
                <a:extLst>
                  <a:ext uri="{FF2B5EF4-FFF2-40B4-BE49-F238E27FC236}">
                    <a16:creationId xmlns:a16="http://schemas.microsoft.com/office/drawing/2014/main" id="{8A51CDCF-9D94-A24A-9AFC-549F92673F4D}"/>
                  </a:ext>
                </a:extLst>
              </p:cNvPr>
              <p:cNvSpPr txBox="1">
                <a:spLocks noRot="1" noChangeAspect="1" noMove="1" noResize="1" noEditPoints="1" noAdjustHandles="1" noChangeArrowheads="1" noChangeShapeType="1" noTextEdit="1"/>
              </p:cNvSpPr>
              <p:nvPr/>
            </p:nvSpPr>
            <p:spPr>
              <a:xfrm>
                <a:off x="6035108" y="2012509"/>
                <a:ext cx="219804" cy="247632"/>
              </a:xfrm>
              <a:prstGeom prst="rect">
                <a:avLst/>
              </a:prstGeom>
              <a:blipFill>
                <a:blip r:embed="rId15"/>
                <a:stretch>
                  <a:fillRect l="-11111" t="-4762" r="-5556" b="-4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43F750A3-AC52-3141-9615-DCC162DF0F60}"/>
                  </a:ext>
                </a:extLst>
              </p:cNvPr>
              <p:cNvSpPr txBox="1"/>
              <p:nvPr/>
            </p:nvSpPr>
            <p:spPr>
              <a:xfrm>
                <a:off x="6033875" y="1674618"/>
                <a:ext cx="220317" cy="2698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ea typeface="Cambria Math" panose="02040503050406030204" pitchFamily="18" charset="0"/>
                            </a:rPr>
                          </m:ctrlPr>
                        </m:sSubSupPr>
                        <m:e>
                          <m:bar>
                            <m:barPr>
                              <m:pos m:val="top"/>
                              <m:ctrlPr>
                                <a:rPr lang="en-US" sz="1400" i="1">
                                  <a:solidFill>
                                    <a:srgbClr val="7030A0"/>
                                  </a:solidFill>
                                  <a:latin typeface="Cambria Math" panose="02040503050406030204" pitchFamily="18" charset="0"/>
                                  <a:ea typeface="Cambria Math" panose="02040503050406030204" pitchFamily="18" charset="0"/>
                                </a:rPr>
                              </m:ctrlPr>
                            </m:barPr>
                            <m:e>
                              <m:r>
                                <a:rPr lang="en-US" sz="1400" i="1">
                                  <a:solidFill>
                                    <a:srgbClr val="7030A0"/>
                                  </a:solidFill>
                                  <a:latin typeface="Cambria Math" panose="02040503050406030204" pitchFamily="18" charset="0"/>
                                  <a:ea typeface="Cambria Math" panose="02040503050406030204" pitchFamily="18" charset="0"/>
                                </a:rPr>
                                <m:t>𝜈</m:t>
                              </m:r>
                            </m:e>
                          </m:bar>
                        </m:e>
                        <m:sub>
                          <m:r>
                            <a:rPr lang="en-US" sz="1400" i="1">
                              <a:solidFill>
                                <a:srgbClr val="7030A0"/>
                              </a:solidFill>
                              <a:latin typeface="Cambria Math" panose="02040503050406030204" pitchFamily="18" charset="0"/>
                              <a:ea typeface="Cambria Math" panose="02040503050406030204" pitchFamily="18" charset="0"/>
                            </a:rPr>
                            <m:t>𝜇</m:t>
                          </m:r>
                        </m:sub>
                        <m:sup>
                          <m:r>
                            <a:rPr lang="en-US" sz="1400" i="1">
                              <a:solidFill>
                                <a:srgbClr val="7030A0"/>
                              </a:solidFill>
                              <a:latin typeface="Cambria Math" panose="02040503050406030204" pitchFamily="18" charset="0"/>
                              <a:ea typeface="Cambria Math" panose="02040503050406030204" pitchFamily="18" charset="0"/>
                            </a:rPr>
                            <m:t>𝐿</m:t>
                          </m:r>
                        </m:sup>
                      </m:sSubSup>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24" name="TextBox 123">
                <a:extLst>
                  <a:ext uri="{FF2B5EF4-FFF2-40B4-BE49-F238E27FC236}">
                    <a16:creationId xmlns:a16="http://schemas.microsoft.com/office/drawing/2014/main" id="{43F750A3-AC52-3141-9615-DCC162DF0F60}"/>
                  </a:ext>
                </a:extLst>
              </p:cNvPr>
              <p:cNvSpPr txBox="1">
                <a:spLocks noRot="1" noChangeAspect="1" noMove="1" noResize="1" noEditPoints="1" noAdjustHandles="1" noChangeArrowheads="1" noChangeShapeType="1" noTextEdit="1"/>
              </p:cNvSpPr>
              <p:nvPr/>
            </p:nvSpPr>
            <p:spPr>
              <a:xfrm>
                <a:off x="6033875" y="1674618"/>
                <a:ext cx="220317" cy="269882"/>
              </a:xfrm>
              <a:prstGeom prst="rect">
                <a:avLst/>
              </a:prstGeom>
              <a:blipFill>
                <a:blip r:embed="rId16"/>
                <a:stretch>
                  <a:fillRect l="-16667" t="-4545" r="-5556"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903E2AF1-1C66-3E49-A466-A0ED01828A03}"/>
                  </a:ext>
                </a:extLst>
              </p:cNvPr>
              <p:cNvSpPr txBox="1"/>
              <p:nvPr/>
            </p:nvSpPr>
            <p:spPr>
              <a:xfrm>
                <a:off x="6015925" y="1353565"/>
                <a:ext cx="219804" cy="2476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solidFill>
                                <a:srgbClr val="7030A0"/>
                              </a:solidFill>
                              <a:latin typeface="Cambria Math" panose="02040503050406030204" pitchFamily="18" charset="0"/>
                              <a:ea typeface="Cambria Math" panose="02040503050406030204" pitchFamily="18" charset="0"/>
                            </a:rPr>
                          </m:ctrlPr>
                        </m:sSubSupPr>
                        <m:e>
                          <m:bar>
                            <m:barPr>
                              <m:pos m:val="top"/>
                              <m:ctrlPr>
                                <a:rPr lang="en-US" sz="1400" i="1">
                                  <a:solidFill>
                                    <a:srgbClr val="7030A0"/>
                                  </a:solidFill>
                                  <a:latin typeface="Cambria Math" panose="02040503050406030204" pitchFamily="18" charset="0"/>
                                  <a:ea typeface="Cambria Math" panose="02040503050406030204" pitchFamily="18" charset="0"/>
                                </a:rPr>
                              </m:ctrlPr>
                            </m:barPr>
                            <m:e>
                              <m:r>
                                <a:rPr lang="en-US" sz="1400" i="1">
                                  <a:solidFill>
                                    <a:srgbClr val="7030A0"/>
                                  </a:solidFill>
                                  <a:latin typeface="Cambria Math" panose="02040503050406030204" pitchFamily="18" charset="0"/>
                                  <a:ea typeface="Cambria Math" panose="02040503050406030204" pitchFamily="18" charset="0"/>
                                </a:rPr>
                                <m:t>𝜈</m:t>
                              </m:r>
                            </m:e>
                          </m:bar>
                        </m:e>
                        <m:sub>
                          <m:r>
                            <a:rPr lang="en-US" sz="1400" b="0" i="1" smtClean="0">
                              <a:solidFill>
                                <a:srgbClr val="7030A0"/>
                              </a:solidFill>
                              <a:latin typeface="Cambria Math" panose="02040503050406030204" pitchFamily="18" charset="0"/>
                              <a:ea typeface="Cambria Math" panose="02040503050406030204" pitchFamily="18" charset="0"/>
                            </a:rPr>
                            <m:t>𝑒</m:t>
                          </m:r>
                        </m:sub>
                        <m:sup>
                          <m:r>
                            <a:rPr lang="en-US" sz="1400" i="1">
                              <a:solidFill>
                                <a:srgbClr val="7030A0"/>
                              </a:solidFill>
                              <a:latin typeface="Cambria Math" panose="02040503050406030204" pitchFamily="18" charset="0"/>
                              <a:ea typeface="Cambria Math" panose="02040503050406030204" pitchFamily="18" charset="0"/>
                            </a:rPr>
                            <m:t>𝐿</m:t>
                          </m:r>
                        </m:sup>
                      </m:sSubSup>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25" name="TextBox 124">
                <a:extLst>
                  <a:ext uri="{FF2B5EF4-FFF2-40B4-BE49-F238E27FC236}">
                    <a16:creationId xmlns:a16="http://schemas.microsoft.com/office/drawing/2014/main" id="{903E2AF1-1C66-3E49-A466-A0ED01828A03}"/>
                  </a:ext>
                </a:extLst>
              </p:cNvPr>
              <p:cNvSpPr txBox="1">
                <a:spLocks noRot="1" noChangeAspect="1" noMove="1" noResize="1" noEditPoints="1" noAdjustHandles="1" noChangeArrowheads="1" noChangeShapeType="1" noTextEdit="1"/>
              </p:cNvSpPr>
              <p:nvPr/>
            </p:nvSpPr>
            <p:spPr>
              <a:xfrm>
                <a:off x="6015925" y="1353565"/>
                <a:ext cx="219804" cy="247632"/>
              </a:xfrm>
              <a:prstGeom prst="rect">
                <a:avLst/>
              </a:prstGeom>
              <a:blipFill>
                <a:blip r:embed="rId17"/>
                <a:stretch>
                  <a:fillRect l="-10526" r="-5263"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20282211-3304-4B44-A812-0EE6C91EB09A}"/>
                  </a:ext>
                </a:extLst>
              </p:cNvPr>
              <p:cNvSpPr txBox="1"/>
              <p:nvPr/>
            </p:nvSpPr>
            <p:spPr>
              <a:xfrm>
                <a:off x="5283214" y="947289"/>
                <a:ext cx="177272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7030A0"/>
                          </a:solidFill>
                          <a:latin typeface="Cambria Math" panose="02040503050406030204" pitchFamily="18" charset="0"/>
                          <a:ea typeface="Cambria Math" panose="02040503050406030204" pitchFamily="18" charset="0"/>
                        </a:rPr>
                        <m:t>𝑢𝑛𝑎𝑏𝑙𝑒</m:t>
                      </m:r>
                      <m:r>
                        <a:rPr lang="en-US" sz="1400" b="0" i="1" smtClean="0">
                          <a:solidFill>
                            <a:srgbClr val="7030A0"/>
                          </a:solidFill>
                          <a:latin typeface="Cambria Math" panose="02040503050406030204" pitchFamily="18" charset="0"/>
                          <a:ea typeface="Cambria Math" panose="02040503050406030204" pitchFamily="18" charset="0"/>
                        </a:rPr>
                        <m:t> </m:t>
                      </m:r>
                      <m:r>
                        <a:rPr lang="en-US" sz="1400" b="0" i="1" smtClean="0">
                          <a:solidFill>
                            <a:srgbClr val="7030A0"/>
                          </a:solidFill>
                          <a:latin typeface="Cambria Math" panose="02040503050406030204" pitchFamily="18" charset="0"/>
                          <a:ea typeface="Cambria Math" panose="02040503050406030204" pitchFamily="18" charset="0"/>
                        </a:rPr>
                        <m:t>𝑡𝑜</m:t>
                      </m:r>
                      <m:r>
                        <a:rPr lang="en-US" sz="1400" b="0" i="1" smtClean="0">
                          <a:solidFill>
                            <a:srgbClr val="7030A0"/>
                          </a:solidFill>
                          <a:latin typeface="Cambria Math" panose="02040503050406030204" pitchFamily="18" charset="0"/>
                          <a:ea typeface="Cambria Math" panose="02040503050406030204" pitchFamily="18" charset="0"/>
                        </a:rPr>
                        <m:t> </m:t>
                      </m:r>
                      <m:r>
                        <a:rPr lang="en-US" sz="1400" b="0" i="1" smtClean="0">
                          <a:solidFill>
                            <a:srgbClr val="7030A0"/>
                          </a:solidFill>
                          <a:latin typeface="Cambria Math" panose="02040503050406030204" pitchFamily="18" charset="0"/>
                          <a:ea typeface="Cambria Math" panose="02040503050406030204" pitchFamily="18" charset="0"/>
                        </a:rPr>
                        <m:t>𝑑𝑖𝑠𝑡𝑖𝑛𝑔𝑢𝑖𝑠h</m:t>
                      </m:r>
                    </m:oMath>
                  </m:oMathPara>
                </a14:m>
                <a:endParaRPr lang="en-US" sz="1400" dirty="0">
                  <a:solidFill>
                    <a:srgbClr val="7030A0"/>
                  </a:solidFill>
                  <a:latin typeface="Cambria Math" panose="02040503050406030204" pitchFamily="18" charset="0"/>
                  <a:ea typeface="Cambria Math" panose="02040503050406030204" pitchFamily="18" charset="0"/>
                </a:endParaRPr>
              </a:p>
            </p:txBody>
          </p:sp>
        </mc:Choice>
        <mc:Fallback xmlns="">
          <p:sp>
            <p:nvSpPr>
              <p:cNvPr id="126" name="TextBox 125">
                <a:extLst>
                  <a:ext uri="{FF2B5EF4-FFF2-40B4-BE49-F238E27FC236}">
                    <a16:creationId xmlns:a16="http://schemas.microsoft.com/office/drawing/2014/main" id="{20282211-3304-4B44-A812-0EE6C91EB09A}"/>
                  </a:ext>
                </a:extLst>
              </p:cNvPr>
              <p:cNvSpPr txBox="1">
                <a:spLocks noRot="1" noChangeAspect="1" noMove="1" noResize="1" noEditPoints="1" noAdjustHandles="1" noChangeArrowheads="1" noChangeShapeType="1" noTextEdit="1"/>
              </p:cNvSpPr>
              <p:nvPr/>
            </p:nvSpPr>
            <p:spPr>
              <a:xfrm>
                <a:off x="5283214" y="947289"/>
                <a:ext cx="1772729" cy="215444"/>
              </a:xfrm>
              <a:prstGeom prst="rect">
                <a:avLst/>
              </a:prstGeom>
              <a:blipFill>
                <a:blip r:embed="rId18"/>
                <a:stretch>
                  <a:fillRect l="-2857" t="-11111" r="-2857" b="-33333"/>
                </a:stretch>
              </a:blipFill>
            </p:spPr>
            <p:txBody>
              <a:bodyPr/>
              <a:lstStyle/>
              <a:p>
                <a:r>
                  <a:rPr lang="en-US">
                    <a:noFill/>
                  </a:rPr>
                  <a:t> </a:t>
                </a:r>
              </a:p>
            </p:txBody>
          </p:sp>
        </mc:Fallback>
      </mc:AlternateContent>
      <p:cxnSp>
        <p:nvCxnSpPr>
          <p:cNvPr id="93" name="Straight Arrow Connector 92">
            <a:extLst>
              <a:ext uri="{FF2B5EF4-FFF2-40B4-BE49-F238E27FC236}">
                <a16:creationId xmlns:a16="http://schemas.microsoft.com/office/drawing/2014/main" id="{6C5EE1CF-7C58-1E4D-A3A3-67195E8C303B}"/>
              </a:ext>
            </a:extLst>
          </p:cNvPr>
          <p:cNvCxnSpPr>
            <a:cxnSpLocks/>
          </p:cNvCxnSpPr>
          <p:nvPr/>
        </p:nvCxnSpPr>
        <p:spPr>
          <a:xfrm rot="5400000" flipH="1" flipV="1">
            <a:off x="7191125" y="5266790"/>
            <a:ext cx="6356" cy="2069518"/>
          </a:xfrm>
          <a:prstGeom prst="straightConnector1">
            <a:avLst/>
          </a:prstGeom>
          <a:ln w="984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5265E805-03A9-164D-811B-495207E0CA03}"/>
              </a:ext>
            </a:extLst>
          </p:cNvPr>
          <p:cNvSpPr>
            <a:spLocks noChangeAspect="1"/>
          </p:cNvSpPr>
          <p:nvPr/>
        </p:nvSpPr>
        <p:spPr>
          <a:xfrm>
            <a:off x="5189050" y="614250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7" name="Oval 106">
            <a:extLst>
              <a:ext uri="{FF2B5EF4-FFF2-40B4-BE49-F238E27FC236}">
                <a16:creationId xmlns:a16="http://schemas.microsoft.com/office/drawing/2014/main" id="{81F3CCBC-BA2E-CE4E-8DAE-DDD35D7B3869}"/>
              </a:ext>
            </a:extLst>
          </p:cNvPr>
          <p:cNvSpPr>
            <a:spLocks noChangeAspect="1"/>
          </p:cNvSpPr>
          <p:nvPr/>
        </p:nvSpPr>
        <p:spPr>
          <a:xfrm>
            <a:off x="5995500" y="652146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cxnSp>
        <p:nvCxnSpPr>
          <p:cNvPr id="108" name="Straight Arrow Connector 107">
            <a:extLst>
              <a:ext uri="{FF2B5EF4-FFF2-40B4-BE49-F238E27FC236}">
                <a16:creationId xmlns:a16="http://schemas.microsoft.com/office/drawing/2014/main" id="{04D946C8-BFAF-0841-8FD6-4E8820C68785}"/>
              </a:ext>
            </a:extLst>
          </p:cNvPr>
          <p:cNvCxnSpPr>
            <a:cxnSpLocks/>
          </p:cNvCxnSpPr>
          <p:nvPr/>
        </p:nvCxnSpPr>
        <p:spPr>
          <a:xfrm flipV="1">
            <a:off x="6153124" y="5973844"/>
            <a:ext cx="552122" cy="327412"/>
          </a:xfrm>
          <a:prstGeom prst="straightConnector1">
            <a:avLst/>
          </a:prstGeom>
          <a:ln w="317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97EBF025-B9EF-DA43-B3B2-4A311EFDB4F4}"/>
              </a:ext>
            </a:extLst>
          </p:cNvPr>
          <p:cNvCxnSpPr>
            <a:cxnSpLocks/>
          </p:cNvCxnSpPr>
          <p:nvPr/>
        </p:nvCxnSpPr>
        <p:spPr>
          <a:xfrm flipH="1" flipV="1">
            <a:off x="6144292" y="4737782"/>
            <a:ext cx="6783" cy="1557124"/>
          </a:xfrm>
          <a:prstGeom prst="straightConnector1">
            <a:avLst/>
          </a:prstGeom>
          <a:ln w="53975">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9" name="Oval 118">
            <a:extLst>
              <a:ext uri="{FF2B5EF4-FFF2-40B4-BE49-F238E27FC236}">
                <a16:creationId xmlns:a16="http://schemas.microsoft.com/office/drawing/2014/main" id="{7783C884-F1CC-194C-819C-959358CDE5B7}"/>
              </a:ext>
            </a:extLst>
          </p:cNvPr>
          <p:cNvSpPr>
            <a:spLocks noChangeAspect="1"/>
          </p:cNvSpPr>
          <p:nvPr/>
        </p:nvSpPr>
        <p:spPr>
          <a:xfrm>
            <a:off x="6832574" y="614250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0" name="Oval 119">
            <a:extLst>
              <a:ext uri="{FF2B5EF4-FFF2-40B4-BE49-F238E27FC236}">
                <a16:creationId xmlns:a16="http://schemas.microsoft.com/office/drawing/2014/main" id="{5C9B3612-37F5-6740-B6D5-E7A605A35CE7}"/>
              </a:ext>
            </a:extLst>
          </p:cNvPr>
          <p:cNvSpPr>
            <a:spLocks noChangeAspect="1"/>
          </p:cNvSpPr>
          <p:nvPr/>
        </p:nvSpPr>
        <p:spPr>
          <a:xfrm>
            <a:off x="5861146" y="6204582"/>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1" name="Oval 120">
            <a:extLst>
              <a:ext uri="{FF2B5EF4-FFF2-40B4-BE49-F238E27FC236}">
                <a16:creationId xmlns:a16="http://schemas.microsoft.com/office/drawing/2014/main" id="{83A6127E-CCC0-384F-96B2-03D96957B1F1}"/>
              </a:ext>
            </a:extLst>
          </p:cNvPr>
          <p:cNvSpPr>
            <a:spLocks noChangeAspect="1"/>
          </p:cNvSpPr>
          <p:nvPr/>
        </p:nvSpPr>
        <p:spPr>
          <a:xfrm>
            <a:off x="6133604" y="6058243"/>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7" name="Oval 126">
            <a:extLst>
              <a:ext uri="{FF2B5EF4-FFF2-40B4-BE49-F238E27FC236}">
                <a16:creationId xmlns:a16="http://schemas.microsoft.com/office/drawing/2014/main" id="{70184B93-7A7F-DA49-A49C-7525B14658B8}"/>
              </a:ext>
            </a:extLst>
          </p:cNvPr>
          <p:cNvSpPr>
            <a:spLocks noChangeAspect="1"/>
          </p:cNvSpPr>
          <p:nvPr/>
        </p:nvSpPr>
        <p:spPr>
          <a:xfrm>
            <a:off x="5992610" y="577856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8" name="Oval 127">
            <a:extLst>
              <a:ext uri="{FF2B5EF4-FFF2-40B4-BE49-F238E27FC236}">
                <a16:creationId xmlns:a16="http://schemas.microsoft.com/office/drawing/2014/main" id="{2A67CF96-F7A3-3C49-BF24-F0CFC4127323}"/>
              </a:ext>
            </a:extLst>
          </p:cNvPr>
          <p:cNvSpPr>
            <a:spLocks noChangeAspect="1"/>
          </p:cNvSpPr>
          <p:nvPr/>
        </p:nvSpPr>
        <p:spPr>
          <a:xfrm>
            <a:off x="2552229" y="6592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9" name="Oval 128">
            <a:extLst>
              <a:ext uri="{FF2B5EF4-FFF2-40B4-BE49-F238E27FC236}">
                <a16:creationId xmlns:a16="http://schemas.microsoft.com/office/drawing/2014/main" id="{409806CC-EB50-E74D-866F-DA986E67A839}"/>
              </a:ext>
            </a:extLst>
          </p:cNvPr>
          <p:cNvSpPr>
            <a:spLocks noChangeAspect="1"/>
          </p:cNvSpPr>
          <p:nvPr/>
        </p:nvSpPr>
        <p:spPr>
          <a:xfrm>
            <a:off x="2200087" y="6103144"/>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4" name="Group 3">
            <a:extLst>
              <a:ext uri="{FF2B5EF4-FFF2-40B4-BE49-F238E27FC236}">
                <a16:creationId xmlns:a16="http://schemas.microsoft.com/office/drawing/2014/main" id="{A06FE913-68FE-9147-9041-E921AB155C7F}"/>
              </a:ext>
            </a:extLst>
          </p:cNvPr>
          <p:cNvGrpSpPr/>
          <p:nvPr/>
        </p:nvGrpSpPr>
        <p:grpSpPr>
          <a:xfrm>
            <a:off x="2282354" y="4085485"/>
            <a:ext cx="917952" cy="836637"/>
            <a:chOff x="2282354" y="4085485"/>
            <a:chExt cx="917952" cy="836637"/>
          </a:xfrm>
        </p:grpSpPr>
        <p:grpSp>
          <p:nvGrpSpPr>
            <p:cNvPr id="52" name="Group 51">
              <a:extLst>
                <a:ext uri="{FF2B5EF4-FFF2-40B4-BE49-F238E27FC236}">
                  <a16:creationId xmlns:a16="http://schemas.microsoft.com/office/drawing/2014/main" id="{743C92F1-4683-FF44-BF1A-BCC23D417A52}"/>
                </a:ext>
              </a:extLst>
            </p:cNvPr>
            <p:cNvGrpSpPr/>
            <p:nvPr/>
          </p:nvGrpSpPr>
          <p:grpSpPr>
            <a:xfrm flipH="1">
              <a:off x="2282354" y="4085485"/>
              <a:ext cx="917952" cy="836637"/>
              <a:chOff x="1741748" y="2163977"/>
              <a:chExt cx="917952" cy="836637"/>
            </a:xfrm>
          </p:grpSpPr>
          <p:sp>
            <p:nvSpPr>
              <p:cNvPr id="51" name="Oval 50">
                <a:extLst>
                  <a:ext uri="{FF2B5EF4-FFF2-40B4-BE49-F238E27FC236}">
                    <a16:creationId xmlns:a16="http://schemas.microsoft.com/office/drawing/2014/main" id="{E3FEAF0E-4FC5-3543-84BE-A319100A1491}"/>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xmlns:a16="http://schemas.microsoft.com/office/drawing/2014/main" id="{71F44022-B080-5648-9C6E-057AE0ECB8B1}"/>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xmlns:a16="http://schemas.microsoft.com/office/drawing/2014/main" id="{E803B6E0-E70D-164E-B1E9-745573680B1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xmlns:a16="http://schemas.microsoft.com/office/drawing/2014/main" id="{1969047A-C251-9F4C-81CC-04CCDFC097CB}"/>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xmlns:a16="http://schemas.microsoft.com/office/drawing/2014/main" id="{AC05B12E-FD64-2349-9BBC-F46EDD65BBD1}"/>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0" name="Oval 49">
                <a:extLst>
                  <a:ext uri="{FF2B5EF4-FFF2-40B4-BE49-F238E27FC236}">
                    <a16:creationId xmlns:a16="http://schemas.microsoft.com/office/drawing/2014/main" id="{05275EF4-94D6-8040-BD64-4A33DA1B83BD}"/>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0" name="Oval 129">
              <a:extLst>
                <a:ext uri="{FF2B5EF4-FFF2-40B4-BE49-F238E27FC236}">
                  <a16:creationId xmlns:a16="http://schemas.microsoft.com/office/drawing/2014/main" id="{0FBD1FA0-6DFC-E44A-B0A9-2A78F7BB7E8E}"/>
                </a:ext>
              </a:extLst>
            </p:cNvPr>
            <p:cNvSpPr>
              <a:spLocks noChangeAspect="1"/>
            </p:cNvSpPr>
            <p:nvPr/>
          </p:nvSpPr>
          <p:spPr>
            <a:xfrm>
              <a:off x="2592075" y="435512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1" name="Oval 130">
            <a:extLst>
              <a:ext uri="{FF2B5EF4-FFF2-40B4-BE49-F238E27FC236}">
                <a16:creationId xmlns:a16="http://schemas.microsoft.com/office/drawing/2014/main" id="{D2AA7276-69C0-F14A-81D3-B70E3A0E3BC2}"/>
              </a:ext>
            </a:extLst>
          </p:cNvPr>
          <p:cNvSpPr>
            <a:spLocks noChangeAspect="1"/>
          </p:cNvSpPr>
          <p:nvPr/>
        </p:nvSpPr>
        <p:spPr>
          <a:xfrm>
            <a:off x="4066927" y="30394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32" name="Oval 131">
            <a:extLst>
              <a:ext uri="{FF2B5EF4-FFF2-40B4-BE49-F238E27FC236}">
                <a16:creationId xmlns:a16="http://schemas.microsoft.com/office/drawing/2014/main" id="{D75B2E8C-D7D5-D74B-B0B5-C9D87E6CF86A}"/>
              </a:ext>
            </a:extLst>
          </p:cNvPr>
          <p:cNvSpPr>
            <a:spLocks noChangeAspect="1"/>
          </p:cNvSpPr>
          <p:nvPr/>
        </p:nvSpPr>
        <p:spPr>
          <a:xfrm>
            <a:off x="6006757" y="2599394"/>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5" name="Group 4">
            <a:extLst>
              <a:ext uri="{FF2B5EF4-FFF2-40B4-BE49-F238E27FC236}">
                <a16:creationId xmlns:a16="http://schemas.microsoft.com/office/drawing/2014/main" id="{8F3B36A9-CCD9-6840-AC8E-BA3EDF9F734E}"/>
              </a:ext>
            </a:extLst>
          </p:cNvPr>
          <p:cNvGrpSpPr/>
          <p:nvPr/>
        </p:nvGrpSpPr>
        <p:grpSpPr>
          <a:xfrm>
            <a:off x="7550885" y="2732107"/>
            <a:ext cx="917709" cy="834410"/>
            <a:chOff x="7550885" y="2732107"/>
            <a:chExt cx="917709" cy="834410"/>
          </a:xfrm>
        </p:grpSpPr>
        <p:grpSp>
          <p:nvGrpSpPr>
            <p:cNvPr id="64" name="Group 63">
              <a:extLst>
                <a:ext uri="{FF2B5EF4-FFF2-40B4-BE49-F238E27FC236}">
                  <a16:creationId xmlns:a16="http://schemas.microsoft.com/office/drawing/2014/main" id="{7E631016-DA58-9A49-8978-806A0543A4FF}"/>
                </a:ext>
              </a:extLst>
            </p:cNvPr>
            <p:cNvGrpSpPr/>
            <p:nvPr/>
          </p:nvGrpSpPr>
          <p:grpSpPr>
            <a:xfrm flipH="1">
              <a:off x="7550885" y="2732107"/>
              <a:ext cx="917709" cy="834410"/>
              <a:chOff x="1744881" y="933357"/>
              <a:chExt cx="917709" cy="834410"/>
            </a:xfrm>
          </p:grpSpPr>
          <p:sp>
            <p:nvSpPr>
              <p:cNvPr id="65" name="Oval 64">
                <a:extLst>
                  <a:ext uri="{FF2B5EF4-FFF2-40B4-BE49-F238E27FC236}">
                    <a16:creationId xmlns:a16="http://schemas.microsoft.com/office/drawing/2014/main" id="{B36AF0FB-6EEE-0545-BA1E-70DF069CBCF9}"/>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xmlns:a16="http://schemas.microsoft.com/office/drawing/2014/main" id="{F3F3DC37-0704-3C4F-9D2E-416BF70D3A3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7" name="Oval 66">
                <a:extLst>
                  <a:ext uri="{FF2B5EF4-FFF2-40B4-BE49-F238E27FC236}">
                    <a16:creationId xmlns:a16="http://schemas.microsoft.com/office/drawing/2014/main" id="{F0A73BE8-AF8D-854A-8A7A-83DADA47CBBC}"/>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8" name="Oval 67">
                <a:extLst>
                  <a:ext uri="{FF2B5EF4-FFF2-40B4-BE49-F238E27FC236}">
                    <a16:creationId xmlns:a16="http://schemas.microsoft.com/office/drawing/2014/main" id="{44A3D6D5-CA7E-4B41-8FE6-85A0AD427408}"/>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9" name="Oval 68">
                <a:extLst>
                  <a:ext uri="{FF2B5EF4-FFF2-40B4-BE49-F238E27FC236}">
                    <a16:creationId xmlns:a16="http://schemas.microsoft.com/office/drawing/2014/main" id="{56AF568D-F5C6-134C-A7B5-5BB6D3BB9579}"/>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0" name="Oval 69">
                <a:extLst>
                  <a:ext uri="{FF2B5EF4-FFF2-40B4-BE49-F238E27FC236}">
                    <a16:creationId xmlns:a16="http://schemas.microsoft.com/office/drawing/2014/main" id="{3BC134C2-9630-9545-86D3-8B1FD7B8B7C8}"/>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3" name="Oval 132">
              <a:extLst>
                <a:ext uri="{FF2B5EF4-FFF2-40B4-BE49-F238E27FC236}">
                  <a16:creationId xmlns:a16="http://schemas.microsoft.com/office/drawing/2014/main" id="{70468F57-C2AA-0243-911B-29426A106157}"/>
                </a:ext>
              </a:extLst>
            </p:cNvPr>
            <p:cNvSpPr>
              <a:spLocks noChangeAspect="1"/>
            </p:cNvSpPr>
            <p:nvPr/>
          </p:nvSpPr>
          <p:spPr>
            <a:xfrm>
              <a:off x="7852827" y="2997970"/>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4" name="Oval 133">
            <a:extLst>
              <a:ext uri="{FF2B5EF4-FFF2-40B4-BE49-F238E27FC236}">
                <a16:creationId xmlns:a16="http://schemas.microsoft.com/office/drawing/2014/main" id="{002BABC8-CD7F-8447-BC3B-74B0830EAAAB}"/>
              </a:ext>
            </a:extLst>
          </p:cNvPr>
          <p:cNvSpPr>
            <a:spLocks noChangeAspect="1"/>
          </p:cNvSpPr>
          <p:nvPr/>
        </p:nvSpPr>
        <p:spPr>
          <a:xfrm>
            <a:off x="9249457" y="4412719"/>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nvGrpSpPr>
          <p:cNvPr id="6" name="Group 5">
            <a:extLst>
              <a:ext uri="{FF2B5EF4-FFF2-40B4-BE49-F238E27FC236}">
                <a16:creationId xmlns:a16="http://schemas.microsoft.com/office/drawing/2014/main" id="{059C6F33-C979-154D-A74E-A646F7A780B6}"/>
              </a:ext>
            </a:extLst>
          </p:cNvPr>
          <p:cNvGrpSpPr/>
          <p:nvPr/>
        </p:nvGrpSpPr>
        <p:grpSpPr>
          <a:xfrm>
            <a:off x="9381696" y="5850565"/>
            <a:ext cx="917709" cy="834410"/>
            <a:chOff x="9381696" y="5850565"/>
            <a:chExt cx="917709" cy="834410"/>
          </a:xfrm>
        </p:grpSpPr>
        <p:grpSp>
          <p:nvGrpSpPr>
            <p:cNvPr id="82" name="Group 81">
              <a:extLst>
                <a:ext uri="{FF2B5EF4-FFF2-40B4-BE49-F238E27FC236}">
                  <a16:creationId xmlns:a16="http://schemas.microsoft.com/office/drawing/2014/main" id="{339A6D75-EC3E-1A48-AD7B-05512EE10234}"/>
                </a:ext>
              </a:extLst>
            </p:cNvPr>
            <p:cNvGrpSpPr/>
            <p:nvPr/>
          </p:nvGrpSpPr>
          <p:grpSpPr>
            <a:xfrm>
              <a:off x="9381696" y="5850565"/>
              <a:ext cx="917709" cy="834410"/>
              <a:chOff x="2303867" y="2030011"/>
              <a:chExt cx="917709" cy="834410"/>
            </a:xfrm>
          </p:grpSpPr>
          <p:sp>
            <p:nvSpPr>
              <p:cNvPr id="81" name="Oval 80">
                <a:extLst>
                  <a:ext uri="{FF2B5EF4-FFF2-40B4-BE49-F238E27FC236}">
                    <a16:creationId xmlns:a16="http://schemas.microsoft.com/office/drawing/2014/main" id="{EA700079-C2C3-D645-B5E2-E97DF24A7DC0}"/>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xmlns:a16="http://schemas.microsoft.com/office/drawing/2014/main" id="{434FFF0B-CF68-424C-8875-8DFFBFC860E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6" name="Oval 75">
                <a:extLst>
                  <a:ext uri="{FF2B5EF4-FFF2-40B4-BE49-F238E27FC236}">
                    <a16:creationId xmlns:a16="http://schemas.microsoft.com/office/drawing/2014/main" id="{480E34DE-2042-A442-BC3C-74011FED27EA}"/>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8" name="Oval 77">
                <a:extLst>
                  <a:ext uri="{FF2B5EF4-FFF2-40B4-BE49-F238E27FC236}">
                    <a16:creationId xmlns:a16="http://schemas.microsoft.com/office/drawing/2014/main" id="{03DB3B49-8780-034F-A7E8-9DACEA41875F}"/>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9" name="Oval 78">
                <a:extLst>
                  <a:ext uri="{FF2B5EF4-FFF2-40B4-BE49-F238E27FC236}">
                    <a16:creationId xmlns:a16="http://schemas.microsoft.com/office/drawing/2014/main" id="{733BF805-83DC-0842-B4ED-D7617A7AA02C}"/>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xmlns:a16="http://schemas.microsoft.com/office/drawing/2014/main" id="{0573F011-D30B-AE4B-BCE6-0A90BDF5BF90}"/>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35" name="Oval 134">
              <a:extLst>
                <a:ext uri="{FF2B5EF4-FFF2-40B4-BE49-F238E27FC236}">
                  <a16:creationId xmlns:a16="http://schemas.microsoft.com/office/drawing/2014/main" id="{57BD8B16-DBA7-A740-BF14-6B90876F55F5}"/>
                </a:ext>
              </a:extLst>
            </p:cNvPr>
            <p:cNvSpPr>
              <a:spLocks noChangeAspect="1"/>
            </p:cNvSpPr>
            <p:nvPr/>
          </p:nvSpPr>
          <p:spPr>
            <a:xfrm>
              <a:off x="9689610" y="6118071"/>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spTree>
    <p:extLst>
      <p:ext uri="{BB962C8B-B14F-4D97-AF65-F5344CB8AC3E}">
        <p14:creationId xmlns:p14="http://schemas.microsoft.com/office/powerpoint/2010/main" val="111337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BB1E09-F07F-FF45-BAB0-11A6C17F04B4}"/>
              </a:ext>
            </a:extLst>
          </p:cNvPr>
          <p:cNvPicPr>
            <a:picLocks noChangeAspect="1"/>
          </p:cNvPicPr>
          <p:nvPr/>
        </p:nvPicPr>
        <p:blipFill>
          <a:blip r:embed="rId2"/>
          <a:stretch>
            <a:fillRect/>
          </a:stretch>
        </p:blipFill>
        <p:spPr>
          <a:xfrm>
            <a:off x="3175" y="3434360"/>
            <a:ext cx="6089650" cy="3422650"/>
          </a:xfrm>
          <a:prstGeom prst="rect">
            <a:avLst/>
          </a:prstGeom>
          <a:ln>
            <a:solidFill>
              <a:schemeClr val="accent2"/>
            </a:solidFill>
          </a:ln>
        </p:spPr>
      </p:pic>
      <p:pic>
        <p:nvPicPr>
          <p:cNvPr id="9" name="Picture 8">
            <a:extLst>
              <a:ext uri="{FF2B5EF4-FFF2-40B4-BE49-F238E27FC236}">
                <a16:creationId xmlns:a16="http://schemas.microsoft.com/office/drawing/2014/main" id="{20080DF2-7503-3844-A35B-28E0247F2C8B}"/>
              </a:ext>
            </a:extLst>
          </p:cNvPr>
          <p:cNvPicPr>
            <a:picLocks noChangeAspect="1"/>
          </p:cNvPicPr>
          <p:nvPr/>
        </p:nvPicPr>
        <p:blipFill>
          <a:blip r:embed="rId3"/>
          <a:stretch>
            <a:fillRect/>
          </a:stretch>
        </p:blipFill>
        <p:spPr>
          <a:xfrm>
            <a:off x="6102490" y="3432315"/>
            <a:ext cx="6089650" cy="3422650"/>
          </a:xfrm>
          <a:prstGeom prst="rect">
            <a:avLst/>
          </a:prstGeom>
          <a:ln>
            <a:solidFill>
              <a:schemeClr val="accent2"/>
            </a:solidFill>
          </a:ln>
        </p:spPr>
      </p:pic>
      <p:pic>
        <p:nvPicPr>
          <p:cNvPr id="11" name="Picture 10">
            <a:extLst>
              <a:ext uri="{FF2B5EF4-FFF2-40B4-BE49-F238E27FC236}">
                <a16:creationId xmlns:a16="http://schemas.microsoft.com/office/drawing/2014/main" id="{CC19BE7A-3376-724C-9F70-9D0724959A45}"/>
              </a:ext>
            </a:extLst>
          </p:cNvPr>
          <p:cNvPicPr>
            <a:picLocks noChangeAspect="1"/>
          </p:cNvPicPr>
          <p:nvPr/>
        </p:nvPicPr>
        <p:blipFill>
          <a:blip r:embed="rId4"/>
          <a:stretch>
            <a:fillRect/>
          </a:stretch>
        </p:blipFill>
        <p:spPr>
          <a:xfrm>
            <a:off x="6630" y="5360"/>
            <a:ext cx="6089650" cy="3422650"/>
          </a:xfrm>
          <a:prstGeom prst="rect">
            <a:avLst/>
          </a:prstGeom>
          <a:ln>
            <a:solidFill>
              <a:schemeClr val="accent2"/>
            </a:solidFill>
          </a:ln>
        </p:spPr>
      </p:pic>
      <p:pic>
        <p:nvPicPr>
          <p:cNvPr id="13" name="Picture 12">
            <a:extLst>
              <a:ext uri="{FF2B5EF4-FFF2-40B4-BE49-F238E27FC236}">
                <a16:creationId xmlns:a16="http://schemas.microsoft.com/office/drawing/2014/main" id="{E5C1B385-D3FE-6745-9421-8A3019C8FD32}"/>
              </a:ext>
            </a:extLst>
          </p:cNvPr>
          <p:cNvPicPr>
            <a:picLocks noChangeAspect="1"/>
          </p:cNvPicPr>
          <p:nvPr/>
        </p:nvPicPr>
        <p:blipFill>
          <a:blip r:embed="rId5"/>
          <a:stretch>
            <a:fillRect/>
          </a:stretch>
        </p:blipFill>
        <p:spPr>
          <a:xfrm>
            <a:off x="6108700" y="-990"/>
            <a:ext cx="6089650" cy="3422650"/>
          </a:xfrm>
          <a:prstGeom prst="rect">
            <a:avLst/>
          </a:prstGeom>
          <a:ln>
            <a:solidFill>
              <a:schemeClr val="accent2"/>
            </a:solidFill>
          </a:ln>
        </p:spPr>
      </p:pic>
    </p:spTree>
    <p:extLst>
      <p:ext uri="{BB962C8B-B14F-4D97-AF65-F5344CB8AC3E}">
        <p14:creationId xmlns:p14="http://schemas.microsoft.com/office/powerpoint/2010/main" val="1481501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6C7D82-F7B9-0246-BEEB-FC14E7E97132}"/>
              </a:ext>
            </a:extLst>
          </p:cNvPr>
          <p:cNvPicPr>
            <a:picLocks noChangeAspect="1"/>
          </p:cNvPicPr>
          <p:nvPr/>
        </p:nvPicPr>
        <p:blipFill>
          <a:blip r:embed="rId2"/>
          <a:stretch>
            <a:fillRect/>
          </a:stretch>
        </p:blipFill>
        <p:spPr>
          <a:xfrm>
            <a:off x="0" y="3435351"/>
            <a:ext cx="6089650" cy="3422650"/>
          </a:xfrm>
          <a:prstGeom prst="rect">
            <a:avLst/>
          </a:prstGeom>
          <a:ln>
            <a:solidFill>
              <a:schemeClr val="accent2"/>
            </a:solidFill>
          </a:ln>
        </p:spPr>
      </p:pic>
      <p:pic>
        <p:nvPicPr>
          <p:cNvPr id="8" name="Picture 7">
            <a:extLst>
              <a:ext uri="{FF2B5EF4-FFF2-40B4-BE49-F238E27FC236}">
                <a16:creationId xmlns:a16="http://schemas.microsoft.com/office/drawing/2014/main" id="{A4C4E36D-C500-C443-9A2F-6CFF467699DD}"/>
              </a:ext>
            </a:extLst>
          </p:cNvPr>
          <p:cNvPicPr>
            <a:picLocks noChangeAspect="1"/>
          </p:cNvPicPr>
          <p:nvPr/>
        </p:nvPicPr>
        <p:blipFill>
          <a:blip r:embed="rId3"/>
          <a:stretch>
            <a:fillRect/>
          </a:stretch>
        </p:blipFill>
        <p:spPr>
          <a:xfrm>
            <a:off x="6102350" y="3435351"/>
            <a:ext cx="6089650" cy="3422650"/>
          </a:xfrm>
          <a:prstGeom prst="rect">
            <a:avLst/>
          </a:prstGeom>
          <a:ln>
            <a:solidFill>
              <a:schemeClr val="accent2"/>
            </a:solidFill>
          </a:ln>
        </p:spPr>
      </p:pic>
      <p:pic>
        <p:nvPicPr>
          <p:cNvPr id="3" name="Picture 2">
            <a:extLst>
              <a:ext uri="{FF2B5EF4-FFF2-40B4-BE49-F238E27FC236}">
                <a16:creationId xmlns:a16="http://schemas.microsoft.com/office/drawing/2014/main" id="{C232B6D0-34EF-A740-9BBB-8D94FA59045F}"/>
              </a:ext>
            </a:extLst>
          </p:cNvPr>
          <p:cNvPicPr>
            <a:picLocks noChangeAspect="1"/>
          </p:cNvPicPr>
          <p:nvPr/>
        </p:nvPicPr>
        <p:blipFill>
          <a:blip r:embed="rId4"/>
          <a:stretch>
            <a:fillRect/>
          </a:stretch>
        </p:blipFill>
        <p:spPr>
          <a:xfrm>
            <a:off x="0" y="0"/>
            <a:ext cx="6089650" cy="3422650"/>
          </a:xfrm>
          <a:prstGeom prst="rect">
            <a:avLst/>
          </a:prstGeom>
          <a:ln>
            <a:solidFill>
              <a:schemeClr val="accent2"/>
            </a:solidFill>
          </a:ln>
        </p:spPr>
      </p:pic>
      <p:pic>
        <p:nvPicPr>
          <p:cNvPr id="6" name="Picture 5">
            <a:extLst>
              <a:ext uri="{FF2B5EF4-FFF2-40B4-BE49-F238E27FC236}">
                <a16:creationId xmlns:a16="http://schemas.microsoft.com/office/drawing/2014/main" id="{29F4EA51-76F8-0447-A8D6-C04B13BEAC49}"/>
              </a:ext>
            </a:extLst>
          </p:cNvPr>
          <p:cNvPicPr>
            <a:picLocks noChangeAspect="1"/>
          </p:cNvPicPr>
          <p:nvPr/>
        </p:nvPicPr>
        <p:blipFill>
          <a:blip r:embed="rId5"/>
          <a:stretch>
            <a:fillRect/>
          </a:stretch>
        </p:blipFill>
        <p:spPr>
          <a:xfrm>
            <a:off x="6102350" y="-1"/>
            <a:ext cx="6089650" cy="3422650"/>
          </a:xfrm>
          <a:prstGeom prst="rect">
            <a:avLst/>
          </a:prstGeom>
          <a:ln>
            <a:solidFill>
              <a:schemeClr val="accent2"/>
            </a:solidFill>
          </a:ln>
        </p:spPr>
      </p:pic>
    </p:spTree>
    <p:extLst>
      <p:ext uri="{BB962C8B-B14F-4D97-AF65-F5344CB8AC3E}">
        <p14:creationId xmlns:p14="http://schemas.microsoft.com/office/powerpoint/2010/main" val="2197310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DA82A8-47AB-D44F-B9C6-92474E2C3344}"/>
              </a:ext>
            </a:extLst>
          </p:cNvPr>
          <p:cNvPicPr>
            <a:picLocks noChangeAspect="1"/>
          </p:cNvPicPr>
          <p:nvPr/>
        </p:nvPicPr>
        <p:blipFill>
          <a:blip r:embed="rId2">
            <a:alphaModFix/>
          </a:blip>
          <a:stretch>
            <a:fillRect/>
          </a:stretch>
        </p:blipFill>
        <p:spPr>
          <a:xfrm>
            <a:off x="1803400" y="-203658"/>
            <a:ext cx="8779198" cy="7197125"/>
          </a:xfrm>
          <a:prstGeom prst="rect">
            <a:avLst/>
          </a:prstGeom>
        </p:spPr>
      </p:pic>
      <p:grpSp>
        <p:nvGrpSpPr>
          <p:cNvPr id="4" name="Group 3">
            <a:extLst>
              <a:ext uri="{FF2B5EF4-FFF2-40B4-BE49-F238E27FC236}">
                <a16:creationId xmlns:a16="http://schemas.microsoft.com/office/drawing/2014/main" id="{975766E9-B1C3-194C-A48B-D31A35319F91}"/>
              </a:ext>
            </a:extLst>
          </p:cNvPr>
          <p:cNvGrpSpPr/>
          <p:nvPr/>
        </p:nvGrpSpPr>
        <p:grpSpPr>
          <a:xfrm>
            <a:off x="6481586" y="5980403"/>
            <a:ext cx="917952" cy="836637"/>
            <a:chOff x="1892594" y="5840077"/>
            <a:chExt cx="917952" cy="836637"/>
          </a:xfrm>
        </p:grpSpPr>
        <p:grpSp>
          <p:nvGrpSpPr>
            <p:cNvPr id="5" name="Group 4">
              <a:extLst>
                <a:ext uri="{FF2B5EF4-FFF2-40B4-BE49-F238E27FC236}">
                  <a16:creationId xmlns:a16="http://schemas.microsoft.com/office/drawing/2014/main" id="{2896FEF6-F11E-4140-A241-F109845643CA}"/>
                </a:ext>
              </a:extLst>
            </p:cNvPr>
            <p:cNvGrpSpPr/>
            <p:nvPr/>
          </p:nvGrpSpPr>
          <p:grpSpPr>
            <a:xfrm>
              <a:off x="1892594" y="5840077"/>
              <a:ext cx="917952" cy="836637"/>
              <a:chOff x="543660" y="2163977"/>
              <a:chExt cx="917952" cy="836637"/>
            </a:xfrm>
          </p:grpSpPr>
          <p:sp>
            <p:nvSpPr>
              <p:cNvPr id="7" name="Oval 6">
                <a:extLst>
                  <a:ext uri="{FF2B5EF4-FFF2-40B4-BE49-F238E27FC236}">
                    <a16:creationId xmlns:a16="http://schemas.microsoft.com/office/drawing/2014/main" id="{25E4FC22-EF1B-3B4F-92A2-C2A661BA1B39}"/>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 name="Oval 7">
                <a:extLst>
                  <a:ext uri="{FF2B5EF4-FFF2-40B4-BE49-F238E27FC236}">
                    <a16:creationId xmlns:a16="http://schemas.microsoft.com/office/drawing/2014/main" id="{2E4A0D0D-3694-734A-BD1C-4A88ECFAC7DE}"/>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 name="Oval 8">
                <a:extLst>
                  <a:ext uri="{FF2B5EF4-FFF2-40B4-BE49-F238E27FC236}">
                    <a16:creationId xmlns:a16="http://schemas.microsoft.com/office/drawing/2014/main" id="{7B1EB8CB-B97D-AC42-9BDB-87831F10EE2A}"/>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 name="Oval 9">
                <a:extLst>
                  <a:ext uri="{FF2B5EF4-FFF2-40B4-BE49-F238E27FC236}">
                    <a16:creationId xmlns:a16="http://schemas.microsoft.com/office/drawing/2014/main" id="{0DC63FE1-2301-BE4E-982C-FB364786E397}"/>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 name="Oval 10">
                <a:extLst>
                  <a:ext uri="{FF2B5EF4-FFF2-40B4-BE49-F238E27FC236}">
                    <a16:creationId xmlns:a16="http://schemas.microsoft.com/office/drawing/2014/main" id="{2F99B107-FCD0-0848-8707-958F0D6245FA}"/>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 name="Oval 11">
                <a:extLst>
                  <a:ext uri="{FF2B5EF4-FFF2-40B4-BE49-F238E27FC236}">
                    <a16:creationId xmlns:a16="http://schemas.microsoft.com/office/drawing/2014/main" id="{7B229638-4F30-6B4E-B025-11CAA0F0D1B7}"/>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6" name="Oval 5">
              <a:extLst>
                <a:ext uri="{FF2B5EF4-FFF2-40B4-BE49-F238E27FC236}">
                  <a16:creationId xmlns:a16="http://schemas.microsoft.com/office/drawing/2014/main" id="{EBE44CF8-F167-7147-9314-E8A59D49C804}"/>
                </a:ext>
              </a:extLst>
            </p:cNvPr>
            <p:cNvSpPr>
              <a:spLocks noChangeAspect="1"/>
            </p:cNvSpPr>
            <p:nvPr/>
          </p:nvSpPr>
          <p:spPr>
            <a:xfrm>
              <a:off x="2198772" y="6108198"/>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3" name="Group 12">
            <a:extLst>
              <a:ext uri="{FF2B5EF4-FFF2-40B4-BE49-F238E27FC236}">
                <a16:creationId xmlns:a16="http://schemas.microsoft.com/office/drawing/2014/main" id="{FEB26BF3-C656-4344-867A-B194AD7336AB}"/>
              </a:ext>
            </a:extLst>
          </p:cNvPr>
          <p:cNvGrpSpPr/>
          <p:nvPr/>
        </p:nvGrpSpPr>
        <p:grpSpPr>
          <a:xfrm>
            <a:off x="6481586" y="4996210"/>
            <a:ext cx="917952" cy="836637"/>
            <a:chOff x="2282354" y="4085485"/>
            <a:chExt cx="917952" cy="836637"/>
          </a:xfrm>
        </p:grpSpPr>
        <p:grpSp>
          <p:nvGrpSpPr>
            <p:cNvPr id="14" name="Group 13">
              <a:extLst>
                <a:ext uri="{FF2B5EF4-FFF2-40B4-BE49-F238E27FC236}">
                  <a16:creationId xmlns:a16="http://schemas.microsoft.com/office/drawing/2014/main" id="{6C9C7AA9-B3F5-6B4C-9069-18A93ECA2D31}"/>
                </a:ext>
              </a:extLst>
            </p:cNvPr>
            <p:cNvGrpSpPr/>
            <p:nvPr/>
          </p:nvGrpSpPr>
          <p:grpSpPr>
            <a:xfrm flipH="1">
              <a:off x="2282354" y="4085485"/>
              <a:ext cx="917952" cy="836637"/>
              <a:chOff x="1741748" y="2163977"/>
              <a:chExt cx="917952" cy="836637"/>
            </a:xfrm>
          </p:grpSpPr>
          <p:sp>
            <p:nvSpPr>
              <p:cNvPr id="16" name="Oval 15">
                <a:extLst>
                  <a:ext uri="{FF2B5EF4-FFF2-40B4-BE49-F238E27FC236}">
                    <a16:creationId xmlns:a16="http://schemas.microsoft.com/office/drawing/2014/main" id="{6C858CF3-BEF0-F94F-BC26-23B4ED6661F2}"/>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7" name="Oval 16">
                <a:extLst>
                  <a:ext uri="{FF2B5EF4-FFF2-40B4-BE49-F238E27FC236}">
                    <a16:creationId xmlns:a16="http://schemas.microsoft.com/office/drawing/2014/main" id="{135D350C-3083-2A4F-A8DF-3AC89F6F30E7}"/>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8" name="Oval 17">
                <a:extLst>
                  <a:ext uri="{FF2B5EF4-FFF2-40B4-BE49-F238E27FC236}">
                    <a16:creationId xmlns:a16="http://schemas.microsoft.com/office/drawing/2014/main" id="{10C89F95-16C0-7F47-8783-7824FD3E8F2E}"/>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9" name="Oval 18">
                <a:extLst>
                  <a:ext uri="{FF2B5EF4-FFF2-40B4-BE49-F238E27FC236}">
                    <a16:creationId xmlns:a16="http://schemas.microsoft.com/office/drawing/2014/main" id="{EDB5319E-A3AB-0449-AED3-3E35277FE2FE}"/>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0" name="Oval 19">
                <a:extLst>
                  <a:ext uri="{FF2B5EF4-FFF2-40B4-BE49-F238E27FC236}">
                    <a16:creationId xmlns:a16="http://schemas.microsoft.com/office/drawing/2014/main" id="{905CC161-00B2-8A40-93A7-53737FBD6C26}"/>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1" name="Oval 20">
                <a:extLst>
                  <a:ext uri="{FF2B5EF4-FFF2-40B4-BE49-F238E27FC236}">
                    <a16:creationId xmlns:a16="http://schemas.microsoft.com/office/drawing/2014/main" id="{A7617C01-4865-3943-9139-70840546F038}"/>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5" name="Oval 14">
              <a:extLst>
                <a:ext uri="{FF2B5EF4-FFF2-40B4-BE49-F238E27FC236}">
                  <a16:creationId xmlns:a16="http://schemas.microsoft.com/office/drawing/2014/main" id="{73E07B0A-D173-B146-8985-1E0802BDEBD7}"/>
                </a:ext>
              </a:extLst>
            </p:cNvPr>
            <p:cNvSpPr>
              <a:spLocks noChangeAspect="1"/>
            </p:cNvSpPr>
            <p:nvPr/>
          </p:nvSpPr>
          <p:spPr>
            <a:xfrm>
              <a:off x="2592075" y="435512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22" name="Group 21">
            <a:extLst>
              <a:ext uri="{FF2B5EF4-FFF2-40B4-BE49-F238E27FC236}">
                <a16:creationId xmlns:a16="http://schemas.microsoft.com/office/drawing/2014/main" id="{239349CD-00D3-904D-B8FD-F7F683886F0A}"/>
              </a:ext>
            </a:extLst>
          </p:cNvPr>
          <p:cNvGrpSpPr/>
          <p:nvPr/>
        </p:nvGrpSpPr>
        <p:grpSpPr>
          <a:xfrm>
            <a:off x="6481708" y="4008055"/>
            <a:ext cx="917709" cy="836637"/>
            <a:chOff x="3761102" y="2776589"/>
            <a:chExt cx="917709" cy="836637"/>
          </a:xfrm>
        </p:grpSpPr>
        <p:grpSp>
          <p:nvGrpSpPr>
            <p:cNvPr id="23" name="Group 22">
              <a:extLst>
                <a:ext uri="{FF2B5EF4-FFF2-40B4-BE49-F238E27FC236}">
                  <a16:creationId xmlns:a16="http://schemas.microsoft.com/office/drawing/2014/main" id="{BEA17EE2-27FE-B14F-B44B-FCBEBEDEF5A9}"/>
                </a:ext>
              </a:extLst>
            </p:cNvPr>
            <p:cNvGrpSpPr/>
            <p:nvPr/>
          </p:nvGrpSpPr>
          <p:grpSpPr>
            <a:xfrm flipH="1">
              <a:off x="3761102" y="2776589"/>
              <a:ext cx="917709" cy="836637"/>
              <a:chOff x="2637056" y="2170327"/>
              <a:chExt cx="917709" cy="836637"/>
            </a:xfrm>
          </p:grpSpPr>
          <p:sp>
            <p:nvSpPr>
              <p:cNvPr id="25" name="Oval 24">
                <a:extLst>
                  <a:ext uri="{FF2B5EF4-FFF2-40B4-BE49-F238E27FC236}">
                    <a16:creationId xmlns:a16="http://schemas.microsoft.com/office/drawing/2014/main" id="{47D3954C-93DE-5B4A-99B6-6AEBB7535A0B}"/>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6" name="Oval 25">
                <a:extLst>
                  <a:ext uri="{FF2B5EF4-FFF2-40B4-BE49-F238E27FC236}">
                    <a16:creationId xmlns:a16="http://schemas.microsoft.com/office/drawing/2014/main" id="{19835CD1-D7FB-5640-A7A4-2FB70FEC993F}"/>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7" name="Oval 26">
                <a:extLst>
                  <a:ext uri="{FF2B5EF4-FFF2-40B4-BE49-F238E27FC236}">
                    <a16:creationId xmlns:a16="http://schemas.microsoft.com/office/drawing/2014/main" id="{DC7C97F5-5518-7347-BBE4-34E06C312FBD}"/>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8" name="Oval 27">
                <a:extLst>
                  <a:ext uri="{FF2B5EF4-FFF2-40B4-BE49-F238E27FC236}">
                    <a16:creationId xmlns:a16="http://schemas.microsoft.com/office/drawing/2014/main" id="{BC30CEFD-1B37-5E42-AB10-9C2588F6430C}"/>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29" name="Oval 28">
                <a:extLst>
                  <a:ext uri="{FF2B5EF4-FFF2-40B4-BE49-F238E27FC236}">
                    <a16:creationId xmlns:a16="http://schemas.microsoft.com/office/drawing/2014/main" id="{31B994FD-3EBF-4840-A1F6-88C155D53450}"/>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0" name="Oval 29">
                <a:extLst>
                  <a:ext uri="{FF2B5EF4-FFF2-40B4-BE49-F238E27FC236}">
                    <a16:creationId xmlns:a16="http://schemas.microsoft.com/office/drawing/2014/main" id="{C6034916-03D3-874C-88F9-167E67D11F4F}"/>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24" name="Oval 23">
              <a:extLst>
                <a:ext uri="{FF2B5EF4-FFF2-40B4-BE49-F238E27FC236}">
                  <a16:creationId xmlns:a16="http://schemas.microsoft.com/office/drawing/2014/main" id="{6E70BBAA-AB8C-0546-B68F-6F79D2C41CCA}"/>
                </a:ext>
              </a:extLst>
            </p:cNvPr>
            <p:cNvSpPr>
              <a:spLocks noChangeAspect="1"/>
            </p:cNvSpPr>
            <p:nvPr/>
          </p:nvSpPr>
          <p:spPr>
            <a:xfrm>
              <a:off x="4065902" y="3040920"/>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31" name="Group 30">
            <a:extLst>
              <a:ext uri="{FF2B5EF4-FFF2-40B4-BE49-F238E27FC236}">
                <a16:creationId xmlns:a16="http://schemas.microsoft.com/office/drawing/2014/main" id="{8A7A34ED-E16E-0041-879E-394007095942}"/>
              </a:ext>
            </a:extLst>
          </p:cNvPr>
          <p:cNvGrpSpPr/>
          <p:nvPr/>
        </p:nvGrpSpPr>
        <p:grpSpPr>
          <a:xfrm>
            <a:off x="8394918" y="3895822"/>
            <a:ext cx="917709" cy="834410"/>
            <a:chOff x="7547710" y="2732107"/>
            <a:chExt cx="917709" cy="834410"/>
          </a:xfrm>
        </p:grpSpPr>
        <p:grpSp>
          <p:nvGrpSpPr>
            <p:cNvPr id="32" name="Group 31">
              <a:extLst>
                <a:ext uri="{FF2B5EF4-FFF2-40B4-BE49-F238E27FC236}">
                  <a16:creationId xmlns:a16="http://schemas.microsoft.com/office/drawing/2014/main" id="{AE3F9D46-CE21-1041-9C18-BA4BBE9B6AA4}"/>
                </a:ext>
              </a:extLst>
            </p:cNvPr>
            <p:cNvGrpSpPr/>
            <p:nvPr/>
          </p:nvGrpSpPr>
          <p:grpSpPr>
            <a:xfrm flipH="1">
              <a:off x="7547710" y="2732107"/>
              <a:ext cx="917709" cy="834410"/>
              <a:chOff x="1744881" y="933357"/>
              <a:chExt cx="917709" cy="834410"/>
            </a:xfrm>
          </p:grpSpPr>
          <p:sp>
            <p:nvSpPr>
              <p:cNvPr id="34" name="Oval 33">
                <a:extLst>
                  <a:ext uri="{FF2B5EF4-FFF2-40B4-BE49-F238E27FC236}">
                    <a16:creationId xmlns:a16="http://schemas.microsoft.com/office/drawing/2014/main" id="{7623B35E-E756-C449-8ECD-83498DB56157}"/>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5" name="Oval 34">
                <a:extLst>
                  <a:ext uri="{FF2B5EF4-FFF2-40B4-BE49-F238E27FC236}">
                    <a16:creationId xmlns:a16="http://schemas.microsoft.com/office/drawing/2014/main" id="{CE0F273F-9938-E644-A20B-70714935E0ED}"/>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6" name="Oval 35">
                <a:extLst>
                  <a:ext uri="{FF2B5EF4-FFF2-40B4-BE49-F238E27FC236}">
                    <a16:creationId xmlns:a16="http://schemas.microsoft.com/office/drawing/2014/main" id="{4BB82BAF-FC55-634C-A86B-97783D31889F}"/>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7" name="Oval 36">
                <a:extLst>
                  <a:ext uri="{FF2B5EF4-FFF2-40B4-BE49-F238E27FC236}">
                    <a16:creationId xmlns:a16="http://schemas.microsoft.com/office/drawing/2014/main" id="{0D81D0DC-484E-E048-9D03-C348B936657B}"/>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8" name="Oval 37">
                <a:extLst>
                  <a:ext uri="{FF2B5EF4-FFF2-40B4-BE49-F238E27FC236}">
                    <a16:creationId xmlns:a16="http://schemas.microsoft.com/office/drawing/2014/main" id="{E79E8398-5305-5D45-8428-542300FB6F2D}"/>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39" name="Oval 38">
                <a:extLst>
                  <a:ext uri="{FF2B5EF4-FFF2-40B4-BE49-F238E27FC236}">
                    <a16:creationId xmlns:a16="http://schemas.microsoft.com/office/drawing/2014/main" id="{A2C3ED41-3DCF-644A-8194-4FA9D2D3333E}"/>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33" name="Oval 32">
              <a:extLst>
                <a:ext uri="{FF2B5EF4-FFF2-40B4-BE49-F238E27FC236}">
                  <a16:creationId xmlns:a16="http://schemas.microsoft.com/office/drawing/2014/main" id="{2459FD22-0816-9D4F-AEA2-4284BDB17C00}"/>
                </a:ext>
              </a:extLst>
            </p:cNvPr>
            <p:cNvSpPr>
              <a:spLocks noChangeAspect="1"/>
            </p:cNvSpPr>
            <p:nvPr/>
          </p:nvSpPr>
          <p:spPr>
            <a:xfrm>
              <a:off x="7852728" y="29951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0" name="Group 39">
            <a:extLst>
              <a:ext uri="{FF2B5EF4-FFF2-40B4-BE49-F238E27FC236}">
                <a16:creationId xmlns:a16="http://schemas.microsoft.com/office/drawing/2014/main" id="{D7CF3191-24F9-F24B-AF49-5FC7AFB9DABC}"/>
              </a:ext>
            </a:extLst>
          </p:cNvPr>
          <p:cNvGrpSpPr/>
          <p:nvPr/>
        </p:nvGrpSpPr>
        <p:grpSpPr>
          <a:xfrm>
            <a:off x="8394918" y="2520442"/>
            <a:ext cx="917709" cy="834410"/>
            <a:chOff x="8942539" y="4146849"/>
            <a:chExt cx="917709" cy="834410"/>
          </a:xfrm>
        </p:grpSpPr>
        <p:grpSp>
          <p:nvGrpSpPr>
            <p:cNvPr id="41" name="Group 40">
              <a:extLst>
                <a:ext uri="{FF2B5EF4-FFF2-40B4-BE49-F238E27FC236}">
                  <a16:creationId xmlns:a16="http://schemas.microsoft.com/office/drawing/2014/main" id="{E6361FE1-4A80-F048-BA6C-35BAE4206E18}"/>
                </a:ext>
              </a:extLst>
            </p:cNvPr>
            <p:cNvGrpSpPr/>
            <p:nvPr/>
          </p:nvGrpSpPr>
          <p:grpSpPr>
            <a:xfrm>
              <a:off x="8942539" y="4146849"/>
              <a:ext cx="917709" cy="834410"/>
              <a:chOff x="1744881" y="933357"/>
              <a:chExt cx="917709" cy="834410"/>
            </a:xfrm>
          </p:grpSpPr>
          <p:sp>
            <p:nvSpPr>
              <p:cNvPr id="43" name="Oval 42">
                <a:extLst>
                  <a:ext uri="{FF2B5EF4-FFF2-40B4-BE49-F238E27FC236}">
                    <a16:creationId xmlns:a16="http://schemas.microsoft.com/office/drawing/2014/main" id="{B06C17B6-E119-2741-BB7B-B167E4AC731C}"/>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4" name="Oval 43">
                <a:extLst>
                  <a:ext uri="{FF2B5EF4-FFF2-40B4-BE49-F238E27FC236}">
                    <a16:creationId xmlns:a16="http://schemas.microsoft.com/office/drawing/2014/main" id="{3D9E87D0-4759-9E4B-8EF7-057625BD8510}"/>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5" name="Oval 44">
                <a:extLst>
                  <a:ext uri="{FF2B5EF4-FFF2-40B4-BE49-F238E27FC236}">
                    <a16:creationId xmlns:a16="http://schemas.microsoft.com/office/drawing/2014/main" id="{7EC2A194-F9B6-184F-8FAF-673B38F892C8}"/>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6" name="Oval 45">
                <a:extLst>
                  <a:ext uri="{FF2B5EF4-FFF2-40B4-BE49-F238E27FC236}">
                    <a16:creationId xmlns:a16="http://schemas.microsoft.com/office/drawing/2014/main" id="{BDA3DEEF-FBCD-1846-BCCF-F3F990CA91EA}"/>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7" name="Oval 46">
                <a:extLst>
                  <a:ext uri="{FF2B5EF4-FFF2-40B4-BE49-F238E27FC236}">
                    <a16:creationId xmlns:a16="http://schemas.microsoft.com/office/drawing/2014/main" id="{43CEE468-8E4D-A446-948F-83A451D7B67D}"/>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48" name="Oval 47">
                <a:extLst>
                  <a:ext uri="{FF2B5EF4-FFF2-40B4-BE49-F238E27FC236}">
                    <a16:creationId xmlns:a16="http://schemas.microsoft.com/office/drawing/2014/main" id="{B9428387-C647-DB47-BE70-CBB94A5DA470}"/>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42" name="Oval 41">
              <a:extLst>
                <a:ext uri="{FF2B5EF4-FFF2-40B4-BE49-F238E27FC236}">
                  <a16:creationId xmlns:a16="http://schemas.microsoft.com/office/drawing/2014/main" id="{CF9F49DF-F186-C14B-90CC-3E508A70CD61}"/>
                </a:ext>
              </a:extLst>
            </p:cNvPr>
            <p:cNvSpPr>
              <a:spLocks noChangeAspect="1"/>
            </p:cNvSpPr>
            <p:nvPr/>
          </p:nvSpPr>
          <p:spPr>
            <a:xfrm flipH="1">
              <a:off x="9246446" y="4415117"/>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49" name="Group 48">
            <a:extLst>
              <a:ext uri="{FF2B5EF4-FFF2-40B4-BE49-F238E27FC236}">
                <a16:creationId xmlns:a16="http://schemas.microsoft.com/office/drawing/2014/main" id="{4FA44675-5D8F-0549-9535-6B827E022C1A}"/>
              </a:ext>
            </a:extLst>
          </p:cNvPr>
          <p:cNvGrpSpPr/>
          <p:nvPr/>
        </p:nvGrpSpPr>
        <p:grpSpPr>
          <a:xfrm>
            <a:off x="4849231" y="1189442"/>
            <a:ext cx="917709" cy="834410"/>
            <a:chOff x="8942539" y="4146849"/>
            <a:chExt cx="917709" cy="834410"/>
          </a:xfrm>
        </p:grpSpPr>
        <p:grpSp>
          <p:nvGrpSpPr>
            <p:cNvPr id="50" name="Group 49">
              <a:extLst>
                <a:ext uri="{FF2B5EF4-FFF2-40B4-BE49-F238E27FC236}">
                  <a16:creationId xmlns:a16="http://schemas.microsoft.com/office/drawing/2014/main" id="{C063B4B4-FCD2-B843-BC82-52D317BBF167}"/>
                </a:ext>
              </a:extLst>
            </p:cNvPr>
            <p:cNvGrpSpPr/>
            <p:nvPr/>
          </p:nvGrpSpPr>
          <p:grpSpPr>
            <a:xfrm>
              <a:off x="8942539" y="4146849"/>
              <a:ext cx="917709" cy="834410"/>
              <a:chOff x="1744881" y="933357"/>
              <a:chExt cx="917709" cy="834410"/>
            </a:xfrm>
          </p:grpSpPr>
          <p:sp>
            <p:nvSpPr>
              <p:cNvPr id="52" name="Oval 51">
                <a:extLst>
                  <a:ext uri="{FF2B5EF4-FFF2-40B4-BE49-F238E27FC236}">
                    <a16:creationId xmlns:a16="http://schemas.microsoft.com/office/drawing/2014/main" id="{4B76B890-593F-F64A-8DE4-67F6470D8068}"/>
                  </a:ext>
                </a:extLst>
              </p:cNvPr>
              <p:cNvSpPr>
                <a:spLocks noChangeAspect="1"/>
              </p:cNvSpPr>
              <p:nvPr/>
            </p:nvSpPr>
            <p:spPr>
              <a:xfrm>
                <a:off x="1744881" y="119863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3" name="Oval 52">
                <a:extLst>
                  <a:ext uri="{FF2B5EF4-FFF2-40B4-BE49-F238E27FC236}">
                    <a16:creationId xmlns:a16="http://schemas.microsoft.com/office/drawing/2014/main" id="{403A26B5-8FD9-1146-9911-08CE6582633D}"/>
                  </a:ext>
                </a:extLst>
              </p:cNvPr>
              <p:cNvSpPr>
                <a:spLocks noChangeAspect="1"/>
              </p:cNvSpPr>
              <p:nvPr/>
            </p:nvSpPr>
            <p:spPr>
              <a:xfrm>
                <a:off x="1894215"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4" name="Oval 53">
                <a:extLst>
                  <a:ext uri="{FF2B5EF4-FFF2-40B4-BE49-F238E27FC236}">
                    <a16:creationId xmlns:a16="http://schemas.microsoft.com/office/drawing/2014/main" id="{DB2FFB57-F0D9-704D-BED8-F06AE04ABB42}"/>
                  </a:ext>
                </a:extLst>
              </p:cNvPr>
              <p:cNvSpPr>
                <a:spLocks noChangeAspect="1"/>
              </p:cNvSpPr>
              <p:nvPr/>
            </p:nvSpPr>
            <p:spPr>
              <a:xfrm>
                <a:off x="1901825"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5" name="Oval 54">
                <a:extLst>
                  <a:ext uri="{FF2B5EF4-FFF2-40B4-BE49-F238E27FC236}">
                    <a16:creationId xmlns:a16="http://schemas.microsoft.com/office/drawing/2014/main" id="{EE97DA19-99E6-154B-8151-6BBC503B7625}"/>
                  </a:ext>
                </a:extLst>
              </p:cNvPr>
              <p:cNvSpPr>
                <a:spLocks noChangeAspect="1"/>
              </p:cNvSpPr>
              <p:nvPr/>
            </p:nvSpPr>
            <p:spPr>
              <a:xfrm>
                <a:off x="2202324"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6" name="Oval 55">
                <a:extLst>
                  <a:ext uri="{FF2B5EF4-FFF2-40B4-BE49-F238E27FC236}">
                    <a16:creationId xmlns:a16="http://schemas.microsoft.com/office/drawing/2014/main" id="{B2BE7A41-0F18-BB46-803C-23842F43A05D}"/>
                  </a:ext>
                </a:extLst>
              </p:cNvPr>
              <p:cNvSpPr>
                <a:spLocks noChangeAspect="1"/>
              </p:cNvSpPr>
              <p:nvPr/>
            </p:nvSpPr>
            <p:spPr>
              <a:xfrm>
                <a:off x="2357790"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7" name="Oval 56">
                <a:extLst>
                  <a:ext uri="{FF2B5EF4-FFF2-40B4-BE49-F238E27FC236}">
                    <a16:creationId xmlns:a16="http://schemas.microsoft.com/office/drawing/2014/main" id="{F2591893-23F9-5A44-B2A7-593F30E50B5B}"/>
                  </a:ext>
                </a:extLst>
              </p:cNvPr>
              <p:cNvSpPr>
                <a:spLocks noChangeAspect="1"/>
              </p:cNvSpPr>
              <p:nvPr/>
            </p:nvSpPr>
            <p:spPr>
              <a:xfrm>
                <a:off x="2202324"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51" name="Oval 50">
              <a:extLst>
                <a:ext uri="{FF2B5EF4-FFF2-40B4-BE49-F238E27FC236}">
                  <a16:creationId xmlns:a16="http://schemas.microsoft.com/office/drawing/2014/main" id="{C8329887-3E1C-DE43-B3D5-E9C2882755FB}"/>
                </a:ext>
              </a:extLst>
            </p:cNvPr>
            <p:cNvSpPr>
              <a:spLocks noChangeAspect="1"/>
            </p:cNvSpPr>
            <p:nvPr/>
          </p:nvSpPr>
          <p:spPr>
            <a:xfrm>
              <a:off x="9247448" y="4413239"/>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58" name="Group 57">
            <a:extLst>
              <a:ext uri="{FF2B5EF4-FFF2-40B4-BE49-F238E27FC236}">
                <a16:creationId xmlns:a16="http://schemas.microsoft.com/office/drawing/2014/main" id="{CE54948F-85B5-CB4A-A877-39B4EA7DF37F}"/>
              </a:ext>
            </a:extLst>
          </p:cNvPr>
          <p:cNvGrpSpPr/>
          <p:nvPr/>
        </p:nvGrpSpPr>
        <p:grpSpPr>
          <a:xfrm>
            <a:off x="4849231" y="2160554"/>
            <a:ext cx="917709" cy="834410"/>
            <a:chOff x="7550885" y="2732107"/>
            <a:chExt cx="917709" cy="834410"/>
          </a:xfrm>
        </p:grpSpPr>
        <p:grpSp>
          <p:nvGrpSpPr>
            <p:cNvPr id="59" name="Group 58">
              <a:extLst>
                <a:ext uri="{FF2B5EF4-FFF2-40B4-BE49-F238E27FC236}">
                  <a16:creationId xmlns:a16="http://schemas.microsoft.com/office/drawing/2014/main" id="{AC653AA9-319B-5943-9679-37B1DF23F329}"/>
                </a:ext>
              </a:extLst>
            </p:cNvPr>
            <p:cNvGrpSpPr/>
            <p:nvPr/>
          </p:nvGrpSpPr>
          <p:grpSpPr>
            <a:xfrm flipH="1">
              <a:off x="7550885" y="2732107"/>
              <a:ext cx="917709" cy="834410"/>
              <a:chOff x="1744881" y="933357"/>
              <a:chExt cx="917709" cy="834410"/>
            </a:xfrm>
          </p:grpSpPr>
          <p:sp>
            <p:nvSpPr>
              <p:cNvPr id="61" name="Oval 60">
                <a:extLst>
                  <a:ext uri="{FF2B5EF4-FFF2-40B4-BE49-F238E27FC236}">
                    <a16:creationId xmlns:a16="http://schemas.microsoft.com/office/drawing/2014/main" id="{939E2956-7953-0741-B8E2-A79B16E08BE3}"/>
                  </a:ext>
                </a:extLst>
              </p:cNvPr>
              <p:cNvSpPr>
                <a:spLocks noChangeAspect="1"/>
              </p:cNvSpPr>
              <p:nvPr/>
            </p:nvSpPr>
            <p:spPr>
              <a:xfrm flipH="1">
                <a:off x="2208456"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2" name="Oval 61">
                <a:extLst>
                  <a:ext uri="{FF2B5EF4-FFF2-40B4-BE49-F238E27FC236}">
                    <a16:creationId xmlns:a16="http://schemas.microsoft.com/office/drawing/2014/main" id="{2072919C-8F38-6749-A6CA-7DD9BF801059}"/>
                  </a:ext>
                </a:extLst>
              </p:cNvPr>
              <p:cNvSpPr>
                <a:spLocks noChangeAspect="1"/>
              </p:cNvSpPr>
              <p:nvPr/>
            </p:nvSpPr>
            <p:spPr>
              <a:xfrm flipH="1">
                <a:off x="2200846" y="93335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3" name="Oval 62">
                <a:extLst>
                  <a:ext uri="{FF2B5EF4-FFF2-40B4-BE49-F238E27FC236}">
                    <a16:creationId xmlns:a16="http://schemas.microsoft.com/office/drawing/2014/main" id="{1A886CC9-A6B0-BB4A-85E7-C04E227D07C5}"/>
                  </a:ext>
                </a:extLst>
              </p:cNvPr>
              <p:cNvSpPr>
                <a:spLocks noChangeAspect="1"/>
              </p:cNvSpPr>
              <p:nvPr/>
            </p:nvSpPr>
            <p:spPr>
              <a:xfrm flipH="1">
                <a:off x="1900347" y="93335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4" name="Oval 63">
                <a:extLst>
                  <a:ext uri="{FF2B5EF4-FFF2-40B4-BE49-F238E27FC236}">
                    <a16:creationId xmlns:a16="http://schemas.microsoft.com/office/drawing/2014/main" id="{DAF72823-2C1A-4A48-B8AD-91A4C3EF9985}"/>
                  </a:ext>
                </a:extLst>
              </p:cNvPr>
              <p:cNvSpPr>
                <a:spLocks noChangeAspect="1"/>
              </p:cNvSpPr>
              <p:nvPr/>
            </p:nvSpPr>
            <p:spPr>
              <a:xfrm flipH="1">
                <a:off x="2357790" y="119768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5" name="Oval 64">
                <a:extLst>
                  <a:ext uri="{FF2B5EF4-FFF2-40B4-BE49-F238E27FC236}">
                    <a16:creationId xmlns:a16="http://schemas.microsoft.com/office/drawing/2014/main" id="{906CB5CD-7E3E-5F46-A851-C90AE1C6B828}"/>
                  </a:ext>
                </a:extLst>
              </p:cNvPr>
              <p:cNvSpPr>
                <a:spLocks noChangeAspect="1"/>
              </p:cNvSpPr>
              <p:nvPr/>
            </p:nvSpPr>
            <p:spPr>
              <a:xfrm flipH="1">
                <a:off x="1744881" y="119768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6" name="Oval 65">
                <a:extLst>
                  <a:ext uri="{FF2B5EF4-FFF2-40B4-BE49-F238E27FC236}">
                    <a16:creationId xmlns:a16="http://schemas.microsoft.com/office/drawing/2014/main" id="{A353CBED-37CF-0341-AF6E-190C90A04195}"/>
                  </a:ext>
                </a:extLst>
              </p:cNvPr>
              <p:cNvSpPr>
                <a:spLocks noChangeAspect="1"/>
              </p:cNvSpPr>
              <p:nvPr/>
            </p:nvSpPr>
            <p:spPr>
              <a:xfrm flipH="1">
                <a:off x="1900347" y="146296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60" name="Oval 59">
              <a:extLst>
                <a:ext uri="{FF2B5EF4-FFF2-40B4-BE49-F238E27FC236}">
                  <a16:creationId xmlns:a16="http://schemas.microsoft.com/office/drawing/2014/main" id="{2C37F91A-C0B2-4C45-AC3E-C192BE129538}"/>
                </a:ext>
              </a:extLst>
            </p:cNvPr>
            <p:cNvSpPr>
              <a:spLocks noChangeAspect="1"/>
            </p:cNvSpPr>
            <p:nvPr/>
          </p:nvSpPr>
          <p:spPr>
            <a:xfrm>
              <a:off x="7852827" y="2997970"/>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67" name="Group 66">
            <a:extLst>
              <a:ext uri="{FF2B5EF4-FFF2-40B4-BE49-F238E27FC236}">
                <a16:creationId xmlns:a16="http://schemas.microsoft.com/office/drawing/2014/main" id="{A6D5A557-B073-F047-B2BA-500133F4FECC}"/>
              </a:ext>
            </a:extLst>
          </p:cNvPr>
          <p:cNvGrpSpPr/>
          <p:nvPr/>
        </p:nvGrpSpPr>
        <p:grpSpPr>
          <a:xfrm>
            <a:off x="4849231" y="209676"/>
            <a:ext cx="917709" cy="834410"/>
            <a:chOff x="9381696" y="5850565"/>
            <a:chExt cx="917709" cy="834410"/>
          </a:xfrm>
        </p:grpSpPr>
        <p:grpSp>
          <p:nvGrpSpPr>
            <p:cNvPr id="68" name="Group 67">
              <a:extLst>
                <a:ext uri="{FF2B5EF4-FFF2-40B4-BE49-F238E27FC236}">
                  <a16:creationId xmlns:a16="http://schemas.microsoft.com/office/drawing/2014/main" id="{5AE6ED39-BB30-D44E-A520-C3A19D65D07A}"/>
                </a:ext>
              </a:extLst>
            </p:cNvPr>
            <p:cNvGrpSpPr/>
            <p:nvPr/>
          </p:nvGrpSpPr>
          <p:grpSpPr>
            <a:xfrm>
              <a:off x="9381696" y="5850565"/>
              <a:ext cx="917709" cy="834410"/>
              <a:chOff x="2303867" y="2030011"/>
              <a:chExt cx="917709" cy="834410"/>
            </a:xfrm>
          </p:grpSpPr>
          <p:sp>
            <p:nvSpPr>
              <p:cNvPr id="70" name="Oval 69">
                <a:extLst>
                  <a:ext uri="{FF2B5EF4-FFF2-40B4-BE49-F238E27FC236}">
                    <a16:creationId xmlns:a16="http://schemas.microsoft.com/office/drawing/2014/main" id="{2295B5A8-5F96-6A4A-B3A2-A908E3E464ED}"/>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1" name="Oval 70">
                <a:extLst>
                  <a:ext uri="{FF2B5EF4-FFF2-40B4-BE49-F238E27FC236}">
                    <a16:creationId xmlns:a16="http://schemas.microsoft.com/office/drawing/2014/main" id="{1BF3514E-78C4-174E-A5A6-A71E91BDFFBA}"/>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2" name="Oval 71">
                <a:extLst>
                  <a:ext uri="{FF2B5EF4-FFF2-40B4-BE49-F238E27FC236}">
                    <a16:creationId xmlns:a16="http://schemas.microsoft.com/office/drawing/2014/main" id="{60E5E5F7-FAD6-994E-8271-8DCD43093EB9}"/>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3" name="Oval 72">
                <a:extLst>
                  <a:ext uri="{FF2B5EF4-FFF2-40B4-BE49-F238E27FC236}">
                    <a16:creationId xmlns:a16="http://schemas.microsoft.com/office/drawing/2014/main" id="{E25C34C4-19DB-5A42-AB99-852F769ED12D}"/>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4" name="Oval 73">
                <a:extLst>
                  <a:ext uri="{FF2B5EF4-FFF2-40B4-BE49-F238E27FC236}">
                    <a16:creationId xmlns:a16="http://schemas.microsoft.com/office/drawing/2014/main" id="{74D48995-4ACC-F541-9579-E7DFB76BDA1D}"/>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75" name="Oval 74">
                <a:extLst>
                  <a:ext uri="{FF2B5EF4-FFF2-40B4-BE49-F238E27FC236}">
                    <a16:creationId xmlns:a16="http://schemas.microsoft.com/office/drawing/2014/main" id="{DCA572C2-1D9E-CD4E-A3FB-ADBD15440D49}"/>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69" name="Oval 68">
              <a:extLst>
                <a:ext uri="{FF2B5EF4-FFF2-40B4-BE49-F238E27FC236}">
                  <a16:creationId xmlns:a16="http://schemas.microsoft.com/office/drawing/2014/main" id="{D3E42DB1-66DC-FA45-94FA-A31E54BCDA0A}"/>
                </a:ext>
              </a:extLst>
            </p:cNvPr>
            <p:cNvSpPr>
              <a:spLocks noChangeAspect="1"/>
            </p:cNvSpPr>
            <p:nvPr/>
          </p:nvSpPr>
          <p:spPr>
            <a:xfrm>
              <a:off x="9689610" y="6118071"/>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76" name="Group 75">
            <a:extLst>
              <a:ext uri="{FF2B5EF4-FFF2-40B4-BE49-F238E27FC236}">
                <a16:creationId xmlns:a16="http://schemas.microsoft.com/office/drawing/2014/main" id="{AC220529-8EF1-4740-AA35-2C98394C0B2A}"/>
              </a:ext>
            </a:extLst>
          </p:cNvPr>
          <p:cNvGrpSpPr/>
          <p:nvPr/>
        </p:nvGrpSpPr>
        <p:grpSpPr>
          <a:xfrm>
            <a:off x="2663045" y="2544766"/>
            <a:ext cx="917709" cy="836637"/>
            <a:chOff x="3761102" y="2776589"/>
            <a:chExt cx="917709" cy="836637"/>
          </a:xfrm>
        </p:grpSpPr>
        <p:grpSp>
          <p:nvGrpSpPr>
            <p:cNvPr id="77" name="Group 76">
              <a:extLst>
                <a:ext uri="{FF2B5EF4-FFF2-40B4-BE49-F238E27FC236}">
                  <a16:creationId xmlns:a16="http://schemas.microsoft.com/office/drawing/2014/main" id="{D63A97E6-3FB7-B74C-BA4E-3580D69E04AF}"/>
                </a:ext>
              </a:extLst>
            </p:cNvPr>
            <p:cNvGrpSpPr/>
            <p:nvPr/>
          </p:nvGrpSpPr>
          <p:grpSpPr>
            <a:xfrm flipH="1">
              <a:off x="3761102" y="2776589"/>
              <a:ext cx="917709" cy="836637"/>
              <a:chOff x="2637056" y="2170327"/>
              <a:chExt cx="917709" cy="836637"/>
            </a:xfrm>
          </p:grpSpPr>
          <p:sp>
            <p:nvSpPr>
              <p:cNvPr id="79" name="Oval 78">
                <a:extLst>
                  <a:ext uri="{FF2B5EF4-FFF2-40B4-BE49-F238E27FC236}">
                    <a16:creationId xmlns:a16="http://schemas.microsoft.com/office/drawing/2014/main" id="{59C2BA45-D313-AE48-A75B-5E56991FDE56}"/>
                  </a:ext>
                </a:extLst>
              </p:cNvPr>
              <p:cNvSpPr>
                <a:spLocks noChangeAspect="1"/>
              </p:cNvSpPr>
              <p:nvPr/>
            </p:nvSpPr>
            <p:spPr>
              <a:xfrm flipH="1">
                <a:off x="2792631" y="270216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0" name="Oval 79">
                <a:extLst>
                  <a:ext uri="{FF2B5EF4-FFF2-40B4-BE49-F238E27FC236}">
                    <a16:creationId xmlns:a16="http://schemas.microsoft.com/office/drawing/2014/main" id="{0C59565B-45DA-7F4A-AB72-F7AC7E7D5393}"/>
                  </a:ext>
                </a:extLst>
              </p:cNvPr>
              <p:cNvSpPr>
                <a:spLocks noChangeAspect="1"/>
              </p:cNvSpPr>
              <p:nvPr/>
            </p:nvSpPr>
            <p:spPr>
              <a:xfrm flipH="1">
                <a:off x="3093021" y="217032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1" name="Oval 80">
                <a:extLst>
                  <a:ext uri="{FF2B5EF4-FFF2-40B4-BE49-F238E27FC236}">
                    <a16:creationId xmlns:a16="http://schemas.microsoft.com/office/drawing/2014/main" id="{787BEE2E-F9DD-9043-B172-3FBB31560066}"/>
                  </a:ext>
                </a:extLst>
              </p:cNvPr>
              <p:cNvSpPr>
                <a:spLocks noChangeAspect="1"/>
              </p:cNvSpPr>
              <p:nvPr/>
            </p:nvSpPr>
            <p:spPr>
              <a:xfrm flipH="1">
                <a:off x="2792522" y="217032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2" name="Oval 81">
                <a:extLst>
                  <a:ext uri="{FF2B5EF4-FFF2-40B4-BE49-F238E27FC236}">
                    <a16:creationId xmlns:a16="http://schemas.microsoft.com/office/drawing/2014/main" id="{994107C8-4F61-1442-B32B-C23A95F0BAEB}"/>
                  </a:ext>
                </a:extLst>
              </p:cNvPr>
              <p:cNvSpPr>
                <a:spLocks noChangeAspect="1"/>
              </p:cNvSpPr>
              <p:nvPr/>
            </p:nvSpPr>
            <p:spPr>
              <a:xfrm flipH="1">
                <a:off x="3249965" y="243465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3" name="Oval 82">
                <a:extLst>
                  <a:ext uri="{FF2B5EF4-FFF2-40B4-BE49-F238E27FC236}">
                    <a16:creationId xmlns:a16="http://schemas.microsoft.com/office/drawing/2014/main" id="{41DCC8F8-D57A-FC41-923E-6331F1E00E3C}"/>
                  </a:ext>
                </a:extLst>
              </p:cNvPr>
              <p:cNvSpPr>
                <a:spLocks noChangeAspect="1"/>
              </p:cNvSpPr>
              <p:nvPr/>
            </p:nvSpPr>
            <p:spPr>
              <a:xfrm flipH="1">
                <a:off x="2637056" y="2434658"/>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4" name="Oval 83">
                <a:extLst>
                  <a:ext uri="{FF2B5EF4-FFF2-40B4-BE49-F238E27FC236}">
                    <a16:creationId xmlns:a16="http://schemas.microsoft.com/office/drawing/2014/main" id="{795BF996-D882-0B4F-99A5-A3571E1E48BA}"/>
                  </a:ext>
                </a:extLst>
              </p:cNvPr>
              <p:cNvSpPr>
                <a:spLocks noChangeAspect="1"/>
              </p:cNvSpPr>
              <p:nvPr/>
            </p:nvSpPr>
            <p:spPr>
              <a:xfrm flipH="1">
                <a:off x="3100740" y="269993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78" name="Oval 77">
              <a:extLst>
                <a:ext uri="{FF2B5EF4-FFF2-40B4-BE49-F238E27FC236}">
                  <a16:creationId xmlns:a16="http://schemas.microsoft.com/office/drawing/2014/main" id="{BF98BF48-C272-454A-B82D-F47496EFC570}"/>
                </a:ext>
              </a:extLst>
            </p:cNvPr>
            <p:cNvSpPr>
              <a:spLocks noChangeAspect="1"/>
            </p:cNvSpPr>
            <p:nvPr/>
          </p:nvSpPr>
          <p:spPr>
            <a:xfrm flipH="1">
              <a:off x="4065705" y="3041555"/>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85" name="Group 84">
            <a:extLst>
              <a:ext uri="{FF2B5EF4-FFF2-40B4-BE49-F238E27FC236}">
                <a16:creationId xmlns:a16="http://schemas.microsoft.com/office/drawing/2014/main" id="{7E158BED-1F5F-8141-AA4C-F4FF28D12E8C}"/>
              </a:ext>
            </a:extLst>
          </p:cNvPr>
          <p:cNvGrpSpPr/>
          <p:nvPr/>
        </p:nvGrpSpPr>
        <p:grpSpPr>
          <a:xfrm>
            <a:off x="2662923" y="3528943"/>
            <a:ext cx="917952" cy="836637"/>
            <a:chOff x="2279179" y="4085485"/>
            <a:chExt cx="917952" cy="836637"/>
          </a:xfrm>
        </p:grpSpPr>
        <p:grpSp>
          <p:nvGrpSpPr>
            <p:cNvPr id="86" name="Group 85">
              <a:extLst>
                <a:ext uri="{FF2B5EF4-FFF2-40B4-BE49-F238E27FC236}">
                  <a16:creationId xmlns:a16="http://schemas.microsoft.com/office/drawing/2014/main" id="{EC29239F-4D04-E048-B5C8-6E285CE7A64C}"/>
                </a:ext>
              </a:extLst>
            </p:cNvPr>
            <p:cNvGrpSpPr/>
            <p:nvPr/>
          </p:nvGrpSpPr>
          <p:grpSpPr>
            <a:xfrm flipH="1">
              <a:off x="2279179" y="4085485"/>
              <a:ext cx="917952" cy="836637"/>
              <a:chOff x="1741748" y="2163977"/>
              <a:chExt cx="917952" cy="836637"/>
            </a:xfrm>
          </p:grpSpPr>
          <p:sp>
            <p:nvSpPr>
              <p:cNvPr id="88" name="Oval 87">
                <a:extLst>
                  <a:ext uri="{FF2B5EF4-FFF2-40B4-BE49-F238E27FC236}">
                    <a16:creationId xmlns:a16="http://schemas.microsoft.com/office/drawing/2014/main" id="{8B908B77-B4CD-DA4E-9F74-D5786F27BAFD}"/>
                  </a:ext>
                </a:extLst>
              </p:cNvPr>
              <p:cNvSpPr>
                <a:spLocks noChangeAspect="1"/>
              </p:cNvSpPr>
              <p:nvPr/>
            </p:nvSpPr>
            <p:spPr>
              <a:xfrm flipH="1">
                <a:off x="1741748"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89" name="Oval 88">
                <a:extLst>
                  <a:ext uri="{FF2B5EF4-FFF2-40B4-BE49-F238E27FC236}">
                    <a16:creationId xmlns:a16="http://schemas.microsoft.com/office/drawing/2014/main" id="{2227FF83-D8DF-ED40-B332-E3AA6062C597}"/>
                  </a:ext>
                </a:extLst>
              </p:cNvPr>
              <p:cNvSpPr>
                <a:spLocks noChangeAspect="1"/>
              </p:cNvSpPr>
              <p:nvPr/>
            </p:nvSpPr>
            <p:spPr>
              <a:xfrm flipH="1">
                <a:off x="1897566"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0" name="Oval 89">
                <a:extLst>
                  <a:ext uri="{FF2B5EF4-FFF2-40B4-BE49-F238E27FC236}">
                    <a16:creationId xmlns:a16="http://schemas.microsoft.com/office/drawing/2014/main" id="{2BA3FEB0-2B2E-2B41-B8DF-72F3AD89EA4D}"/>
                  </a:ext>
                </a:extLst>
              </p:cNvPr>
              <p:cNvSpPr>
                <a:spLocks noChangeAspect="1"/>
              </p:cNvSpPr>
              <p:nvPr/>
            </p:nvSpPr>
            <p:spPr>
              <a:xfrm flipH="1">
                <a:off x="2197956"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1" name="Oval 90">
                <a:extLst>
                  <a:ext uri="{FF2B5EF4-FFF2-40B4-BE49-F238E27FC236}">
                    <a16:creationId xmlns:a16="http://schemas.microsoft.com/office/drawing/2014/main" id="{77B5572F-CFB5-244B-849D-FC44A6F30797}"/>
                  </a:ext>
                </a:extLst>
              </p:cNvPr>
              <p:cNvSpPr>
                <a:spLocks noChangeAspect="1"/>
              </p:cNvSpPr>
              <p:nvPr/>
            </p:nvSpPr>
            <p:spPr>
              <a:xfrm flipH="1">
                <a:off x="1897457" y="216397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2" name="Oval 91">
                <a:extLst>
                  <a:ext uri="{FF2B5EF4-FFF2-40B4-BE49-F238E27FC236}">
                    <a16:creationId xmlns:a16="http://schemas.microsoft.com/office/drawing/2014/main" id="{9F0BC2B4-BFF9-A448-A428-B8C23A77A45C}"/>
                  </a:ext>
                </a:extLst>
              </p:cNvPr>
              <p:cNvSpPr>
                <a:spLocks noChangeAspect="1"/>
              </p:cNvSpPr>
              <p:nvPr/>
            </p:nvSpPr>
            <p:spPr>
              <a:xfrm flipH="1">
                <a:off x="2354900"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3" name="Oval 92">
                <a:extLst>
                  <a:ext uri="{FF2B5EF4-FFF2-40B4-BE49-F238E27FC236}">
                    <a16:creationId xmlns:a16="http://schemas.microsoft.com/office/drawing/2014/main" id="{7601F4FB-D364-EE47-BF94-546A4F502000}"/>
                  </a:ext>
                </a:extLst>
              </p:cNvPr>
              <p:cNvSpPr>
                <a:spLocks noChangeAspect="1"/>
              </p:cNvSpPr>
              <p:nvPr/>
            </p:nvSpPr>
            <p:spPr>
              <a:xfrm flipH="1">
                <a:off x="2205675"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87" name="Oval 86">
              <a:extLst>
                <a:ext uri="{FF2B5EF4-FFF2-40B4-BE49-F238E27FC236}">
                  <a16:creationId xmlns:a16="http://schemas.microsoft.com/office/drawing/2014/main" id="{AD9255C4-1AE6-FB4F-8E3F-B49FBD28984B}"/>
                </a:ext>
              </a:extLst>
            </p:cNvPr>
            <p:cNvSpPr>
              <a:spLocks noChangeAspect="1"/>
            </p:cNvSpPr>
            <p:nvPr/>
          </p:nvSpPr>
          <p:spPr>
            <a:xfrm>
              <a:off x="2584113" y="435228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94" name="Group 93">
            <a:extLst>
              <a:ext uri="{FF2B5EF4-FFF2-40B4-BE49-F238E27FC236}">
                <a16:creationId xmlns:a16="http://schemas.microsoft.com/office/drawing/2014/main" id="{9B469290-2135-5341-845A-94AA2F777F73}"/>
              </a:ext>
            </a:extLst>
          </p:cNvPr>
          <p:cNvGrpSpPr/>
          <p:nvPr/>
        </p:nvGrpSpPr>
        <p:grpSpPr>
          <a:xfrm>
            <a:off x="2662923" y="4549168"/>
            <a:ext cx="917952" cy="836637"/>
            <a:chOff x="1892594" y="5840077"/>
            <a:chExt cx="917952" cy="836637"/>
          </a:xfrm>
        </p:grpSpPr>
        <p:grpSp>
          <p:nvGrpSpPr>
            <p:cNvPr id="95" name="Group 94">
              <a:extLst>
                <a:ext uri="{FF2B5EF4-FFF2-40B4-BE49-F238E27FC236}">
                  <a16:creationId xmlns:a16="http://schemas.microsoft.com/office/drawing/2014/main" id="{16CA83D3-3102-0647-B033-B747A0C71F25}"/>
                </a:ext>
              </a:extLst>
            </p:cNvPr>
            <p:cNvGrpSpPr/>
            <p:nvPr/>
          </p:nvGrpSpPr>
          <p:grpSpPr>
            <a:xfrm>
              <a:off x="1892594" y="5840077"/>
              <a:ext cx="917952" cy="836637"/>
              <a:chOff x="543660" y="2163977"/>
              <a:chExt cx="917952" cy="836637"/>
            </a:xfrm>
          </p:grpSpPr>
          <p:sp>
            <p:nvSpPr>
              <p:cNvPr id="97" name="Oval 96">
                <a:extLst>
                  <a:ext uri="{FF2B5EF4-FFF2-40B4-BE49-F238E27FC236}">
                    <a16:creationId xmlns:a16="http://schemas.microsoft.com/office/drawing/2014/main" id="{FB80F843-E89C-AC46-845A-31924C217C48}"/>
                  </a:ext>
                </a:extLst>
              </p:cNvPr>
              <p:cNvSpPr>
                <a:spLocks noChangeAspect="1"/>
              </p:cNvSpPr>
              <p:nvPr/>
            </p:nvSpPr>
            <p:spPr>
              <a:xfrm flipH="1">
                <a:off x="701175"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8" name="Oval 97">
                <a:extLst>
                  <a:ext uri="{FF2B5EF4-FFF2-40B4-BE49-F238E27FC236}">
                    <a16:creationId xmlns:a16="http://schemas.microsoft.com/office/drawing/2014/main" id="{26CAC52D-C1CA-3E41-A253-964015F31E30}"/>
                  </a:ext>
                </a:extLst>
              </p:cNvPr>
              <p:cNvSpPr>
                <a:spLocks noChangeAspect="1"/>
              </p:cNvSpPr>
              <p:nvPr/>
            </p:nvSpPr>
            <p:spPr>
              <a:xfrm flipH="1">
                <a:off x="543660" y="2429495"/>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99" name="Oval 98">
                <a:extLst>
                  <a:ext uri="{FF2B5EF4-FFF2-40B4-BE49-F238E27FC236}">
                    <a16:creationId xmlns:a16="http://schemas.microsoft.com/office/drawing/2014/main" id="{6EA7D700-8647-5B4B-81F4-687A1F89187B}"/>
                  </a:ext>
                </a:extLst>
              </p:cNvPr>
              <p:cNvSpPr>
                <a:spLocks noChangeAspect="1"/>
              </p:cNvSpPr>
              <p:nvPr/>
            </p:nvSpPr>
            <p:spPr>
              <a:xfrm flipH="1">
                <a:off x="699478" y="2695814"/>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0" name="Oval 99">
                <a:extLst>
                  <a:ext uri="{FF2B5EF4-FFF2-40B4-BE49-F238E27FC236}">
                    <a16:creationId xmlns:a16="http://schemas.microsoft.com/office/drawing/2014/main" id="{79ED7534-4657-E04E-A6AB-C0A8060B6F02}"/>
                  </a:ext>
                </a:extLst>
              </p:cNvPr>
              <p:cNvSpPr>
                <a:spLocks noChangeAspect="1"/>
              </p:cNvSpPr>
              <p:nvPr/>
            </p:nvSpPr>
            <p:spPr>
              <a:xfrm flipH="1">
                <a:off x="999868" y="216397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1" name="Oval 100">
                <a:extLst>
                  <a:ext uri="{FF2B5EF4-FFF2-40B4-BE49-F238E27FC236}">
                    <a16:creationId xmlns:a16="http://schemas.microsoft.com/office/drawing/2014/main" id="{E04667FB-ACC3-0944-9613-C31D05866C39}"/>
                  </a:ext>
                </a:extLst>
              </p:cNvPr>
              <p:cNvSpPr>
                <a:spLocks noChangeAspect="1"/>
              </p:cNvSpPr>
              <p:nvPr/>
            </p:nvSpPr>
            <p:spPr>
              <a:xfrm flipH="1">
                <a:off x="1156812" y="2428308"/>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2" name="Oval 101">
                <a:extLst>
                  <a:ext uri="{FF2B5EF4-FFF2-40B4-BE49-F238E27FC236}">
                    <a16:creationId xmlns:a16="http://schemas.microsoft.com/office/drawing/2014/main" id="{A85C370B-79C4-784C-AFBF-CF7B9462836F}"/>
                  </a:ext>
                </a:extLst>
              </p:cNvPr>
              <p:cNvSpPr>
                <a:spLocks noChangeAspect="1"/>
              </p:cNvSpPr>
              <p:nvPr/>
            </p:nvSpPr>
            <p:spPr>
              <a:xfrm flipH="1">
                <a:off x="1007587" y="26935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96" name="Oval 95">
              <a:extLst>
                <a:ext uri="{FF2B5EF4-FFF2-40B4-BE49-F238E27FC236}">
                  <a16:creationId xmlns:a16="http://schemas.microsoft.com/office/drawing/2014/main" id="{2F4E1655-B051-F046-8697-AF9C947AA181}"/>
                </a:ext>
              </a:extLst>
            </p:cNvPr>
            <p:cNvSpPr>
              <a:spLocks noChangeAspect="1"/>
            </p:cNvSpPr>
            <p:nvPr/>
          </p:nvSpPr>
          <p:spPr>
            <a:xfrm flipH="1">
              <a:off x="2197431" y="6104966"/>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03" name="Group 102">
            <a:extLst>
              <a:ext uri="{FF2B5EF4-FFF2-40B4-BE49-F238E27FC236}">
                <a16:creationId xmlns:a16="http://schemas.microsoft.com/office/drawing/2014/main" id="{FA4555A0-3EB6-864E-A767-4A19DBC9B56B}"/>
              </a:ext>
            </a:extLst>
          </p:cNvPr>
          <p:cNvGrpSpPr/>
          <p:nvPr/>
        </p:nvGrpSpPr>
        <p:grpSpPr>
          <a:xfrm>
            <a:off x="2663045" y="1442850"/>
            <a:ext cx="917709" cy="834410"/>
            <a:chOff x="5695681" y="2333562"/>
            <a:chExt cx="917709" cy="834410"/>
          </a:xfrm>
        </p:grpSpPr>
        <p:grpSp>
          <p:nvGrpSpPr>
            <p:cNvPr id="104" name="Group 103">
              <a:extLst>
                <a:ext uri="{FF2B5EF4-FFF2-40B4-BE49-F238E27FC236}">
                  <a16:creationId xmlns:a16="http://schemas.microsoft.com/office/drawing/2014/main" id="{C8825989-BA0A-2044-BEFD-09BB5BC6D6EE}"/>
                </a:ext>
              </a:extLst>
            </p:cNvPr>
            <p:cNvGrpSpPr/>
            <p:nvPr/>
          </p:nvGrpSpPr>
          <p:grpSpPr>
            <a:xfrm flipH="1">
              <a:off x="5695681" y="2333562"/>
              <a:ext cx="917709" cy="834410"/>
              <a:chOff x="2223071" y="1895856"/>
              <a:chExt cx="917709" cy="834410"/>
            </a:xfrm>
          </p:grpSpPr>
          <p:sp>
            <p:nvSpPr>
              <p:cNvPr id="106" name="Oval 105">
                <a:extLst>
                  <a:ext uri="{FF2B5EF4-FFF2-40B4-BE49-F238E27FC236}">
                    <a16:creationId xmlns:a16="http://schemas.microsoft.com/office/drawing/2014/main" id="{AEE0DDA4-B295-1E4E-A769-587F2FF48E73}"/>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7" name="Oval 106">
                <a:extLst>
                  <a:ext uri="{FF2B5EF4-FFF2-40B4-BE49-F238E27FC236}">
                    <a16:creationId xmlns:a16="http://schemas.microsoft.com/office/drawing/2014/main" id="{85451316-6F58-6E41-96D7-2D9FE53001E4}"/>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8" name="Oval 107">
                <a:extLst>
                  <a:ext uri="{FF2B5EF4-FFF2-40B4-BE49-F238E27FC236}">
                    <a16:creationId xmlns:a16="http://schemas.microsoft.com/office/drawing/2014/main" id="{924B29CD-E226-0445-BF99-8C5DA41A4DB0}"/>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09" name="Oval 108">
                <a:extLst>
                  <a:ext uri="{FF2B5EF4-FFF2-40B4-BE49-F238E27FC236}">
                    <a16:creationId xmlns:a16="http://schemas.microsoft.com/office/drawing/2014/main" id="{ED8B1CE0-EC4B-DD4F-B97C-9C5BF71B4AA1}"/>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0" name="Oval 109">
                <a:extLst>
                  <a:ext uri="{FF2B5EF4-FFF2-40B4-BE49-F238E27FC236}">
                    <a16:creationId xmlns:a16="http://schemas.microsoft.com/office/drawing/2014/main" id="{865AAF85-5D5B-6B43-8C49-D80085928638}"/>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1" name="Oval 110">
                <a:extLst>
                  <a:ext uri="{FF2B5EF4-FFF2-40B4-BE49-F238E27FC236}">
                    <a16:creationId xmlns:a16="http://schemas.microsoft.com/office/drawing/2014/main" id="{8C753C99-E97C-934C-9EBE-A8B4C6C73E0F}"/>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05" name="Oval 104">
              <a:extLst>
                <a:ext uri="{FF2B5EF4-FFF2-40B4-BE49-F238E27FC236}">
                  <a16:creationId xmlns:a16="http://schemas.microsoft.com/office/drawing/2014/main" id="{AA8D8545-017A-084F-84FA-F1DB7C07A51A}"/>
                </a:ext>
              </a:extLst>
            </p:cNvPr>
            <p:cNvSpPr>
              <a:spLocks noChangeAspect="1"/>
            </p:cNvSpPr>
            <p:nvPr/>
          </p:nvSpPr>
          <p:spPr>
            <a:xfrm>
              <a:off x="6001995" y="2598231"/>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12" name="Group 111">
            <a:extLst>
              <a:ext uri="{FF2B5EF4-FFF2-40B4-BE49-F238E27FC236}">
                <a16:creationId xmlns:a16="http://schemas.microsoft.com/office/drawing/2014/main" id="{29999E9C-4F21-4743-9CFC-A97BE30B9FAC}"/>
              </a:ext>
            </a:extLst>
          </p:cNvPr>
          <p:cNvGrpSpPr/>
          <p:nvPr/>
        </p:nvGrpSpPr>
        <p:grpSpPr>
          <a:xfrm>
            <a:off x="8394918" y="4939057"/>
            <a:ext cx="917709" cy="834410"/>
            <a:chOff x="5698856" y="2333562"/>
            <a:chExt cx="917709" cy="834410"/>
          </a:xfrm>
        </p:grpSpPr>
        <p:grpSp>
          <p:nvGrpSpPr>
            <p:cNvPr id="113" name="Group 112">
              <a:extLst>
                <a:ext uri="{FF2B5EF4-FFF2-40B4-BE49-F238E27FC236}">
                  <a16:creationId xmlns:a16="http://schemas.microsoft.com/office/drawing/2014/main" id="{26FD286F-7F4D-9342-AA22-FC2CE32CD976}"/>
                </a:ext>
              </a:extLst>
            </p:cNvPr>
            <p:cNvGrpSpPr/>
            <p:nvPr/>
          </p:nvGrpSpPr>
          <p:grpSpPr>
            <a:xfrm flipH="1">
              <a:off x="5698856" y="2333562"/>
              <a:ext cx="917709" cy="834410"/>
              <a:chOff x="2223071" y="1895856"/>
              <a:chExt cx="917709" cy="834410"/>
            </a:xfrm>
          </p:grpSpPr>
          <p:sp>
            <p:nvSpPr>
              <p:cNvPr id="115" name="Oval 114">
                <a:extLst>
                  <a:ext uri="{FF2B5EF4-FFF2-40B4-BE49-F238E27FC236}">
                    <a16:creationId xmlns:a16="http://schemas.microsoft.com/office/drawing/2014/main" id="{DCBA9B66-CBA5-EB41-A6D2-32232FED1F47}"/>
                  </a:ext>
                </a:extLst>
              </p:cNvPr>
              <p:cNvSpPr>
                <a:spLocks noChangeAspect="1"/>
              </p:cNvSpPr>
              <p:nvPr/>
            </p:nvSpPr>
            <p:spPr>
              <a:xfrm flipH="1">
                <a:off x="2679036" y="189585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6" name="Oval 115">
                <a:extLst>
                  <a:ext uri="{FF2B5EF4-FFF2-40B4-BE49-F238E27FC236}">
                    <a16:creationId xmlns:a16="http://schemas.microsoft.com/office/drawing/2014/main" id="{10FEF628-BDBE-9142-8392-85961D3811AC}"/>
                  </a:ext>
                </a:extLst>
              </p:cNvPr>
              <p:cNvSpPr>
                <a:spLocks noChangeAspect="1"/>
              </p:cNvSpPr>
              <p:nvPr/>
            </p:nvSpPr>
            <p:spPr>
              <a:xfrm flipH="1">
                <a:off x="2378537" y="189585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7" name="Oval 116">
                <a:extLst>
                  <a:ext uri="{FF2B5EF4-FFF2-40B4-BE49-F238E27FC236}">
                    <a16:creationId xmlns:a16="http://schemas.microsoft.com/office/drawing/2014/main" id="{5367531B-3718-B74E-AA1B-2E1653A4E51C}"/>
                  </a:ext>
                </a:extLst>
              </p:cNvPr>
              <p:cNvSpPr>
                <a:spLocks noChangeAspect="1"/>
              </p:cNvSpPr>
              <p:nvPr/>
            </p:nvSpPr>
            <p:spPr>
              <a:xfrm flipH="1">
                <a:off x="2835980" y="2160187"/>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8" name="Oval 117">
                <a:extLst>
                  <a:ext uri="{FF2B5EF4-FFF2-40B4-BE49-F238E27FC236}">
                    <a16:creationId xmlns:a16="http://schemas.microsoft.com/office/drawing/2014/main" id="{CD66D9B1-5DD5-4B42-9E9E-AE566717698E}"/>
                  </a:ext>
                </a:extLst>
              </p:cNvPr>
              <p:cNvSpPr>
                <a:spLocks noChangeAspect="1"/>
              </p:cNvSpPr>
              <p:nvPr/>
            </p:nvSpPr>
            <p:spPr>
              <a:xfrm flipH="1">
                <a:off x="2223071" y="2160187"/>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19" name="Oval 118">
                <a:extLst>
                  <a:ext uri="{FF2B5EF4-FFF2-40B4-BE49-F238E27FC236}">
                    <a16:creationId xmlns:a16="http://schemas.microsoft.com/office/drawing/2014/main" id="{168D2928-FF5C-644C-98EE-73D3BA143EC9}"/>
                  </a:ext>
                </a:extLst>
              </p:cNvPr>
              <p:cNvSpPr>
                <a:spLocks noChangeAspect="1"/>
              </p:cNvSpPr>
              <p:nvPr/>
            </p:nvSpPr>
            <p:spPr>
              <a:xfrm flipH="1">
                <a:off x="2686755" y="2425466"/>
                <a:ext cx="304800" cy="304800"/>
              </a:xfrm>
              <a:prstGeom prst="ellipse">
                <a:avLst/>
              </a:prstGeom>
              <a:solidFill>
                <a:srgbClr val="0070C0"/>
              </a:solidFill>
            </p:spPr>
            <p:txBody>
              <a:bodyPr wrap="none" lIns="0"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0" name="Oval 119">
                <a:extLst>
                  <a:ext uri="{FF2B5EF4-FFF2-40B4-BE49-F238E27FC236}">
                    <a16:creationId xmlns:a16="http://schemas.microsoft.com/office/drawing/2014/main" id="{AFD156BB-9242-0E46-9126-96C9578EF82D}"/>
                  </a:ext>
                </a:extLst>
              </p:cNvPr>
              <p:cNvSpPr>
                <a:spLocks noChangeAspect="1"/>
              </p:cNvSpPr>
              <p:nvPr/>
            </p:nvSpPr>
            <p:spPr>
              <a:xfrm flipH="1">
                <a:off x="2378537" y="2425466"/>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14" name="Oval 113">
              <a:extLst>
                <a:ext uri="{FF2B5EF4-FFF2-40B4-BE49-F238E27FC236}">
                  <a16:creationId xmlns:a16="http://schemas.microsoft.com/office/drawing/2014/main" id="{2CF68CF0-4127-804A-A429-7933C4F45F36}"/>
                </a:ext>
              </a:extLst>
            </p:cNvPr>
            <p:cNvSpPr>
              <a:spLocks noChangeAspect="1"/>
            </p:cNvSpPr>
            <p:nvPr/>
          </p:nvSpPr>
          <p:spPr>
            <a:xfrm flipH="1">
              <a:off x="6005159" y="2599052"/>
              <a:ext cx="304800" cy="304800"/>
            </a:xfrm>
            <a:prstGeom prst="ellipse">
              <a:avLst/>
            </a:prstGeom>
            <a:solidFill>
              <a:schemeClr val="bg1"/>
            </a:solidFill>
            <a:ln>
              <a:solidFill>
                <a:schemeClr val="tx1"/>
              </a:solidFill>
            </a:ln>
          </p:spPr>
          <p:txBody>
            <a:bodyPr wrap="none" lIns="0" tIns="0" rIns="0" bIns="0" rtlCol="0" anchor="ctr">
              <a:noAutofit/>
            </a:bodyPr>
            <a:lstStyle/>
            <a:p>
              <a:pPr algn="ctr"/>
              <a:r>
                <a:rPr lang="en-US" sz="2400" b="1" dirty="0">
                  <a:latin typeface="Helvetica Neue" panose="02000503000000020004" pitchFamily="2" charset="0"/>
                  <a:ea typeface="Helvetica Neue" panose="02000503000000020004" pitchFamily="2" charset="0"/>
                  <a:cs typeface="Helvetica Neue" panose="02000503000000020004" pitchFamily="2" charset="0"/>
                </a:rPr>
                <a:t>↖︎</a:t>
              </a:r>
            </a:p>
          </p:txBody>
        </p:sp>
      </p:grpSp>
      <p:grpSp>
        <p:nvGrpSpPr>
          <p:cNvPr id="121" name="Group 120">
            <a:extLst>
              <a:ext uri="{FF2B5EF4-FFF2-40B4-BE49-F238E27FC236}">
                <a16:creationId xmlns:a16="http://schemas.microsoft.com/office/drawing/2014/main" id="{F5A16FF2-FA3C-4A4C-8242-4398DC859ADB}"/>
              </a:ext>
            </a:extLst>
          </p:cNvPr>
          <p:cNvGrpSpPr/>
          <p:nvPr/>
        </p:nvGrpSpPr>
        <p:grpSpPr>
          <a:xfrm>
            <a:off x="8394918" y="1483795"/>
            <a:ext cx="917709" cy="834410"/>
            <a:chOff x="9378521" y="5850565"/>
            <a:chExt cx="917709" cy="834410"/>
          </a:xfrm>
        </p:grpSpPr>
        <p:grpSp>
          <p:nvGrpSpPr>
            <p:cNvPr id="122" name="Group 121">
              <a:extLst>
                <a:ext uri="{FF2B5EF4-FFF2-40B4-BE49-F238E27FC236}">
                  <a16:creationId xmlns:a16="http://schemas.microsoft.com/office/drawing/2014/main" id="{07FF67AB-4706-8B4A-8B64-6782C2FACC29}"/>
                </a:ext>
              </a:extLst>
            </p:cNvPr>
            <p:cNvGrpSpPr/>
            <p:nvPr/>
          </p:nvGrpSpPr>
          <p:grpSpPr>
            <a:xfrm>
              <a:off x="9378521" y="5850565"/>
              <a:ext cx="917709" cy="834410"/>
              <a:chOff x="2303867" y="2030011"/>
              <a:chExt cx="917709" cy="834410"/>
            </a:xfrm>
          </p:grpSpPr>
          <p:sp>
            <p:nvSpPr>
              <p:cNvPr id="124" name="Oval 123">
                <a:extLst>
                  <a:ext uri="{FF2B5EF4-FFF2-40B4-BE49-F238E27FC236}">
                    <a16:creationId xmlns:a16="http://schemas.microsoft.com/office/drawing/2014/main" id="{065BCCD6-DD13-0247-ACE8-72CB14541BC6}"/>
                  </a:ext>
                </a:extLst>
              </p:cNvPr>
              <p:cNvSpPr>
                <a:spLocks noChangeAspect="1"/>
              </p:cNvSpPr>
              <p:nvPr/>
            </p:nvSpPr>
            <p:spPr>
              <a:xfrm>
                <a:off x="2459333" y="2032595"/>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5" name="Oval 124">
                <a:extLst>
                  <a:ext uri="{FF2B5EF4-FFF2-40B4-BE49-F238E27FC236}">
                    <a16:creationId xmlns:a16="http://schemas.microsoft.com/office/drawing/2014/main" id="{50C707FB-32FE-AA4A-84F1-AD18547D6096}"/>
                  </a:ext>
                </a:extLst>
              </p:cNvPr>
              <p:cNvSpPr>
                <a:spLocks noChangeAspect="1"/>
              </p:cNvSpPr>
              <p:nvPr/>
            </p:nvSpPr>
            <p:spPr>
              <a:xfrm>
                <a:off x="2303867" y="2295290"/>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6" name="Oval 125">
                <a:extLst>
                  <a:ext uri="{FF2B5EF4-FFF2-40B4-BE49-F238E27FC236}">
                    <a16:creationId xmlns:a16="http://schemas.microsoft.com/office/drawing/2014/main" id="{12A0C0EF-63CD-E547-B825-1FCE20F89CEC}"/>
                  </a:ext>
                </a:extLst>
              </p:cNvPr>
              <p:cNvSpPr>
                <a:spLocks noChangeAspect="1"/>
              </p:cNvSpPr>
              <p:nvPr/>
            </p:nvSpPr>
            <p:spPr>
              <a:xfrm>
                <a:off x="2453201"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7" name="Oval 126">
                <a:extLst>
                  <a:ext uri="{FF2B5EF4-FFF2-40B4-BE49-F238E27FC236}">
                    <a16:creationId xmlns:a16="http://schemas.microsoft.com/office/drawing/2014/main" id="{5D8F3A5F-5787-7645-B755-F429F2A52803}"/>
                  </a:ext>
                </a:extLst>
              </p:cNvPr>
              <p:cNvSpPr>
                <a:spLocks noChangeAspect="1"/>
              </p:cNvSpPr>
              <p:nvPr/>
            </p:nvSpPr>
            <p:spPr>
              <a:xfrm>
                <a:off x="2761310" y="203001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8" name="Oval 127">
                <a:extLst>
                  <a:ext uri="{FF2B5EF4-FFF2-40B4-BE49-F238E27FC236}">
                    <a16:creationId xmlns:a16="http://schemas.microsoft.com/office/drawing/2014/main" id="{45746505-188B-F144-ACF9-ECA990BB52FD}"/>
                  </a:ext>
                </a:extLst>
              </p:cNvPr>
              <p:cNvSpPr>
                <a:spLocks noChangeAspect="1"/>
              </p:cNvSpPr>
              <p:nvPr/>
            </p:nvSpPr>
            <p:spPr>
              <a:xfrm>
                <a:off x="2916776" y="2294342"/>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29" name="Oval 128">
                <a:extLst>
                  <a:ext uri="{FF2B5EF4-FFF2-40B4-BE49-F238E27FC236}">
                    <a16:creationId xmlns:a16="http://schemas.microsoft.com/office/drawing/2014/main" id="{4626BCA7-502B-FE40-BCB8-6069F828A8E3}"/>
                  </a:ext>
                </a:extLst>
              </p:cNvPr>
              <p:cNvSpPr>
                <a:spLocks noChangeAspect="1"/>
              </p:cNvSpPr>
              <p:nvPr/>
            </p:nvSpPr>
            <p:spPr>
              <a:xfrm>
                <a:off x="2761310" y="2559621"/>
                <a:ext cx="304800" cy="304800"/>
              </a:xfrm>
              <a:prstGeom prst="ellipse">
                <a:avLst/>
              </a:prstGeom>
              <a:solidFill>
                <a:srgbClr val="FF0000"/>
              </a:solidFill>
            </p:spPr>
            <p:txBody>
              <a:bodyPr wrap="none" lIns="9144" tIns="0" rIns="0" bIns="82296"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
          <p:nvSpPr>
            <p:cNvPr id="123" name="Oval 122">
              <a:extLst>
                <a:ext uri="{FF2B5EF4-FFF2-40B4-BE49-F238E27FC236}">
                  <a16:creationId xmlns:a16="http://schemas.microsoft.com/office/drawing/2014/main" id="{AF02A569-7D7A-6748-A84D-F97B893B760B}"/>
                </a:ext>
              </a:extLst>
            </p:cNvPr>
            <p:cNvSpPr>
              <a:spLocks noChangeAspect="1"/>
            </p:cNvSpPr>
            <p:nvPr/>
          </p:nvSpPr>
          <p:spPr>
            <a:xfrm>
              <a:off x="9682371" y="6115405"/>
              <a:ext cx="304800" cy="304800"/>
            </a:xfrm>
            <a:prstGeom prst="ellipse">
              <a:avLst/>
            </a:prstGeom>
            <a:solidFill>
              <a:schemeClr val="tx1"/>
            </a:solidFill>
          </p:spPr>
          <p:txBody>
            <a:bodyPr wrap="none" lIns="0" tIns="0" rIns="0" bIns="0" rtlCol="0" anchor="ctr">
              <a:noAutofit/>
            </a:bodyPr>
            <a:lstStyle/>
            <a:p>
              <a:pPr algn="ctr"/>
              <a:r>
                <a:rPr lang="en-US" sz="2400"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t>
              </a:r>
            </a:p>
          </p:txBody>
        </p:sp>
      </p:grpSp>
    </p:spTree>
    <p:extLst>
      <p:ext uri="{BB962C8B-B14F-4D97-AF65-F5344CB8AC3E}">
        <p14:creationId xmlns:p14="http://schemas.microsoft.com/office/powerpoint/2010/main" val="520173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CCB35EE1-6AE7-4DA5-D171-6CCBFEBD6521}"/>
              </a:ext>
            </a:extLst>
          </p:cNvPr>
          <p:cNvGraphicFramePr>
            <a:graphicFrameLocks noGrp="1"/>
          </p:cNvGraphicFramePr>
          <p:nvPr/>
        </p:nvGraphicFramePr>
        <p:xfrm>
          <a:off x="0" y="2"/>
          <a:ext cx="12192000" cy="6857998"/>
        </p:xfrm>
        <a:graphic>
          <a:graphicData uri="http://schemas.openxmlformats.org/drawingml/2006/table">
            <a:tbl>
              <a:tblPr firstRow="1" bandRow="1"/>
              <a:tblGrid>
                <a:gridCol w="3374571">
                  <a:extLst>
                    <a:ext uri="{9D8B030D-6E8A-4147-A177-3AD203B41FA5}">
                      <a16:colId xmlns:a16="http://schemas.microsoft.com/office/drawing/2014/main" val="2048137455"/>
                    </a:ext>
                  </a:extLst>
                </a:gridCol>
                <a:gridCol w="574342">
                  <a:extLst>
                    <a:ext uri="{9D8B030D-6E8A-4147-A177-3AD203B41FA5}">
                      <a16:colId xmlns:a16="http://schemas.microsoft.com/office/drawing/2014/main" val="2091083170"/>
                    </a:ext>
                  </a:extLst>
                </a:gridCol>
                <a:gridCol w="2618801">
                  <a:extLst>
                    <a:ext uri="{9D8B030D-6E8A-4147-A177-3AD203B41FA5}">
                      <a16:colId xmlns:a16="http://schemas.microsoft.com/office/drawing/2014/main" val="1304977377"/>
                    </a:ext>
                  </a:extLst>
                </a:gridCol>
                <a:gridCol w="1580966">
                  <a:extLst>
                    <a:ext uri="{9D8B030D-6E8A-4147-A177-3AD203B41FA5}">
                      <a16:colId xmlns:a16="http://schemas.microsoft.com/office/drawing/2014/main" val="1990909359"/>
                    </a:ext>
                  </a:extLst>
                </a:gridCol>
                <a:gridCol w="1104177">
                  <a:extLst>
                    <a:ext uri="{9D8B030D-6E8A-4147-A177-3AD203B41FA5}">
                      <a16:colId xmlns:a16="http://schemas.microsoft.com/office/drawing/2014/main" val="1516556801"/>
                    </a:ext>
                  </a:extLst>
                </a:gridCol>
                <a:gridCol w="1879600">
                  <a:extLst>
                    <a:ext uri="{9D8B030D-6E8A-4147-A177-3AD203B41FA5}">
                      <a16:colId xmlns:a16="http://schemas.microsoft.com/office/drawing/2014/main" val="3212616125"/>
                    </a:ext>
                  </a:extLst>
                </a:gridCol>
                <a:gridCol w="1059543">
                  <a:extLst>
                    <a:ext uri="{9D8B030D-6E8A-4147-A177-3AD203B41FA5}">
                      <a16:colId xmlns:a16="http://schemas.microsoft.com/office/drawing/2014/main" val="3679545389"/>
                    </a:ext>
                  </a:extLst>
                </a:gridCol>
              </a:tblGrid>
              <a:tr h="678951">
                <a:tc gridSpan="7">
                  <a:txBody>
                    <a:bodyPr/>
                    <a:lstStyle/>
                    <a:p>
                      <a:pPr algn="ctr"/>
                      <a:r>
                        <a:rPr lang="en-US" sz="24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Nature and the Universe: A Neoclassical Dynamical Geometry of Point Potentials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3143999181"/>
                  </a:ext>
                </a:extLst>
              </a:tr>
              <a:tr h="857764">
                <a:tc>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Bosons</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and exotic assemblies.</a:t>
                      </a:r>
                    </a:p>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Emission superposition =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wave equation.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a:t>
                      </a:r>
                      <a:endPar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gridSpan="2">
                  <a:txBody>
                    <a:bodyPr/>
                    <a:lstStyle/>
                    <a:p>
                      <a:pPr algn="ctr"/>
                      <a:r>
                        <a:rPr lang="en-US" sz="1200" b="0" i="0" dirty="0">
                          <a:solidFill>
                            <a:schemeClr val="bg1"/>
                          </a:solidFill>
                          <a:latin typeface="Helvetica Neue Light" panose="02000403000000020004" pitchFamily="2" charset="0"/>
                          <a:ea typeface="Helvetica Neue Light" panose="02000403000000020004" pitchFamily="2" charset="0"/>
                        </a:rPr>
                        <a:t>“Dark Photon” </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emissions from black hole surface and jets. Extremely shielded, coupled, Noether cores, geometry like a photon? </a:t>
                      </a:r>
                      <a:r>
                        <a:rPr lang="en-US" sz="1200" b="0" i="0" dirty="0">
                          <a:solidFill>
                            <a:srgbClr val="FFC000"/>
                          </a:solidFill>
                          <a:latin typeface="Helvetica Neue Light" panose="02000403000000020004" pitchFamily="2" charset="0"/>
                          <a:ea typeface="Helvetica Neue Light" panose="02000403000000020004" pitchFamily="2" charset="0"/>
                        </a:rPr>
                        <a:t>No Big Bang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2">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Photon</a:t>
                      </a:r>
                    </a:p>
                    <a:p>
                      <a:pPr algn="ctr"/>
                      <a:r>
                        <a:rPr lang="en-US" sz="1200" b="0" i="0" dirty="0">
                          <a:solidFill>
                            <a:schemeClr val="bg1"/>
                          </a:solidFill>
                          <a:latin typeface="Helvetica Neue Light" panose="02000403000000020004" pitchFamily="2" charset="0"/>
                          <a:ea typeface="Helvetica Neue Light" panose="02000403000000020004" pitchFamily="2" charset="0"/>
                        </a:rPr>
                        <a:t>Contra rotating planar pro and anti Noether cores with variable |v| </a:t>
                      </a:r>
                      <a:r>
                        <a:rPr lang="en-US" sz="1200" b="0" i="0" dirty="0">
                          <a:solidFill>
                            <a:srgbClr val="FFC000"/>
                          </a:solidFill>
                          <a:latin typeface="Helvetica Neue Light" panose="02000403000000020004" pitchFamily="2" charset="0"/>
                          <a:ea typeface="Helvetica Neue Light" panose="02000403000000020004" pitchFamily="2" charset="0"/>
                        </a:rPr>
                        <a:t>perceived as “c”</a:t>
                      </a:r>
                      <a:r>
                        <a:rPr lang="en-US" sz="1200" b="0" i="0" dirty="0">
                          <a:solidFill>
                            <a:schemeClr val="bg1"/>
                          </a:solidFill>
                          <a:latin typeface="Helvetica Neue Light" panose="02000403000000020004" pitchFamily="2" charset="0"/>
                          <a:ea typeface="Helvetica Neue Light" panose="02000403000000020004" pitchFamily="2" charset="0"/>
                        </a:rPr>
                        <a:t> inside spacetime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err="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Ws</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 and Z</a:t>
                      </a:r>
                      <a:b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Ephemeral quasi assemblies in </a:t>
                      </a:r>
                      <a:r>
                        <a:rPr lang="en-US" sz="1200" b="0" i="0" dirty="0">
                          <a:solidFill>
                            <a:srgbClr val="FFC000"/>
                          </a:solidFill>
                          <a:latin typeface="Helvetica Neue Light" panose="02000403000000020004" pitchFamily="2" charset="0"/>
                          <a:ea typeface="Helvetica Neue Light" panose="02000403000000020004" pitchFamily="2" charset="0"/>
                        </a:rPr>
                        <a:t>transmutation</a:t>
                      </a:r>
                      <a:r>
                        <a:rPr lang="en-US" sz="1200" b="0" i="0" dirty="0">
                          <a:solidFill>
                            <a:schemeClr val="bg1"/>
                          </a:solidFill>
                          <a:latin typeface="Helvetica Neue Light" panose="02000403000000020004" pitchFamily="2" charset="0"/>
                          <a:ea typeface="Helvetica Neue Light" panose="02000403000000020004" pitchFamily="2" charset="0"/>
                        </a:rPr>
                        <a:t> reactions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a:txBody>
                    <a:bodyPr/>
                    <a:lstStyle/>
                    <a:p>
                      <a:pPr algn="ctr"/>
                      <a:r>
                        <a:rPr lang="en-US" sz="1200" b="0" i="0" dirty="0">
                          <a:solidFill>
                            <a:schemeClr val="bg1"/>
                          </a:solidFill>
                          <a:latin typeface="Helvetica Neue Light" panose="02000403000000020004" pitchFamily="2" charset="0"/>
                          <a:ea typeface="Helvetica Neue Light" panose="02000403000000020004" pitchFamily="2" charset="0"/>
                        </a:rPr>
                        <a:t>Exotics</a:t>
                      </a:r>
                    </a:p>
                    <a:p>
                      <a:pPr algn="ctr"/>
                      <a:r>
                        <a:rPr lang="en-US" sz="1200" b="0" i="0" dirty="0">
                          <a:solidFill>
                            <a:schemeClr val="bg1"/>
                          </a:solidFill>
                          <a:latin typeface="Helvetica Neue Light" panose="02000403000000020004" pitchFamily="2" charset="0"/>
                          <a:ea typeface="Helvetica Neue Light" panose="02000403000000020004" pitchFamily="2" charset="0"/>
                        </a:rPr>
                        <a:t>Mesons, etc. </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See PDG.</a:t>
                      </a:r>
                    </a:p>
                    <a:p>
                      <a:pPr algn="ctr"/>
                      <a:endParaRPr lang="en-US" sz="1200" b="0" i="0" dirty="0">
                        <a:solidFill>
                          <a:schemeClr val="bg1"/>
                        </a:solidFill>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extLst>
                  <a:ext uri="{0D108BD9-81ED-4DB2-BD59-A6C34878D82A}">
                    <a16:rowId xmlns:a16="http://schemas.microsoft.com/office/drawing/2014/main" val="1599561764"/>
                  </a:ext>
                </a:extLst>
              </a:tr>
              <a:tr h="667149">
                <a:tc>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Fermion</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assemblies with six personality potentials in poles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(weak force mapping).</a:t>
                      </a:r>
                    </a:p>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Emission superposition =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wave equation.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a:t>
                      </a:r>
                      <a:endPar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gridSpan="2">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Up</a:t>
                      </a:r>
                      <a:r>
                        <a:rPr lang="en-US" sz="1200" b="0" i="0" dirty="0">
                          <a:solidFill>
                            <a:schemeClr val="bg1"/>
                          </a:solidFill>
                          <a:latin typeface="Helvetica Neue Light" panose="02000403000000020004" pitchFamily="2" charset="0"/>
                          <a:ea typeface="Helvetica Neue Light" panose="02000403000000020004" pitchFamily="2" charset="0"/>
                        </a:rPr>
                        <a:t> quark family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Helvetica Neue Light" panose="02000403000000020004" pitchFamily="2" charset="0"/>
                          <a:ea typeface="Helvetica Neue Light" panose="02000403000000020004" pitchFamily="2" charset="0"/>
                        </a:rPr>
                        <a:t>Bi-binary nucleus = Gen II</a:t>
                      </a:r>
                    </a:p>
                    <a:p>
                      <a:pPr algn="ctr"/>
                      <a:r>
                        <a:rPr lang="en-US" sz="1200" b="0" i="0" dirty="0">
                          <a:solidFill>
                            <a:schemeClr val="bg1"/>
                          </a:solidFill>
                          <a:latin typeface="Helvetica Neue Light" panose="02000403000000020004" pitchFamily="2" charset="0"/>
                          <a:ea typeface="Helvetica Neue Light" panose="02000403000000020004" pitchFamily="2" charset="0"/>
                        </a:rPr>
                        <a:t>Binary nucleus = Gen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Down</a:t>
                      </a:r>
                      <a:r>
                        <a:rPr lang="en-US" sz="1200" b="0" i="0" dirty="0">
                          <a:solidFill>
                            <a:schemeClr val="bg1"/>
                          </a:solidFill>
                          <a:latin typeface="Helvetica Neue Light" panose="02000403000000020004" pitchFamily="2" charset="0"/>
                          <a:ea typeface="Helvetica Neue Light" panose="02000403000000020004" pitchFamily="2" charset="0"/>
                        </a:rPr>
                        <a:t> quark family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Bi-binary nucleus = Gen II</a:t>
                      </a:r>
                    </a:p>
                    <a:p>
                      <a:pPr algn="ctr"/>
                      <a:r>
                        <a:rPr lang="en-US" sz="1200" b="0" i="0" dirty="0">
                          <a:solidFill>
                            <a:schemeClr val="bg1"/>
                          </a:solidFill>
                          <a:latin typeface="Helvetica Neue Light" panose="02000403000000020004" pitchFamily="2" charset="0"/>
                          <a:ea typeface="Helvetica Neue Light" panose="02000403000000020004" pitchFamily="2" charset="0"/>
                        </a:rPr>
                        <a:t>Binary nucleus = Gen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Electron</a:t>
                      </a:r>
                      <a:r>
                        <a:rPr lang="en-US" sz="1200" b="0" i="0" dirty="0">
                          <a:solidFill>
                            <a:schemeClr val="bg1"/>
                          </a:solidFill>
                          <a:latin typeface="Helvetica Neue Light" panose="02000403000000020004" pitchFamily="2" charset="0"/>
                          <a:ea typeface="Helvetica Neue Light" panose="02000403000000020004" pitchFamily="2" charset="0"/>
                        </a:rPr>
                        <a:t> family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Bi-binary nucleus = Gen II</a:t>
                      </a:r>
                    </a:p>
                    <a:p>
                      <a:pPr algn="ctr"/>
                      <a:r>
                        <a:rPr lang="en-US" sz="1200" b="0" i="0" dirty="0">
                          <a:solidFill>
                            <a:schemeClr val="bg1"/>
                          </a:solidFill>
                          <a:latin typeface="Helvetica Neue Light" panose="02000403000000020004" pitchFamily="2" charset="0"/>
                          <a:ea typeface="Helvetica Neue Light" panose="02000403000000020004" pitchFamily="2" charset="0"/>
                        </a:rPr>
                        <a:t>Binary nucleus = Gen III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a:txBody>
                    <a:bodyPr/>
                    <a:lstStyle/>
                    <a:p>
                      <a:pPr algn="ctr"/>
                      <a:r>
                        <a:rPr lang="en-US" sz="1200" b="0" i="0" dirty="0">
                          <a:solidFill>
                            <a:schemeClr val="bg1"/>
                          </a:solidFill>
                          <a:latin typeface="Helvetica Neue Light" panose="02000403000000020004" pitchFamily="2" charset="0"/>
                          <a:ea typeface="Helvetica Neue Light" panose="02000403000000020004" pitchFamily="2" charset="0"/>
                        </a:rPr>
                        <a:t>Neutrino family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sym typeface="Wingdings" pitchFamily="2" charset="2"/>
                        </a:rPr>
                        <a:t> “Gen II, III”</a:t>
                      </a:r>
                      <a:endParaRPr lang="en-US" sz="1200" b="0" i="0" dirty="0">
                        <a:solidFill>
                          <a:schemeClr val="bg1"/>
                        </a:solidFill>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extLst>
                  <a:ext uri="{0D108BD9-81ED-4DB2-BD59-A6C34878D82A}">
                    <a16:rowId xmlns:a16="http://schemas.microsoft.com/office/drawing/2014/main" val="18481723"/>
                  </a:ext>
                </a:extLst>
              </a:tr>
              <a:tr h="476535">
                <a:tc gridSpan="7">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Einstein’s spacetime </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assemblies. </a:t>
                      </a:r>
                      <a:r>
                        <a:rPr lang="en-US" sz="1200" b="0" i="0" dirty="0">
                          <a:solidFill>
                            <a:schemeClr val="bg1"/>
                          </a:solidFill>
                          <a:latin typeface="Helvetica Neue Light" panose="02000403000000020004" pitchFamily="2" charset="0"/>
                          <a:ea typeface="Helvetica Neue Light" panose="02000403000000020004" pitchFamily="2" charset="0"/>
                        </a:rPr>
                        <a:t>Nestled Noether cores (two pro, two anti). Deformable with spacetime energy gradient (from excitation by mass) or from group velocity, oblateness maps to </a:t>
                      </a:r>
                      <a:r>
                        <a:rPr lang="en-US" sz="1200" b="0" i="0" dirty="0">
                          <a:solidFill>
                            <a:srgbClr val="FFC000"/>
                          </a:solidFill>
                          <a:latin typeface="Helvetica Neue Light" panose="02000403000000020004" pitchFamily="2" charset="0"/>
                          <a:ea typeface="Helvetica Neue Light" panose="02000403000000020004" pitchFamily="2" charset="0"/>
                        </a:rPr>
                        <a:t>Einstein’s variable time</a:t>
                      </a:r>
                      <a:r>
                        <a:rPr lang="en-US" sz="1200" b="0" i="0" dirty="0">
                          <a:solidFill>
                            <a:schemeClr val="bg1"/>
                          </a:solidFill>
                          <a:latin typeface="Helvetica Neue Light" panose="02000403000000020004" pitchFamily="2" charset="0"/>
                          <a:ea typeface="Helvetica Neue Light" panose="02000403000000020004" pitchFamily="2" charset="0"/>
                        </a:rPr>
                        <a:t>, </a:t>
                      </a:r>
                      <a:r>
                        <a:rPr lang="en-US" sz="1200" b="0" i="0" dirty="0">
                          <a:solidFill>
                            <a:srgbClr val="FFC000"/>
                          </a:solidFill>
                          <a:latin typeface="Helvetica Neue Light" panose="02000403000000020004" pitchFamily="2" charset="0"/>
                          <a:ea typeface="Helvetica Neue Light" panose="02000403000000020004" pitchFamily="2" charset="0"/>
                        </a:rPr>
                        <a:t>inflates/expands </a:t>
                      </a:r>
                      <a:r>
                        <a:rPr lang="en-US" sz="1200" b="0" i="0" dirty="0">
                          <a:solidFill>
                            <a:schemeClr val="bg1"/>
                          </a:solidFill>
                          <a:latin typeface="Helvetica Neue Light" panose="02000403000000020004" pitchFamily="2" charset="0"/>
                          <a:ea typeface="Helvetica Neue Light" panose="02000403000000020004" pitchFamily="2" charset="0"/>
                        </a:rPr>
                        <a:t>with decreasing energy, </a:t>
                      </a:r>
                      <a:r>
                        <a:rPr lang="en-US" sz="1200" b="0" i="0" dirty="0">
                          <a:solidFill>
                            <a:srgbClr val="FFC000"/>
                          </a:solidFill>
                          <a:latin typeface="Helvetica Neue Light" panose="02000403000000020004" pitchFamily="2" charset="0"/>
                          <a:ea typeface="Helvetica Neue Light" panose="02000403000000020004" pitchFamily="2" charset="0"/>
                        </a:rPr>
                        <a:t>contracts/deflates </a:t>
                      </a:r>
                      <a:r>
                        <a:rPr lang="en-US" sz="1200" b="0" i="0" dirty="0">
                          <a:solidFill>
                            <a:schemeClr val="bg1"/>
                          </a:solidFill>
                          <a:latin typeface="Helvetica Neue Light" panose="02000403000000020004" pitchFamily="2" charset="0"/>
                          <a:ea typeface="Helvetica Neue Light" panose="02000403000000020004" pitchFamily="2" charset="0"/>
                        </a:rPr>
                        <a:t>with increasing energy. Maps to </a:t>
                      </a:r>
                      <a:r>
                        <a:rPr lang="en-US" sz="1200" b="0" i="0" dirty="0">
                          <a:solidFill>
                            <a:srgbClr val="FFC000"/>
                          </a:solidFill>
                          <a:latin typeface="Helvetica Neue Light" panose="02000403000000020004" pitchFamily="2" charset="0"/>
                          <a:ea typeface="Helvetica Neue Light" panose="02000403000000020004" pitchFamily="2" charset="0"/>
                        </a:rPr>
                        <a:t>pair production, annihilation, quantum vacuum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2800452646"/>
                  </a:ext>
                </a:extLst>
              </a:tr>
              <a:tr h="841854">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Tri binary Noether core</a:t>
                      </a:r>
                      <a:r>
                        <a:rPr lang="en-US" sz="1200" b="0" i="0" dirty="0">
                          <a:solidFill>
                            <a:schemeClr val="bg1"/>
                          </a:solidFill>
                          <a:latin typeface="Helvetica Neue Light" panose="02000403000000020004" pitchFamily="2" charset="0"/>
                          <a:ea typeface="Helvetica Neue Light" panose="02000403000000020004" pitchFamily="2" charset="0"/>
                        </a:rPr>
                        <a:t>: Binary capture, stable in R4, high shielding by superposition, nucleus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gen I fermion, (L/R) spin ½ </a:t>
                      </a:r>
                      <a:r>
                        <a:rPr lang="en-US" sz="1200" b="0" i="0" dirty="0">
                          <a:solidFill>
                            <a:schemeClr val="bg1"/>
                          </a:solidFill>
                          <a:latin typeface="Helvetica Neue Light" panose="02000403000000020004" pitchFamily="2" charset="0"/>
                          <a:ea typeface="Helvetica Neue Light" panose="02000403000000020004" pitchFamily="2" charset="0"/>
                        </a:rPr>
                        <a:t>orbital angular momentum vectors </a:t>
                      </a:r>
                      <a:r>
                        <a:rPr lang="en-US" sz="1200" b="0" i="0" kern="1200" dirty="0">
                          <a:solidFill>
                            <a:schemeClr val="bg1"/>
                          </a:solidFill>
                          <a:latin typeface="Helvetica Neue Light" panose="02000403000000020004" pitchFamily="2" charset="0"/>
                          <a:ea typeface="Helvetica Neue Light" panose="02000403000000020004" pitchFamily="2" charset="0"/>
                          <a:cs typeface="+mn-cs"/>
                        </a:rPr>
                        <a:t>precession</a:t>
                      </a:r>
                      <a:r>
                        <a:rPr lang="en-US" sz="1200" b="0" i="0" dirty="0">
                          <a:solidFill>
                            <a:schemeClr val="bg1"/>
                          </a:solidFill>
                          <a:latin typeface="Helvetica Neue Light" panose="02000403000000020004" pitchFamily="2" charset="0"/>
                          <a:ea typeface="Helvetica Neue Light" panose="02000403000000020004" pitchFamily="2" charset="0"/>
                        </a:rPr>
                        <a:t>, </a:t>
                      </a:r>
                      <a:r>
                        <a:rPr lang="en-US" sz="1200" b="0" i="0" dirty="0">
                          <a:solidFill>
                            <a:srgbClr val="FFC000"/>
                          </a:solidFill>
                          <a:latin typeface="Helvetica Neue Light" panose="02000403000000020004" pitchFamily="2" charset="0"/>
                          <a:ea typeface="Helvetica Neue Light" panose="02000403000000020004" pitchFamily="2" charset="0"/>
                        </a:rPr>
                        <a:t>moments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a:solidFill>
                            <a:schemeClr val="bg1"/>
                          </a:solidFill>
                          <a:latin typeface="Helvetica Neue Light" panose="02000403000000020004" pitchFamily="2" charset="0"/>
                          <a:ea typeface="Helvetica Neue Light" panose="02000403000000020004" pitchFamily="2" charset="0"/>
                        </a:rPr>
                        <a:t>Full orthogonal 3D configuration corresponds to </a:t>
                      </a:r>
                      <a:r>
                        <a:rPr lang="en-US" sz="1200" b="0" i="0" dirty="0">
                          <a:solidFill>
                            <a:srgbClr val="FFC000"/>
                          </a:solidFill>
                          <a:latin typeface="Helvetica Neue Light" panose="02000403000000020004" pitchFamily="2" charset="0"/>
                          <a:ea typeface="Helvetica Neue Light" panose="02000403000000020004" pitchFamily="2" charset="0"/>
                        </a:rPr>
                        <a:t>Fermi Dirac statistics</a:t>
                      </a:r>
                      <a:r>
                        <a:rPr lang="en-US" sz="1200" b="0" i="0" dirty="0">
                          <a:solidFill>
                            <a:schemeClr val="bg1"/>
                          </a:solidFill>
                          <a:latin typeface="Helvetica Neue Light" panose="02000403000000020004" pitchFamily="2" charset="0"/>
                          <a:ea typeface="Helvetica Neue Light" panose="02000403000000020004" pitchFamily="2" charset="0"/>
                        </a:rPr>
                        <a:t>.  Becomes oblate with nearby mass or with velocity. Planar at group |v| = @ with </a:t>
                      </a:r>
                      <a:r>
                        <a:rPr lang="en-US" sz="1200" b="0" i="0" dirty="0">
                          <a:solidFill>
                            <a:srgbClr val="FFC000"/>
                          </a:solidFill>
                          <a:latin typeface="Helvetica Neue Light" panose="02000403000000020004" pitchFamily="2" charset="0"/>
                          <a:ea typeface="Helvetica Neue Light" panose="02000403000000020004" pitchFamily="2" charset="0"/>
                        </a:rPr>
                        <a:t>Bose-Einstein statistics</a:t>
                      </a:r>
                      <a:r>
                        <a:rPr lang="en-US" sz="1200" b="0" i="0" dirty="0">
                          <a:solidFill>
                            <a:schemeClr val="bg1"/>
                          </a:solidFill>
                          <a:latin typeface="Helvetica Neue Light" panose="02000403000000020004" pitchFamily="2" charset="0"/>
                          <a:ea typeface="Helvetica Neue Light" panose="02000403000000020004" pitchFamily="2" charset="0"/>
                        </a:rPr>
                        <a:t>.</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rgbClr val="FFC000"/>
                          </a:solidFill>
                          <a:latin typeface="Helvetica Neue Light" panose="02000403000000020004" pitchFamily="2" charset="0"/>
                          <a:ea typeface="Helvetica Neue Light" panose="02000403000000020004" pitchFamily="2" charset="0"/>
                        </a:rPr>
                        <a:t>Pro and anti configurations</a:t>
                      </a:r>
                      <a:r>
                        <a:rPr lang="en-US" sz="1200" b="0" i="0" dirty="0">
                          <a:solidFill>
                            <a:schemeClr val="bg1"/>
                          </a:solidFill>
                          <a:latin typeface="Helvetica Neue Light" panose="02000403000000020004" pitchFamily="2" charset="0"/>
                          <a:ea typeface="Helvetica Neue Light" panose="02000403000000020004" pitchFamily="2" charset="0"/>
                        </a:rPr>
                        <a:t>, Basis of all stable standard model particle assemblies:  </a:t>
                      </a:r>
                      <a:r>
                        <a:rPr lang="en-US" sz="1200" b="0" i="0" dirty="0">
                          <a:solidFill>
                            <a:srgbClr val="FFC000"/>
                          </a:solidFill>
                          <a:latin typeface="Helvetica Neue Light" panose="02000403000000020004" pitchFamily="2" charset="0"/>
                          <a:ea typeface="Helvetica Neue Light" panose="02000403000000020004" pitchFamily="2" charset="0"/>
                        </a:rPr>
                        <a:t>Gen I fermions</a:t>
                      </a:r>
                      <a:r>
                        <a:rPr lang="en-US" sz="1200" b="0" i="0" dirty="0">
                          <a:solidFill>
                            <a:schemeClr val="bg1"/>
                          </a:solidFill>
                          <a:latin typeface="Helvetica Neue Light" panose="02000403000000020004" pitchFamily="2" charset="0"/>
                          <a:ea typeface="Helvetica Neue Light" panose="02000403000000020004" pitchFamily="2" charset="0"/>
                        </a:rPr>
                        <a:t>, photons, W/Z bosons, Higgs/Graviton spacetime assemblies.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Noether cores are the source of what science perceives as dark matter/energy.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559845563"/>
                  </a:ext>
                </a:extLst>
              </a:tr>
              <a:tr h="285921">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 binary Noether core</a:t>
                      </a:r>
                      <a:r>
                        <a:rPr lang="en-US" sz="1200" b="0" i="0" dirty="0">
                          <a:solidFill>
                            <a:schemeClr val="bg1"/>
                          </a:solidFill>
                          <a:latin typeface="Helvetica Neue Light" panose="02000403000000020004" pitchFamily="2" charset="0"/>
                          <a:ea typeface="Helvetica Neue Light" panose="02000403000000020004" pitchFamily="2" charset="0"/>
                        </a:rPr>
                        <a:t>: Binary capture, unstable/reactive in R4, medium shielding by superposition, </a:t>
                      </a:r>
                      <a:r>
                        <a:rPr lang="en-US" sz="1200" b="0" i="0" kern="1200" dirty="0">
                          <a:solidFill>
                            <a:schemeClr val="bg1"/>
                          </a:solidFill>
                          <a:latin typeface="Helvetica Neue Light" panose="02000403000000020004" pitchFamily="2" charset="0"/>
                          <a:ea typeface="Helvetica Neue Light" panose="02000403000000020004" pitchFamily="2" charset="0"/>
                          <a:cs typeface="+mn-cs"/>
                        </a:rPr>
                        <a:t>nucleus</a:t>
                      </a:r>
                      <a:r>
                        <a:rPr lang="en-US" sz="1200" b="0" i="0" dirty="0">
                          <a:solidFill>
                            <a:srgbClr val="FFC000"/>
                          </a:solidFill>
                          <a:latin typeface="Helvetica Neue Light" panose="02000403000000020004" pitchFamily="2" charset="0"/>
                          <a:ea typeface="Helvetica Neue Light" panose="02000403000000020004" pitchFamily="2" charset="0"/>
                        </a:rPr>
                        <a:t>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gen II fermion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2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2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2555174551"/>
                  </a:ext>
                </a:extLst>
              </a:tr>
              <a:tr h="285921">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Isolated binary Noether core</a:t>
                      </a:r>
                      <a:r>
                        <a:rPr lang="en-US" sz="1200" b="0" i="0" dirty="0">
                          <a:solidFill>
                            <a:schemeClr val="bg1"/>
                          </a:solidFill>
                          <a:latin typeface="Helvetica Neue Light" panose="02000403000000020004" pitchFamily="2" charset="0"/>
                          <a:ea typeface="Helvetica Neue Light" panose="02000403000000020004" pitchFamily="2" charset="0"/>
                        </a:rPr>
                        <a:t>: unstable/reactive in R4, low shielding by superposition, nucleus</a:t>
                      </a:r>
                      <a:r>
                        <a:rPr lang="en-US" sz="1200" b="0" i="0" dirty="0">
                          <a:solidFill>
                            <a:srgbClr val="FFC000"/>
                          </a:solidFill>
                          <a:latin typeface="Helvetica Neue Light" panose="02000403000000020004" pitchFamily="2" charset="0"/>
                          <a:ea typeface="Helvetica Neue Light" panose="02000403000000020004" pitchFamily="2" charset="0"/>
                        </a:rPr>
                        <a:t>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gen III fermion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4085730357"/>
                  </a:ext>
                </a:extLst>
              </a:tr>
              <a:tr h="476535">
                <a:tc gridSpan="2">
                  <a:txBody>
                    <a:bodyPr/>
                    <a:lstStyle/>
                    <a:p>
                      <a:pPr algn="ctr"/>
                      <a:r>
                        <a:rPr lang="en-US" sz="1200" b="1" i="0" kern="1200" dirty="0" err="1">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AdS</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 regime </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with |v| &gt; @</a:t>
                      </a:r>
                    </a:p>
                    <a:p>
                      <a:pPr algn="ctr"/>
                      <a:r>
                        <a:rPr lang="en-US" sz="1200" b="0" i="0" dirty="0">
                          <a:solidFill>
                            <a:schemeClr val="bg1"/>
                          </a:solidFill>
                          <a:latin typeface="Helvetica Neue Light" panose="02000403000000020004" pitchFamily="2" charset="0"/>
                          <a:ea typeface="Helvetica Neue Light" panose="02000403000000020004" pitchFamily="2" charset="0"/>
                        </a:rPr>
                        <a:t>Partner and self action, inflation, deflation</a:t>
                      </a:r>
                      <a:endParaRPr lang="en-US" sz="16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2">
                  <a:txBody>
                    <a:bodyPr/>
                    <a:lstStyle/>
                    <a:p>
                      <a:pPr algn="ct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Symmetry breaking point </a:t>
                      </a: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with |v| = @</a:t>
                      </a:r>
                    </a:p>
                    <a:p>
                      <a:pPr algn="ctr"/>
                      <a:r>
                        <a:rPr lang="en-US" sz="1200" b="0" i="0" dirty="0">
                          <a:solidFill>
                            <a:schemeClr val="bg1"/>
                          </a:solidFill>
                          <a:latin typeface="Helvetica Neue Light" panose="02000403000000020004" pitchFamily="2" charset="0"/>
                          <a:ea typeface="Helvetica Neue Light" panose="02000403000000020004" pitchFamily="2" charset="0"/>
                        </a:rPr>
                        <a:t>Partner action, Planck scale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r>
                        <a:rPr lang="en-US" sz="1400" b="0" i="0" dirty="0">
                          <a:latin typeface="Helvetica Neue Light" panose="02000403000000020004" pitchFamily="2" charset="0"/>
                          <a:ea typeface="Helvetica Neue Light" panose="02000403000000020004" pitchFamily="2" charset="0"/>
                        </a:rPr>
                        <a:t>|v| = @</a:t>
                      </a:r>
                    </a:p>
                    <a:p>
                      <a:pPr algn="ctr"/>
                      <a:r>
                        <a:rPr lang="en-US" sz="1400" b="0" i="0" dirty="0">
                          <a:latin typeface="Helvetica Neue Light" panose="02000403000000020004" pitchFamily="2" charset="0"/>
                          <a:ea typeface="Helvetica Neue Light" panose="02000403000000020004" pitchFamily="2" charset="0"/>
                        </a:rPr>
                        <a:t>Partner action</a:t>
                      </a:r>
                    </a:p>
                    <a:p>
                      <a:pPr algn="ctr"/>
                      <a:r>
                        <a:rPr lang="en-US" sz="1400" b="0" i="0" dirty="0">
                          <a:latin typeface="Helvetica Neue Light" panose="02000403000000020004" pitchFamily="2" charset="0"/>
                          <a:ea typeface="Helvetica Neue Light" panose="02000403000000020004" pitchFamily="2" charset="0"/>
                        </a:rPr>
                        <a:t>Symmetry Breaking Point</a:t>
                      </a:r>
                    </a:p>
                    <a:p>
                      <a:pPr algn="ctr"/>
                      <a:r>
                        <a:rPr lang="en-US" sz="1400" b="0" i="0" dirty="0">
                          <a:latin typeface="Helvetica Neue Light" panose="02000403000000020004" pitchFamily="2" charset="0"/>
                          <a:ea typeface="Helvetica Neue Light" panose="02000403000000020004" pitchFamily="2" charset="0"/>
                        </a:rPr>
                        <a:t>Planck scale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kern="1200" noProof="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CFT regime </a:t>
                      </a:r>
                      <a:r>
                        <a:rPr lang="en-US" sz="1200" b="1" i="0" kern="1200" noProof="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binary with |v| &lt;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Helvetica Neue Light" panose="02000403000000020004" pitchFamily="2" charset="0"/>
                          <a:ea typeface="Helvetica Neue Light" panose="02000403000000020004" pitchFamily="2" charset="0"/>
                          <a:cs typeface="+mn-cs"/>
                        </a:rPr>
                        <a:t>Partner action, expansion, contraction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2957600059"/>
                  </a:ext>
                </a:extLst>
              </a:tr>
              <a:tr h="667149">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Primal Assembly – The Point Potential Binary</a:t>
                      </a:r>
                    </a:p>
                    <a:p>
                      <a:pPr algn="ctr"/>
                      <a:r>
                        <a:rPr lang="en-US" sz="1200" b="0" i="0" dirty="0">
                          <a:solidFill>
                            <a:srgbClr val="FFC000"/>
                          </a:solidFill>
                          <a:latin typeface="Helvetica Neue Light" panose="02000403000000020004" pitchFamily="2" charset="0"/>
                          <a:ea typeface="Helvetica Neue Light" panose="02000403000000020004" pitchFamily="2" charset="0"/>
                        </a:rPr>
                        <a:t>Scalable over many orders of magnitude</a:t>
                      </a:r>
                      <a:r>
                        <a:rPr lang="en-US" sz="1200" b="0" i="0" dirty="0">
                          <a:solidFill>
                            <a:schemeClr val="bg1"/>
                          </a:solidFill>
                          <a:latin typeface="Helvetica Neue Light" panose="02000403000000020004" pitchFamily="2" charset="0"/>
                          <a:ea typeface="Helvetica Neue Light" panose="02000403000000020004" pitchFamily="2" charset="0"/>
                        </a:rPr>
                        <a:t>, asymptotic safety: minimum radius, maximums in velocity, curvature, energy, and frequency.</a:t>
                      </a:r>
                      <a:br>
                        <a:rPr lang="en-US" sz="1200" b="0" i="0" dirty="0">
                          <a:solidFill>
                            <a:schemeClr val="bg1"/>
                          </a:solidFill>
                          <a:latin typeface="Helvetica Neue Light" panose="02000403000000020004" pitchFamily="2" charset="0"/>
                          <a:ea typeface="Helvetica Neue Light" panose="02000403000000020004" pitchFamily="2" charset="0"/>
                        </a:rPr>
                      </a:br>
                      <a:r>
                        <a:rPr lang="en-US" sz="1200" b="0" i="0" dirty="0">
                          <a:solidFill>
                            <a:schemeClr val="bg1"/>
                          </a:solidFill>
                          <a:latin typeface="Helvetica Neue Light" panose="02000403000000020004" pitchFamily="2" charset="0"/>
                          <a:ea typeface="Helvetica Neue Light" panose="02000403000000020004" pitchFamily="2" charset="0"/>
                        </a:rPr>
                        <a:t>couplings of axial vortices map to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strong</a:t>
                      </a:r>
                      <a:r>
                        <a:rPr lang="en-US" sz="1200" b="0" i="0" dirty="0">
                          <a:solidFill>
                            <a:srgbClr val="FFC000"/>
                          </a:solidFill>
                          <a:latin typeface="Helvetica Neue Light" panose="02000403000000020004" pitchFamily="2" charset="0"/>
                          <a:ea typeface="Helvetica Neue Light" panose="02000403000000020004" pitchFamily="2" charset="0"/>
                        </a:rPr>
                        <a:t>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force</a:t>
                      </a:r>
                      <a:r>
                        <a:rPr lang="en-US" sz="1200" b="0" i="0" dirty="0">
                          <a:solidFill>
                            <a:schemeClr val="bg1"/>
                          </a:solidFill>
                          <a:latin typeface="Helvetica Neue Light" panose="02000403000000020004" pitchFamily="2" charset="0"/>
                          <a:ea typeface="Helvetica Neue Light" panose="02000403000000020004" pitchFamily="2" charset="0"/>
                        </a:rPr>
                        <a:t>, 1Hz change = </a:t>
                      </a:r>
                      <a:r>
                        <a:rPr lang="en-US" sz="1200" b="1" i="0" kern="1200" dirty="0">
                          <a:solidFill>
                            <a:srgbClr val="FFC000"/>
                          </a:solidFill>
                          <a:latin typeface="Helvetica Neue" panose="02000503000000020004" pitchFamily="2" charset="0"/>
                          <a:ea typeface="Helvetica Neue" panose="02000503000000020004" pitchFamily="2" charset="0"/>
                          <a:cs typeface="Helvetica Neue" panose="02000503000000020004" pitchFamily="2" charset="0"/>
                        </a:rPr>
                        <a:t>the quantum </a:t>
                      </a:r>
                      <a:r>
                        <a:rPr lang="en-US" sz="1200" b="0" i="0" dirty="0">
                          <a:solidFill>
                            <a:schemeClr val="bg1"/>
                          </a:solidFill>
                          <a:latin typeface="Helvetica Neue Light" panose="02000403000000020004" pitchFamily="2" charset="0"/>
                          <a:ea typeface="Helvetica Neue Light" panose="02000403000000020004" pitchFamily="2" charset="0"/>
                        </a:rPr>
                        <a:t>of angular momentum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3100261006"/>
                  </a:ext>
                </a:extLst>
              </a:tr>
              <a:tr h="667149">
                <a:tc gridSpan="7">
                  <a:txBody>
                    <a:bodyPr/>
                    <a:lstStyle/>
                    <a:p>
                      <a:pPr algn="ctr"/>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Point Potentials</a:t>
                      </a:r>
                      <a:r>
                        <a:rPr lang="en-US" sz="1200" b="0" i="0" dirty="0">
                          <a:solidFill>
                            <a:schemeClr val="bg1"/>
                          </a:solidFill>
                          <a:latin typeface="Helvetica Neue Light" panose="02000403000000020004" pitchFamily="2" charset="0"/>
                          <a:ea typeface="Helvetica Neue Light" panose="02000403000000020004" pitchFamily="2" charset="0"/>
                        </a:rPr>
                        <a:t> </a:t>
                      </a:r>
                    </a:p>
                    <a:p>
                      <a:pPr algn="ctr"/>
                      <a:r>
                        <a:rPr lang="en-US" sz="1200" b="0" i="0" dirty="0">
                          <a:solidFill>
                            <a:schemeClr val="bg1"/>
                          </a:solidFill>
                          <a:latin typeface="Helvetica Neue Light" panose="02000403000000020004" pitchFamily="2" charset="0"/>
                          <a:ea typeface="Helvetica Neue Light" panose="02000403000000020004" pitchFamily="2" charset="0"/>
                        </a:rPr>
                        <a:t>Geometric points (r=0), constant rate potential emitters, spherical emissions with field speed @, no fundamental speed limit, electrino = -|e/6|, positrino = +|e/6|, no known genesis, immutable, continuous path history, large scale empirical constants: 50/50 population, density</a:t>
                      </a:r>
                      <a:r>
                        <a:rPr lang="en-US" sz="1200" b="0" i="0" baseline="-25000" dirty="0">
                          <a:solidFill>
                            <a:schemeClr val="bg1"/>
                          </a:solidFill>
                          <a:latin typeface="Helvetica Neue Light" panose="02000403000000020004" pitchFamily="2" charset="0"/>
                          <a:ea typeface="Helvetica Neue Light" panose="02000403000000020004" pitchFamily="2" charset="0"/>
                        </a:rPr>
                        <a:t>1</a:t>
                      </a:r>
                      <a:r>
                        <a:rPr lang="en-US" sz="1200" b="0" i="0" dirty="0">
                          <a:solidFill>
                            <a:schemeClr val="bg1"/>
                          </a:solidFill>
                          <a:latin typeface="Helvetica Neue Light" panose="02000403000000020004" pitchFamily="2" charset="0"/>
                          <a:ea typeface="Helvetica Neue Light" panose="02000403000000020004" pitchFamily="2" charset="0"/>
                        </a:rPr>
                        <a:t> point potentials per volume, density</a:t>
                      </a:r>
                      <a:r>
                        <a:rPr lang="en-US" sz="1200" b="0" i="0" baseline="-25000" dirty="0">
                          <a:solidFill>
                            <a:schemeClr val="bg1"/>
                          </a:solidFill>
                          <a:latin typeface="Helvetica Neue Light" panose="02000403000000020004" pitchFamily="2" charset="0"/>
                          <a:ea typeface="Helvetica Neue Light" panose="02000403000000020004" pitchFamily="2" charset="0"/>
                        </a:rPr>
                        <a:t>2</a:t>
                      </a:r>
                      <a:r>
                        <a:rPr lang="en-US" sz="1200" b="0" i="0" dirty="0">
                          <a:solidFill>
                            <a:schemeClr val="bg1"/>
                          </a:solidFill>
                          <a:latin typeface="Helvetica Neue Light" panose="02000403000000020004" pitchFamily="2" charset="0"/>
                          <a:ea typeface="Helvetica Neue Light" panose="02000403000000020004" pitchFamily="2" charset="0"/>
                        </a:rPr>
                        <a:t> point potential energy per volume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pPr algn="ctr"/>
                      <a:endParaRPr lang="en-US" sz="1400" b="0" i="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endParaRPr lang="en-US"/>
                    </a:p>
                  </a:txBody>
                  <a:tcPr/>
                </a:tc>
                <a:tc hMerge="1">
                  <a:txBody>
                    <a:bodyPr/>
                    <a:lstStyle/>
                    <a:p>
                      <a:pPr algn="ctr"/>
                      <a:endParaRPr lang="en-US" sz="1400" b="0" i="0" dirty="0">
                        <a:latin typeface="Helvetica Neue Light" panose="02000403000000020004" pitchFamily="2" charset="0"/>
                        <a:ea typeface="Helvetica Neue Light" panose="02000403000000020004" pitchFamily="2"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313878224"/>
                  </a:ext>
                </a:extLst>
              </a:tr>
              <a:tr h="476535">
                <a:tc gridSpan="7">
                  <a:txBody>
                    <a:bodyPr/>
                    <a:lstStyle/>
                    <a:p>
                      <a:pPr marL="0" algn="ctr" defTabSz="914400" rtl="0" eaLnBrk="1" latinLnBrk="0" hangingPunct="1"/>
                      <a:r>
                        <a:rPr lang="en-US" sz="1200" b="1" i="0" kern="12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Absolute time</a:t>
                      </a:r>
                    </a:p>
                    <a:p>
                      <a:pPr algn="ctr"/>
                      <a:r>
                        <a:rPr lang="en-US" sz="1200" b="0" i="0" dirty="0">
                          <a:solidFill>
                            <a:schemeClr val="bg1"/>
                          </a:solidFill>
                          <a:latin typeface="Helvetica Neue Light" panose="02000403000000020004" pitchFamily="2" charset="0"/>
                          <a:ea typeface="Helvetica Neue Light" panose="02000403000000020004" pitchFamily="2" charset="0"/>
                        </a:rPr>
                        <a:t>1D, linear, forward moving, no known beginning or 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endParaRPr lang="en-US" sz="1400" b="0" i="0">
                        <a:latin typeface="Helvetica Neue Light" panose="02000403000000020004" pitchFamily="2" charset="0"/>
                        <a:ea typeface="Helvetica Neue Light" panose="02000403000000020004"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tc>
                <a:tc hMerge="1">
                  <a:txBody>
                    <a:bodyPr/>
                    <a:lstStyle/>
                    <a:p>
                      <a:endParaRPr lang="en-US" sz="1400" b="0" i="0">
                        <a:latin typeface="Helvetica Neue Light" panose="02000403000000020004" pitchFamily="2" charset="0"/>
                        <a:ea typeface="Helvetica Neue Light" panose="02000403000000020004"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endParaRPr lang="en-US"/>
                    </a:p>
                  </a:txBody>
                  <a:tcPr/>
                </a:tc>
                <a:tc hMerge="1">
                  <a:txBody>
                    <a:bodyPr/>
                    <a:lstStyle/>
                    <a:p>
                      <a:endParaRPr lang="en-US" sz="1400" b="0" i="0" dirty="0">
                        <a:latin typeface="Helvetica Neue Light" panose="02000403000000020004" pitchFamily="2" charset="0"/>
                        <a:ea typeface="Helvetica Neue Light" panose="02000403000000020004" pitchFamily="2"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D883FF"/>
                    </a:solidFill>
                  </a:tcPr>
                </a:tc>
                <a:extLst>
                  <a:ext uri="{0D108BD9-81ED-4DB2-BD59-A6C34878D82A}">
                    <a16:rowId xmlns:a16="http://schemas.microsoft.com/office/drawing/2014/main" val="2621752069"/>
                  </a:ext>
                </a:extLst>
              </a:tr>
              <a:tr h="476535">
                <a:tc gridSpan="7">
                  <a:txBody>
                    <a:bodyPr/>
                    <a:lstStyle/>
                    <a:p>
                      <a:pPr algn="ctr"/>
                      <a:r>
                        <a:rPr lang="en-US" sz="1200" b="1" i="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Absolute space</a:t>
                      </a:r>
                    </a:p>
                    <a:p>
                      <a:pPr algn="ctr"/>
                      <a:r>
                        <a:rPr lang="en-US" sz="1200" b="0" i="0" dirty="0">
                          <a:solidFill>
                            <a:schemeClr val="bg1"/>
                          </a:solidFill>
                          <a:latin typeface="Helvetica Neue Light" panose="02000403000000020004" pitchFamily="2" charset="0"/>
                          <a:ea typeface="Helvetica Neue Light" panose="02000403000000020004" pitchFamily="2" charset="0"/>
                        </a:rPr>
                        <a:t>3D, Euclidean, continuous, no known beginning or end.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030A0"/>
                    </a:solidFill>
                  </a:tcPr>
                </a:tc>
                <a:tc hMerge="1">
                  <a:txBody>
                    <a:bodyPr/>
                    <a:lstStyle/>
                    <a:p>
                      <a:endParaRPr lang="en-US"/>
                    </a:p>
                  </a:txBody>
                  <a:tcPr>
                    <a:solidFill>
                      <a:srgbClr val="D883FF"/>
                    </a:solidFill>
                  </a:tcPr>
                </a:tc>
                <a:tc hMerge="1">
                  <a:txBody>
                    <a:bodyPr/>
                    <a:lstStyle/>
                    <a:p>
                      <a:endParaRPr lang="en-US"/>
                    </a:p>
                  </a:txBody>
                  <a:tcPr/>
                </a:tc>
                <a:tc hMerge="1">
                  <a:txBody>
                    <a:bodyPr/>
                    <a:lstStyle/>
                    <a:p>
                      <a:endParaRPr lang="en-US" dirty="0"/>
                    </a:p>
                  </a:txBody>
                  <a:tcPr>
                    <a:solidFill>
                      <a:srgbClr val="D883FF"/>
                    </a:solidFill>
                  </a:tcPr>
                </a:tc>
                <a:tc hMerge="1">
                  <a:txBody>
                    <a:bodyPr/>
                    <a:lstStyle/>
                    <a:p>
                      <a:endParaRPr lang="en-US"/>
                    </a:p>
                  </a:txBody>
                  <a:tcPr>
                    <a:lnL w="12700" cap="flat" cmpd="sng" algn="ctr">
                      <a:solidFill>
                        <a:schemeClr val="bg1"/>
                      </a:solidFill>
                      <a:prstDash val="solid"/>
                      <a:round/>
                      <a:headEnd type="none" w="med" len="med"/>
                      <a:tailEnd type="none" w="med" len="med"/>
                    </a:lnL>
                  </a:tcPr>
                </a:tc>
                <a:tc hMerge="1">
                  <a:txBody>
                    <a:bodyPr/>
                    <a:lstStyle/>
                    <a:p>
                      <a:endParaRPr lang="en-US"/>
                    </a:p>
                  </a:txBody>
                  <a:tcPr/>
                </a:tc>
                <a:tc hMerge="1">
                  <a:txBody>
                    <a:bodyPr/>
                    <a:lstStyle/>
                    <a:p>
                      <a:endParaRPr lang="en-US" dirty="0"/>
                    </a:p>
                  </a:txBody>
                  <a:tcPr>
                    <a:solidFill>
                      <a:srgbClr val="D883FF"/>
                    </a:solidFill>
                  </a:tcPr>
                </a:tc>
                <a:extLst>
                  <a:ext uri="{0D108BD9-81ED-4DB2-BD59-A6C34878D82A}">
                    <a16:rowId xmlns:a16="http://schemas.microsoft.com/office/drawing/2014/main" val="2240084468"/>
                  </a:ext>
                </a:extLst>
              </a:tr>
            </a:tbl>
          </a:graphicData>
        </a:graphic>
      </p:graphicFrame>
    </p:spTree>
    <p:extLst>
      <p:ext uri="{BB962C8B-B14F-4D97-AF65-F5344CB8AC3E}">
        <p14:creationId xmlns:p14="http://schemas.microsoft.com/office/powerpoint/2010/main" val="563573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8AA5BC-4F7A-4226-8F99-6D824B226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E5445C6-DD42-4979-86FF-03730E8C6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10B119-EC53-BA46-BAA3-CB758CDEDAF5}"/>
              </a:ext>
            </a:extLst>
          </p:cNvPr>
          <p:cNvSpPr>
            <a:spLocks noGrp="1"/>
          </p:cNvSpPr>
          <p:nvPr>
            <p:ph type="ctrTitle"/>
          </p:nvPr>
        </p:nvSpPr>
        <p:spPr>
          <a:xfrm>
            <a:off x="1524000" y="1122362"/>
            <a:ext cx="9144000" cy="2840037"/>
          </a:xfrm>
        </p:spPr>
        <p:txBody>
          <a:bodyPr>
            <a:normAutofit/>
          </a:bodyPr>
          <a:lstStyle/>
          <a:p>
            <a:r>
              <a:rPr lang="en-US" sz="5800" dirty="0"/>
              <a:t>Thank You</a:t>
            </a:r>
          </a:p>
        </p:txBody>
      </p:sp>
      <p:sp>
        <p:nvSpPr>
          <p:cNvPr id="3" name="Subtitle 2">
            <a:extLst>
              <a:ext uri="{FF2B5EF4-FFF2-40B4-BE49-F238E27FC236}">
                <a16:creationId xmlns:a16="http://schemas.microsoft.com/office/drawing/2014/main" id="{44E6BC0E-0DB7-C346-A0CC-E3CB36C29A54}"/>
              </a:ext>
            </a:extLst>
          </p:cNvPr>
          <p:cNvSpPr>
            <a:spLocks noGrp="1"/>
          </p:cNvSpPr>
          <p:nvPr>
            <p:ph type="subTitle" idx="1"/>
          </p:nvPr>
        </p:nvSpPr>
        <p:spPr>
          <a:xfrm>
            <a:off x="1524000" y="4256436"/>
            <a:ext cx="9144000" cy="1600818"/>
          </a:xfrm>
        </p:spPr>
        <p:txBody>
          <a:bodyPr>
            <a:normAutofit/>
          </a:bodyPr>
          <a:lstStyle/>
          <a:p>
            <a:r>
              <a:rPr lang="en-US" dirty="0"/>
              <a:t>Questions?</a:t>
            </a:r>
          </a:p>
        </p:txBody>
      </p:sp>
      <p:cxnSp>
        <p:nvCxnSpPr>
          <p:cNvPr id="13" name="Straight Connector 12">
            <a:extLst>
              <a:ext uri="{FF2B5EF4-FFF2-40B4-BE49-F238E27FC236}">
                <a16:creationId xmlns:a16="http://schemas.microsoft.com/office/drawing/2014/main" id="{45000665-DFC7-417E-8FD7-516A0F15C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9E726E67-7B90-B642-8D26-6DDF890C4785}"/>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p14:creationId xmlns:p14="http://schemas.microsoft.com/office/powerpoint/2010/main" val="3747833275"/>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4">
                <a:extLst>
                  <a:ext uri="{FF2B5EF4-FFF2-40B4-BE49-F238E27FC236}">
                    <a16:creationId xmlns:a16="http://schemas.microsoft.com/office/drawing/2014/main" id="{02989A28-A653-354C-8C02-180E24D376FD}"/>
                  </a:ext>
                </a:extLst>
              </p:cNvPr>
              <p:cNvGraphicFramePr>
                <a:graphicFrameLocks noGrp="1"/>
              </p:cNvGraphicFramePr>
              <p:nvPr>
                <p:extLst>
                  <p:ext uri="{D42A27DB-BD31-4B8C-83A1-F6EECF244321}">
                    <p14:modId xmlns:p14="http://schemas.microsoft.com/office/powerpoint/2010/main" val="3442941292"/>
                  </p:ext>
                </p:extLst>
              </p:nvPr>
            </p:nvGraphicFramePr>
            <p:xfrm>
              <a:off x="1526324" y="711645"/>
              <a:ext cx="3692971" cy="1909219"/>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29059">
                    <a:tc>
                      <a:txBody>
                        <a:bodyPr/>
                        <a:lstStyle/>
                        <a:p>
                          <a:pPr algn="ctr"/>
                          <a:r>
                            <a:rPr lang="en-US" dirty="0"/>
                            <a:t>electron</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29059">
                    <a:tc>
                      <a:txBody>
                        <a:bodyPr/>
                        <a:lstStyle/>
                        <a:p>
                          <a:pPr algn="ctr"/>
                          <a:r>
                            <a:rPr lang="en-US" dirty="0"/>
                            <a:t>pro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1" smtClean="0">
                                    <a:solidFill>
                                      <a:srgbClr val="0070C0"/>
                                    </a:solidFill>
                                    <a:latin typeface="Cambria Math" panose="02040503050406030204" pitchFamily="18" charset="0"/>
                                  </a:rPr>
                                  <m:t>𝑻</m:t>
                                </m:r>
                                <m:r>
                                  <a:rPr lang="en-US" sz="1800" b="1" i="1" baseline="-25000" smtClean="0">
                                    <a:solidFill>
                                      <a:srgbClr val="0070C0"/>
                                    </a:solidFill>
                                    <a:latin typeface="Cambria Math" panose="02040503050406030204" pitchFamily="18" charset="0"/>
                                  </a:rPr>
                                  <m:t>𝟑</m:t>
                                </m:r>
                                <m:r>
                                  <a:rPr lang="en-US" sz="1800" b="1" i="1" smtClean="0">
                                    <a:solidFill>
                                      <a:srgbClr val="0070C0"/>
                                    </a:solidFill>
                                    <a:latin typeface="Cambria Math" panose="02040503050406030204" pitchFamily="18" charset="0"/>
                                  </a:rPr>
                                  <m:t>=</m:t>
                                </m:r>
                                <m:f>
                                  <m:fPr>
                                    <m:type m:val="lin"/>
                                    <m:ctrlPr>
                                      <a:rPr lang="en-US" sz="1800" b="1" i="1">
                                        <a:solidFill>
                                          <a:srgbClr val="0070C0"/>
                                        </a:solidFill>
                                        <a:latin typeface="Cambria Math" panose="02040503050406030204" pitchFamily="18" charset="0"/>
                                      </a:rPr>
                                    </m:ctrlPr>
                                  </m:fPr>
                                  <m:num>
                                    <m:r>
                                      <a:rPr lang="en-US" sz="1800" b="1" i="1" smtClean="0">
                                        <a:solidFill>
                                          <a:srgbClr val="0070C0"/>
                                        </a:solidFill>
                                        <a:latin typeface="Cambria Math" panose="02040503050406030204" pitchFamily="18" charset="0"/>
                                      </a:rPr>
                                      <m:t>−</m:t>
                                    </m:r>
                                    <m:r>
                                      <a:rPr lang="en-US" sz="1800" b="1" i="1">
                                        <a:solidFill>
                                          <a:srgbClr val="0070C0"/>
                                        </a:solidFill>
                                        <a:latin typeface="Cambria Math" panose="02040503050406030204" pitchFamily="18" charset="0"/>
                                      </a:rPr>
                                      <m:t>𝟏</m:t>
                                    </m:r>
                                  </m:num>
                                  <m:den>
                                    <m:r>
                                      <a:rPr lang="en-US" sz="1800" b="1" i="1">
                                        <a:solidFill>
                                          <a:srgbClr val="0070C0"/>
                                        </a:solidFill>
                                        <a:latin typeface="Cambria Math" panose="02040503050406030204" pitchFamily="18" charset="0"/>
                                      </a:rPr>
                                      <m:t>𝟐</m:t>
                                    </m:r>
                                  </m:den>
                                </m:f>
                              </m:oMath>
                            </m:oMathPara>
                          </a14:m>
                          <a:br>
                            <a:rPr lang="en-US" sz="1800" b="1" dirty="0">
                              <a:solidFill>
                                <a:srgbClr val="0070C0"/>
                              </a:solidFill>
                            </a:rPr>
                          </a:br>
                          <a14:m>
                            <m:oMath xmlns:m="http://schemas.openxmlformats.org/officeDocument/2006/math">
                              <m:r>
                                <a:rPr lang="en-US" sz="1800" b="1" i="1" smtClean="0">
                                  <a:solidFill>
                                    <a:srgbClr val="0070C0"/>
                                  </a:solidFill>
                                  <a:latin typeface="Cambria Math" panose="02040503050406030204" pitchFamily="18" charset="0"/>
                                </a:rPr>
                                <m:t>𝒀</m:t>
                              </m:r>
                              <m:r>
                                <a:rPr lang="en-US" sz="1800" b="1" i="1" baseline="-25000" smtClean="0">
                                  <a:solidFill>
                                    <a:srgbClr val="0070C0"/>
                                  </a:solidFill>
                                  <a:latin typeface="Cambria Math" panose="02040503050406030204" pitchFamily="18" charset="0"/>
                                </a:rPr>
                                <m:t>𝒘</m:t>
                              </m:r>
                            </m:oMath>
                          </a14:m>
                          <a:r>
                            <a:rPr lang="en-US" sz="1800" b="1" dirty="0">
                              <a:solidFill>
                                <a:srgbClr val="0070C0"/>
                              </a:solidFill>
                            </a:rPr>
                            <a:t> </a:t>
                          </a:r>
                          <a14:m>
                            <m:oMath xmlns:m="http://schemas.openxmlformats.org/officeDocument/2006/math">
                              <m:r>
                                <a:rPr lang="en-US" sz="1800" b="1" i="1">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𝟏</m:t>
                              </m:r>
                            </m:oMath>
                          </a14:m>
                          <a:endParaRPr lang="en-US" sz="1800" b="1" baseline="-25000" dirty="0">
                            <a:solidFill>
                              <a:srgbClr val="0070C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sz="1800" b="1" i="1" smtClean="0">
                                    <a:solidFill>
                                      <a:srgbClr val="0070C0"/>
                                    </a:solidFill>
                                    <a:latin typeface="Cambria Math" panose="02040503050406030204" pitchFamily="18" charset="0"/>
                                  </a:rPr>
                                  <m:t>𝑻</m:t>
                                </m:r>
                                <m:r>
                                  <a:rPr lang="en-US" sz="1800" b="1" i="1" baseline="-25000" smtClean="0">
                                    <a:solidFill>
                                      <a:srgbClr val="0070C0"/>
                                    </a:solidFill>
                                    <a:latin typeface="Cambria Math" panose="02040503050406030204" pitchFamily="18" charset="0"/>
                                  </a:rPr>
                                  <m:t>𝟑</m:t>
                                </m:r>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𝟎</m:t>
                                </m:r>
                              </m:oMath>
                            </m:oMathPara>
                          </a14:m>
                          <a:br>
                            <a:rPr lang="en-US" sz="1800" b="1" dirty="0">
                              <a:solidFill>
                                <a:srgbClr val="0070C0"/>
                              </a:solidFill>
                            </a:rPr>
                          </a:br>
                          <a14:m>
                            <m:oMath xmlns:m="http://schemas.openxmlformats.org/officeDocument/2006/math">
                              <m:r>
                                <a:rPr lang="en-US" sz="1800" b="1" i="1" smtClean="0">
                                  <a:solidFill>
                                    <a:srgbClr val="0070C0"/>
                                  </a:solidFill>
                                  <a:latin typeface="Cambria Math" panose="02040503050406030204" pitchFamily="18" charset="0"/>
                                </a:rPr>
                                <m:t>𝒀</m:t>
                              </m:r>
                              <m:r>
                                <a:rPr lang="en-US" sz="1800" b="1" i="1" baseline="-25000" smtClean="0">
                                  <a:solidFill>
                                    <a:srgbClr val="0070C0"/>
                                  </a:solidFill>
                                  <a:latin typeface="Cambria Math" panose="02040503050406030204" pitchFamily="18" charset="0"/>
                                </a:rPr>
                                <m:t>𝒘</m:t>
                              </m:r>
                            </m:oMath>
                          </a14:m>
                          <a:r>
                            <a:rPr lang="en-US" sz="1800" b="1" dirty="0">
                              <a:solidFill>
                                <a:srgbClr val="0070C0"/>
                              </a:solidFill>
                            </a:rPr>
                            <a:t> </a:t>
                          </a:r>
                          <a14:m>
                            <m:oMath xmlns:m="http://schemas.openxmlformats.org/officeDocument/2006/math">
                              <m:r>
                                <a:rPr lang="en-US" sz="1800" b="1" i="1">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𝟐</m:t>
                              </m:r>
                            </m:oMath>
                          </a14:m>
                          <a:endParaRPr lang="en-US" sz="1800" b="1" baseline="-25000" dirty="0">
                            <a:solidFill>
                              <a:srgbClr val="0070C0"/>
                            </a:solidFill>
                          </a:endParaRPr>
                        </a:p>
                      </a:txBody>
                      <a:tcPr/>
                    </a:tc>
                    <a:extLst>
                      <a:ext uri="{0D108BD9-81ED-4DB2-BD59-A6C34878D82A}">
                        <a16:rowId xmlns:a16="http://schemas.microsoft.com/office/drawing/2014/main" val="1648787437"/>
                      </a:ext>
                    </a:extLst>
                  </a:tr>
                  <a:tr h="629059">
                    <a:tc>
                      <a:txBody>
                        <a:bodyPr/>
                        <a:lstStyle/>
                        <a:p>
                          <a:pPr algn="ctr"/>
                          <a:r>
                            <a:rPr lang="en-US" dirty="0"/>
                            <a:t>anti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sz="1800" b="1" i="1" smtClean="0">
                                    <a:solidFill>
                                      <a:srgbClr val="FF0000"/>
                                    </a:solidFill>
                                    <a:latin typeface="Cambria Math" panose="02040503050406030204" pitchFamily="18" charset="0"/>
                                  </a:rPr>
                                  <m:t>𝑻</m:t>
                                </m:r>
                                <m:r>
                                  <a:rPr lang="en-US" sz="1800" b="1" i="1" baseline="-25000" smtClean="0">
                                    <a:solidFill>
                                      <a:srgbClr val="FF0000"/>
                                    </a:solidFill>
                                    <a:latin typeface="Cambria Math" panose="02040503050406030204" pitchFamily="18" charset="0"/>
                                  </a:rPr>
                                  <m:t>𝟑</m:t>
                                </m:r>
                                <m:r>
                                  <a:rPr lang="en-US" sz="1800" b="1" i="1" smtClean="0">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𝟎</m:t>
                                </m:r>
                              </m:oMath>
                            </m:oMathPara>
                          </a14:m>
                          <a:br>
                            <a:rPr lang="en-US" sz="1800" b="1" dirty="0">
                              <a:solidFill>
                                <a:srgbClr val="FF0000"/>
                              </a:solidFill>
                            </a:rPr>
                          </a:br>
                          <a14:m>
                            <m:oMath xmlns:m="http://schemas.openxmlformats.org/officeDocument/2006/math">
                              <m:r>
                                <a:rPr lang="en-US" sz="1800" b="1" i="1" smtClean="0">
                                  <a:solidFill>
                                    <a:srgbClr val="FF0000"/>
                                  </a:solidFill>
                                  <a:latin typeface="Cambria Math" panose="02040503050406030204" pitchFamily="18" charset="0"/>
                                </a:rPr>
                                <m:t>𝒀</m:t>
                              </m:r>
                              <m:r>
                                <a:rPr lang="en-US" sz="1800" b="1" i="1" baseline="-25000" smtClean="0">
                                  <a:solidFill>
                                    <a:srgbClr val="FF0000"/>
                                  </a:solidFill>
                                  <a:latin typeface="Cambria Math" panose="02040503050406030204" pitchFamily="18" charset="0"/>
                                </a:rPr>
                                <m:t>𝒘</m:t>
                              </m:r>
                            </m:oMath>
                          </a14:m>
                          <a:r>
                            <a:rPr lang="en-US" sz="1800" b="1" dirty="0">
                              <a:solidFill>
                                <a:srgbClr val="FF0000"/>
                              </a:solidFill>
                            </a:rPr>
                            <a:t> </a:t>
                          </a:r>
                          <a14:m>
                            <m:oMath xmlns:m="http://schemas.openxmlformats.org/officeDocument/2006/math">
                              <m:r>
                                <a:rPr lang="en-US" sz="1800" b="1" i="1">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𝟐</m:t>
                              </m:r>
                            </m:oMath>
                          </a14:m>
                          <a:endParaRPr lang="en-US" sz="1800" b="1" baseline="-25000" dirty="0">
                            <a:solidFill>
                              <a:srgbClr val="FF0000"/>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sz="1800" b="1" i="1" smtClean="0">
                                    <a:solidFill>
                                      <a:srgbClr val="FF0000"/>
                                    </a:solidFill>
                                    <a:latin typeface="Cambria Math" panose="02040503050406030204" pitchFamily="18" charset="0"/>
                                  </a:rPr>
                                  <m:t>𝑻</m:t>
                                </m:r>
                                <m:r>
                                  <a:rPr lang="en-US" sz="1800" b="1" i="1" baseline="-25000" smtClean="0">
                                    <a:solidFill>
                                      <a:srgbClr val="FF0000"/>
                                    </a:solidFill>
                                    <a:latin typeface="Cambria Math" panose="02040503050406030204" pitchFamily="18" charset="0"/>
                                  </a:rPr>
                                  <m:t>𝟑</m:t>
                                </m:r>
                                <m:r>
                                  <a:rPr lang="en-US" sz="1800" b="1" i="1" smtClean="0">
                                    <a:solidFill>
                                      <a:srgbClr val="FF0000"/>
                                    </a:solidFill>
                                    <a:latin typeface="Cambria Math" panose="02040503050406030204" pitchFamily="18" charset="0"/>
                                  </a:rPr>
                                  <m:t>=</m:t>
                                </m:r>
                                <m:f>
                                  <m:fPr>
                                    <m:type m:val="lin"/>
                                    <m:ctrlPr>
                                      <a:rPr lang="en-US" sz="1800" b="1" i="1">
                                        <a:solidFill>
                                          <a:srgbClr val="FF0000"/>
                                        </a:solidFill>
                                        <a:latin typeface="Cambria Math" panose="02040503050406030204" pitchFamily="18" charset="0"/>
                                      </a:rPr>
                                    </m:ctrlPr>
                                  </m:fPr>
                                  <m:num>
                                    <m:r>
                                      <a:rPr lang="en-US" sz="1800" b="1" i="1" smtClean="0">
                                        <a:solidFill>
                                          <a:srgbClr val="FF0000"/>
                                        </a:solidFill>
                                        <a:latin typeface="Cambria Math" panose="02040503050406030204" pitchFamily="18" charset="0"/>
                                      </a:rPr>
                                      <m:t>+</m:t>
                                    </m:r>
                                    <m:r>
                                      <a:rPr lang="en-US" sz="1800" b="1" i="1">
                                        <a:solidFill>
                                          <a:srgbClr val="FF0000"/>
                                        </a:solidFill>
                                        <a:latin typeface="Cambria Math" panose="02040503050406030204" pitchFamily="18" charset="0"/>
                                      </a:rPr>
                                      <m:t>𝟏</m:t>
                                    </m:r>
                                  </m:num>
                                  <m:den>
                                    <m:r>
                                      <a:rPr lang="en-US" sz="1800" b="1" i="1">
                                        <a:solidFill>
                                          <a:srgbClr val="FF0000"/>
                                        </a:solidFill>
                                        <a:latin typeface="Cambria Math" panose="02040503050406030204" pitchFamily="18" charset="0"/>
                                      </a:rPr>
                                      <m:t>𝟐</m:t>
                                    </m:r>
                                  </m:den>
                                </m:f>
                              </m:oMath>
                            </m:oMathPara>
                          </a14:m>
                          <a:br>
                            <a:rPr lang="en-US" sz="1800" b="1" dirty="0">
                              <a:solidFill>
                                <a:srgbClr val="FF0000"/>
                              </a:solidFill>
                            </a:rPr>
                          </a:br>
                          <a14:m>
                            <m:oMath xmlns:m="http://schemas.openxmlformats.org/officeDocument/2006/math">
                              <m:r>
                                <a:rPr lang="en-US" sz="1800" b="1" i="1" smtClean="0">
                                  <a:solidFill>
                                    <a:srgbClr val="FF0000"/>
                                  </a:solidFill>
                                  <a:latin typeface="Cambria Math" panose="02040503050406030204" pitchFamily="18" charset="0"/>
                                </a:rPr>
                                <m:t>𝒀</m:t>
                              </m:r>
                              <m:r>
                                <a:rPr lang="en-US" sz="1800" b="1" i="1" baseline="-25000" smtClean="0">
                                  <a:solidFill>
                                    <a:srgbClr val="FF0000"/>
                                  </a:solidFill>
                                  <a:latin typeface="Cambria Math" panose="02040503050406030204" pitchFamily="18" charset="0"/>
                                </a:rPr>
                                <m:t>𝒘</m:t>
                              </m:r>
                            </m:oMath>
                          </a14:m>
                          <a:r>
                            <a:rPr lang="en-US" sz="1800" b="1" dirty="0">
                              <a:solidFill>
                                <a:srgbClr val="FF0000"/>
                              </a:solidFill>
                            </a:rPr>
                            <a:t> </a:t>
                          </a:r>
                          <a14:m>
                            <m:oMath xmlns:m="http://schemas.openxmlformats.org/officeDocument/2006/math">
                              <m:r>
                                <a:rPr lang="en-US" sz="1800" b="1" i="1">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𝟏</m:t>
                              </m:r>
                            </m:oMath>
                          </a14:m>
                          <a:endParaRPr lang="en-US" sz="1800" b="1" baseline="-25000" dirty="0">
                            <a:solidFill>
                              <a:srgbClr val="FF0000"/>
                            </a:solidFill>
                          </a:endParaRPr>
                        </a:p>
                      </a:txBody>
                      <a:tcPr/>
                    </a:tc>
                    <a:extLst>
                      <a:ext uri="{0D108BD9-81ED-4DB2-BD59-A6C34878D82A}">
                        <a16:rowId xmlns:a16="http://schemas.microsoft.com/office/drawing/2014/main" val="61347557"/>
                      </a:ext>
                    </a:extLst>
                  </a:tr>
                </a:tbl>
              </a:graphicData>
            </a:graphic>
          </p:graphicFrame>
        </mc:Choice>
        <mc:Fallback xmlns="">
          <p:graphicFrame>
            <p:nvGraphicFramePr>
              <p:cNvPr id="4" name="Table 4">
                <a:extLst>
                  <a:ext uri="{FF2B5EF4-FFF2-40B4-BE49-F238E27FC236}">
                    <a16:creationId xmlns:a16="http://schemas.microsoft.com/office/drawing/2014/main" id="{02989A28-A653-354C-8C02-180E24D376FD}"/>
                  </a:ext>
                </a:extLst>
              </p:cNvPr>
              <p:cNvGraphicFramePr>
                <a:graphicFrameLocks noGrp="1"/>
              </p:cNvGraphicFramePr>
              <p:nvPr>
                <p:extLst>
                  <p:ext uri="{D42A27DB-BD31-4B8C-83A1-F6EECF244321}">
                    <p14:modId xmlns:p14="http://schemas.microsoft.com/office/powerpoint/2010/main" val="3442941292"/>
                  </p:ext>
                </p:extLst>
              </p:nvPr>
            </p:nvGraphicFramePr>
            <p:xfrm>
              <a:off x="1526324" y="711645"/>
              <a:ext cx="3692971" cy="1909219"/>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29059">
                    <a:tc>
                      <a:txBody>
                        <a:bodyPr/>
                        <a:lstStyle/>
                        <a:p>
                          <a:pPr algn="ctr"/>
                          <a:r>
                            <a:rPr lang="en-US" dirty="0"/>
                            <a:t>electron</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40080">
                    <a:tc>
                      <a:txBody>
                        <a:bodyPr/>
                        <a:lstStyle/>
                        <a:p>
                          <a:pPr algn="ctr"/>
                          <a:r>
                            <a:rPr lang="en-US" dirty="0"/>
                            <a:t>pro</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endParaRPr lang="en-US"/>
                        </a:p>
                      </a:txBody>
                      <a:tcPr>
                        <a:blipFill>
                          <a:blip r:embed="rId2"/>
                          <a:stretch>
                            <a:fillRect l="-76415" t="-106000" r="-101887" b="-160000"/>
                          </a:stretch>
                        </a:blipFill>
                      </a:tcPr>
                    </a:tc>
                    <a:tc>
                      <a:txBody>
                        <a:bodyPr/>
                        <a:lstStyle/>
                        <a:p>
                          <a:endParaRPr lang="en-US"/>
                        </a:p>
                      </a:txBody>
                      <a:tcPr>
                        <a:blipFill>
                          <a:blip r:embed="rId2"/>
                          <a:stretch>
                            <a:fillRect l="-178095" t="-106000" r="-2857" b="-160000"/>
                          </a:stretch>
                        </a:blipFill>
                      </a:tcPr>
                    </a:tc>
                    <a:extLst>
                      <a:ext uri="{0D108BD9-81ED-4DB2-BD59-A6C34878D82A}">
                        <a16:rowId xmlns:a16="http://schemas.microsoft.com/office/drawing/2014/main" val="1648787437"/>
                      </a:ext>
                    </a:extLst>
                  </a:tr>
                  <a:tr h="640080">
                    <a:tc>
                      <a:txBody>
                        <a:bodyPr/>
                        <a:lstStyle/>
                        <a:p>
                          <a:pPr algn="ctr"/>
                          <a:r>
                            <a:rPr lang="en-US" dirty="0"/>
                            <a:t>anti</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Q = +1</a:t>
                          </a:r>
                        </a:p>
                      </a:txBody>
                      <a:tcPr/>
                    </a:tc>
                    <a:tc>
                      <a:txBody>
                        <a:bodyPr/>
                        <a:lstStyle/>
                        <a:p>
                          <a:endParaRPr lang="en-US"/>
                        </a:p>
                      </a:txBody>
                      <a:tcPr>
                        <a:blipFill>
                          <a:blip r:embed="rId2"/>
                          <a:stretch>
                            <a:fillRect l="-76415" t="-201961" r="-101887" b="-56863"/>
                          </a:stretch>
                        </a:blipFill>
                      </a:tcPr>
                    </a:tc>
                    <a:tc>
                      <a:txBody>
                        <a:bodyPr/>
                        <a:lstStyle/>
                        <a:p>
                          <a:endParaRPr lang="en-US"/>
                        </a:p>
                      </a:txBody>
                      <a:tcPr>
                        <a:blipFill>
                          <a:blip r:embed="rId2"/>
                          <a:stretch>
                            <a:fillRect l="-178095" t="-201961" r="-2857" b="-56863"/>
                          </a:stretch>
                        </a:blipFill>
                      </a:tcPr>
                    </a:tc>
                    <a:extLst>
                      <a:ext uri="{0D108BD9-81ED-4DB2-BD59-A6C34878D82A}">
                        <a16:rowId xmlns:a16="http://schemas.microsoft.com/office/drawing/2014/main" val="6134755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4">
                <a:extLst>
                  <a:ext uri="{FF2B5EF4-FFF2-40B4-BE49-F238E27FC236}">
                    <a16:creationId xmlns:a16="http://schemas.microsoft.com/office/drawing/2014/main" id="{4276CE03-6E2B-384B-9C05-2A149AC4988F}"/>
                  </a:ext>
                </a:extLst>
              </p:cNvPr>
              <p:cNvGraphicFramePr>
                <a:graphicFrameLocks noGrp="1"/>
              </p:cNvGraphicFramePr>
              <p:nvPr>
                <p:extLst>
                  <p:ext uri="{D42A27DB-BD31-4B8C-83A1-F6EECF244321}">
                    <p14:modId xmlns:p14="http://schemas.microsoft.com/office/powerpoint/2010/main" val="1749141847"/>
                  </p:ext>
                </p:extLst>
              </p:nvPr>
            </p:nvGraphicFramePr>
            <p:xfrm>
              <a:off x="6997033" y="711645"/>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29059">
                    <a:tc>
                      <a:txBody>
                        <a:bodyPr/>
                        <a:lstStyle/>
                        <a:p>
                          <a:pPr algn="ctr"/>
                          <a:r>
                            <a:rPr lang="en-US" dirty="0"/>
                            <a:t>up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29059">
                    <a:tc>
                      <a:txBody>
                        <a:bodyPr/>
                        <a:lstStyle/>
                        <a:p>
                          <a:pPr algn="ctr"/>
                          <a:r>
                            <a:rPr lang="en-US" dirty="0"/>
                            <a:t>pro</a:t>
                          </a:r>
                        </a:p>
                        <a:p>
                          <a:pPr algn="ctr"/>
                          <a:r>
                            <a:rPr lang="en-US" dirty="0"/>
                            <a:t>Q = 2/3</a:t>
                          </a: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FF0000"/>
                                    </a:solidFill>
                                    <a:latin typeface="Cambria Math" panose="02040503050406030204" pitchFamily="18" charset="0"/>
                                  </a:rPr>
                                  <m:t>𝑻</m:t>
                                </m:r>
                                <m:r>
                                  <a:rPr lang="en-US" sz="1800" b="1" i="1" baseline="-25000" smtClean="0">
                                    <a:solidFill>
                                      <a:srgbClr val="FF0000"/>
                                    </a:solidFill>
                                    <a:latin typeface="Cambria Math" panose="02040503050406030204" pitchFamily="18" charset="0"/>
                                  </a:rPr>
                                  <m:t>𝟑</m:t>
                                </m:r>
                                <m:r>
                                  <a:rPr lang="en-US" sz="1800" b="1" i="1" smtClean="0">
                                    <a:solidFill>
                                      <a:srgbClr val="FF0000"/>
                                    </a:solidFill>
                                    <a:latin typeface="Cambria Math" panose="02040503050406030204" pitchFamily="18" charset="0"/>
                                  </a:rPr>
                                  <m:t>=</m:t>
                                </m:r>
                                <m:f>
                                  <m:fPr>
                                    <m:type m:val="lin"/>
                                    <m:ctrlPr>
                                      <a:rPr lang="en-US" sz="1800" b="1" i="1" smtClean="0">
                                        <a:solidFill>
                                          <a:srgbClr val="FF0000"/>
                                        </a:solidFill>
                                        <a:latin typeface="Cambria Math" panose="02040503050406030204" pitchFamily="18" charset="0"/>
                                      </a:rPr>
                                    </m:ctrlPr>
                                  </m:fPr>
                                  <m:num>
                                    <m:r>
                                      <a:rPr lang="en-US" sz="1800" b="1" i="1" smtClean="0">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𝟏</m:t>
                                    </m:r>
                                  </m:num>
                                  <m:den>
                                    <m:r>
                                      <a:rPr lang="en-US" sz="1800" b="1" i="1" smtClean="0">
                                        <a:solidFill>
                                          <a:srgbClr val="FF0000"/>
                                        </a:solidFill>
                                        <a:latin typeface="Cambria Math" panose="02040503050406030204" pitchFamily="18" charset="0"/>
                                      </a:rPr>
                                      <m:t>𝟐</m:t>
                                    </m:r>
                                  </m:den>
                                </m:f>
                              </m:oMath>
                            </m:oMathPara>
                          </a14:m>
                          <a:br>
                            <a:rPr lang="en-US" sz="1800" b="1" dirty="0">
                              <a:solidFill>
                                <a:srgbClr val="FF0000"/>
                              </a:solidFill>
                            </a:rPr>
                          </a:br>
                          <a14:m>
                            <m:oMath xmlns:m="http://schemas.openxmlformats.org/officeDocument/2006/math">
                              <m:r>
                                <a:rPr lang="en-US" sz="1800" b="1" i="1" smtClean="0">
                                  <a:solidFill>
                                    <a:srgbClr val="FF0000"/>
                                  </a:solidFill>
                                  <a:latin typeface="Cambria Math" panose="02040503050406030204" pitchFamily="18" charset="0"/>
                                </a:rPr>
                                <m:t>𝒀</m:t>
                              </m:r>
                              <m:r>
                                <a:rPr lang="en-US" sz="1800" b="1" i="1" baseline="-25000" smtClean="0">
                                  <a:solidFill>
                                    <a:srgbClr val="FF0000"/>
                                  </a:solidFill>
                                  <a:latin typeface="Cambria Math" panose="02040503050406030204" pitchFamily="18" charset="0"/>
                                </a:rPr>
                                <m:t>𝒘</m:t>
                              </m:r>
                            </m:oMath>
                          </a14:m>
                          <a:r>
                            <a:rPr lang="en-US" sz="1800" b="1" dirty="0">
                              <a:solidFill>
                                <a:srgbClr val="FF0000"/>
                              </a:solidFill>
                            </a:rPr>
                            <a:t> </a:t>
                          </a:r>
                          <a14:m>
                            <m:oMath xmlns:m="http://schemas.openxmlformats.org/officeDocument/2006/math">
                              <m:r>
                                <a:rPr lang="en-US" sz="1800" b="1" i="1">
                                  <a:solidFill>
                                    <a:srgbClr val="FF0000"/>
                                  </a:solidFill>
                                  <a:latin typeface="Cambria Math" panose="02040503050406030204" pitchFamily="18" charset="0"/>
                                </a:rPr>
                                <m:t>=</m:t>
                              </m:r>
                              <m:f>
                                <m:fPr>
                                  <m:type m:val="lin"/>
                                  <m:ctrlPr>
                                    <a:rPr lang="en-US" sz="1800" b="1" i="1">
                                      <a:solidFill>
                                        <a:srgbClr val="FF0000"/>
                                      </a:solidFill>
                                      <a:latin typeface="Cambria Math" panose="02040503050406030204" pitchFamily="18" charset="0"/>
                                    </a:rPr>
                                  </m:ctrlPr>
                                </m:fPr>
                                <m:num>
                                  <m:r>
                                    <a:rPr lang="en-US" sz="1800" b="1" i="1">
                                      <a:solidFill>
                                        <a:srgbClr val="FF0000"/>
                                      </a:solidFill>
                                      <a:latin typeface="Cambria Math" panose="02040503050406030204" pitchFamily="18" charset="0"/>
                                    </a:rPr>
                                    <m:t>+</m:t>
                                  </m:r>
                                  <m:r>
                                    <a:rPr lang="en-US" sz="1800" b="1" i="1">
                                      <a:solidFill>
                                        <a:srgbClr val="FF0000"/>
                                      </a:solidFill>
                                      <a:latin typeface="Cambria Math" panose="02040503050406030204" pitchFamily="18" charset="0"/>
                                    </a:rPr>
                                    <m:t>𝟏</m:t>
                                  </m:r>
                                </m:num>
                                <m:den>
                                  <m:r>
                                    <a:rPr lang="en-US" sz="1800" b="1" i="1" smtClean="0">
                                      <a:solidFill>
                                        <a:srgbClr val="FF0000"/>
                                      </a:solidFill>
                                      <a:latin typeface="Cambria Math" panose="02040503050406030204" pitchFamily="18" charset="0"/>
                                    </a:rPr>
                                    <m:t>𝟑</m:t>
                                  </m:r>
                                </m:den>
                              </m:f>
                            </m:oMath>
                          </a14:m>
                          <a:endParaRPr lang="en-US" sz="1800" b="1" baseline="-250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FF0000"/>
                                    </a:solidFill>
                                    <a:latin typeface="Cambria Math" panose="02040503050406030204" pitchFamily="18" charset="0"/>
                                  </a:rPr>
                                  <m:t>𝑻</m:t>
                                </m:r>
                                <m:r>
                                  <a:rPr lang="en-US" sz="1800" b="1" i="1" baseline="-25000" smtClean="0">
                                    <a:solidFill>
                                      <a:srgbClr val="FF0000"/>
                                    </a:solidFill>
                                    <a:latin typeface="Cambria Math" panose="02040503050406030204" pitchFamily="18" charset="0"/>
                                  </a:rPr>
                                  <m:t>𝟑</m:t>
                                </m:r>
                                <m:r>
                                  <a:rPr lang="en-US" sz="1800" b="1" i="1" smtClean="0">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𝟎</m:t>
                                </m:r>
                              </m:oMath>
                            </m:oMathPara>
                          </a14:m>
                          <a:br>
                            <a:rPr lang="en-US" sz="1800" b="1" dirty="0">
                              <a:solidFill>
                                <a:srgbClr val="FF0000"/>
                              </a:solidFill>
                            </a:rPr>
                          </a:br>
                          <a14:m>
                            <m:oMath xmlns:m="http://schemas.openxmlformats.org/officeDocument/2006/math">
                              <m:r>
                                <a:rPr lang="en-US" sz="1800" b="1" i="1" smtClean="0">
                                  <a:solidFill>
                                    <a:srgbClr val="FF0000"/>
                                  </a:solidFill>
                                  <a:latin typeface="Cambria Math" panose="02040503050406030204" pitchFamily="18" charset="0"/>
                                </a:rPr>
                                <m:t>𝒀</m:t>
                              </m:r>
                              <m:r>
                                <a:rPr lang="en-US" sz="1800" b="1" i="1" baseline="-25000" smtClean="0">
                                  <a:solidFill>
                                    <a:srgbClr val="FF0000"/>
                                  </a:solidFill>
                                  <a:latin typeface="Cambria Math" panose="02040503050406030204" pitchFamily="18" charset="0"/>
                                </a:rPr>
                                <m:t>𝒘</m:t>
                              </m:r>
                            </m:oMath>
                          </a14:m>
                          <a:r>
                            <a:rPr lang="en-US" sz="1800" b="1" dirty="0">
                              <a:solidFill>
                                <a:srgbClr val="FF0000"/>
                              </a:solidFill>
                            </a:rPr>
                            <a:t> </a:t>
                          </a:r>
                          <a14:m>
                            <m:oMath xmlns:m="http://schemas.openxmlformats.org/officeDocument/2006/math">
                              <m:r>
                                <a:rPr lang="en-US" sz="1800" b="1" i="1">
                                  <a:solidFill>
                                    <a:srgbClr val="FF0000"/>
                                  </a:solidFill>
                                  <a:latin typeface="Cambria Math" panose="02040503050406030204" pitchFamily="18" charset="0"/>
                                </a:rPr>
                                <m:t>=</m:t>
                              </m:r>
                              <m:f>
                                <m:fPr>
                                  <m:type m:val="lin"/>
                                  <m:ctrlPr>
                                    <a:rPr lang="en-US" sz="1800" b="1" i="1">
                                      <a:solidFill>
                                        <a:srgbClr val="FF0000"/>
                                      </a:solidFill>
                                      <a:latin typeface="Cambria Math" panose="02040503050406030204" pitchFamily="18" charset="0"/>
                                    </a:rPr>
                                  </m:ctrlPr>
                                </m:fPr>
                                <m:num>
                                  <m:r>
                                    <a:rPr lang="en-US" sz="1800" b="1" i="1">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𝟒</m:t>
                                  </m:r>
                                </m:num>
                                <m:den>
                                  <m:r>
                                    <a:rPr lang="en-US" sz="1800" b="1" i="1" smtClean="0">
                                      <a:solidFill>
                                        <a:srgbClr val="FF0000"/>
                                      </a:solidFill>
                                      <a:latin typeface="Cambria Math" panose="02040503050406030204" pitchFamily="18" charset="0"/>
                                    </a:rPr>
                                    <m:t>𝟑</m:t>
                                  </m:r>
                                </m:den>
                              </m:f>
                            </m:oMath>
                          </a14:m>
                          <a:endParaRPr lang="en-US" sz="1800" b="1" baseline="-25000" dirty="0">
                            <a:solidFill>
                              <a:srgbClr val="FF0000"/>
                            </a:solidFill>
                          </a:endParaRPr>
                        </a:p>
                      </a:txBody>
                      <a:tcPr/>
                    </a:tc>
                    <a:extLst>
                      <a:ext uri="{0D108BD9-81ED-4DB2-BD59-A6C34878D82A}">
                        <a16:rowId xmlns:a16="http://schemas.microsoft.com/office/drawing/2014/main" val="1648787437"/>
                      </a:ext>
                    </a:extLst>
                  </a:tr>
                  <a:tr h="629059">
                    <a:tc>
                      <a:txBody>
                        <a:bodyPr/>
                        <a:lstStyle/>
                        <a:p>
                          <a:pPr algn="ctr"/>
                          <a:r>
                            <a:rPr lang="en-US" dirty="0"/>
                            <a:t>anti</a:t>
                          </a:r>
                        </a:p>
                        <a:p>
                          <a:pPr algn="ctr"/>
                          <a:r>
                            <a:rPr lang="en-US" dirty="0"/>
                            <a:t>Q = -2/3</a:t>
                          </a: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0070C0"/>
                                    </a:solidFill>
                                    <a:latin typeface="Cambria Math" panose="02040503050406030204" pitchFamily="18" charset="0"/>
                                  </a:rPr>
                                  <m:t>𝑻</m:t>
                                </m:r>
                                <m:r>
                                  <a:rPr lang="en-US" sz="1800" b="1" i="1" baseline="-25000" smtClean="0">
                                    <a:solidFill>
                                      <a:srgbClr val="0070C0"/>
                                    </a:solidFill>
                                    <a:latin typeface="Cambria Math" panose="02040503050406030204" pitchFamily="18" charset="0"/>
                                  </a:rPr>
                                  <m:t>𝟑</m:t>
                                </m:r>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𝟎</m:t>
                                </m:r>
                              </m:oMath>
                            </m:oMathPara>
                          </a14:m>
                          <a:br>
                            <a:rPr lang="en-US" sz="1800" b="1" dirty="0">
                              <a:solidFill>
                                <a:srgbClr val="0070C0"/>
                              </a:solidFill>
                            </a:rPr>
                          </a:br>
                          <a14:m>
                            <m:oMath xmlns:m="http://schemas.openxmlformats.org/officeDocument/2006/math">
                              <m:r>
                                <a:rPr lang="en-US" sz="1800" b="1" i="1" smtClean="0">
                                  <a:solidFill>
                                    <a:srgbClr val="0070C0"/>
                                  </a:solidFill>
                                  <a:latin typeface="Cambria Math" panose="02040503050406030204" pitchFamily="18" charset="0"/>
                                </a:rPr>
                                <m:t>𝒀</m:t>
                              </m:r>
                              <m:r>
                                <a:rPr lang="en-US" sz="1800" b="1" i="1" baseline="-25000" smtClean="0">
                                  <a:solidFill>
                                    <a:srgbClr val="0070C0"/>
                                  </a:solidFill>
                                  <a:latin typeface="Cambria Math" panose="02040503050406030204" pitchFamily="18" charset="0"/>
                                </a:rPr>
                                <m:t>𝒘</m:t>
                              </m:r>
                            </m:oMath>
                          </a14:m>
                          <a:r>
                            <a:rPr lang="en-US" sz="1800" b="1" dirty="0">
                              <a:solidFill>
                                <a:srgbClr val="0070C0"/>
                              </a:solidFill>
                            </a:rPr>
                            <a:t> </a:t>
                          </a:r>
                          <a14:m>
                            <m:oMath xmlns:m="http://schemas.openxmlformats.org/officeDocument/2006/math">
                              <m:r>
                                <a:rPr lang="en-US" sz="1800" b="1" i="1">
                                  <a:solidFill>
                                    <a:srgbClr val="0070C0"/>
                                  </a:solidFill>
                                  <a:latin typeface="Cambria Math" panose="02040503050406030204" pitchFamily="18" charset="0"/>
                                </a:rPr>
                                <m:t>=</m:t>
                              </m:r>
                              <m:f>
                                <m:fPr>
                                  <m:type m:val="lin"/>
                                  <m:ctrlPr>
                                    <a:rPr lang="en-US" sz="1800" b="1" i="1">
                                      <a:solidFill>
                                        <a:srgbClr val="0070C0"/>
                                      </a:solidFill>
                                      <a:latin typeface="Cambria Math" panose="02040503050406030204" pitchFamily="18" charset="0"/>
                                    </a:rPr>
                                  </m:ctrlPr>
                                </m:fPr>
                                <m:num>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𝟒</m:t>
                                  </m:r>
                                </m:num>
                                <m:den>
                                  <m:r>
                                    <a:rPr lang="en-US" sz="1800" b="1" i="1" smtClean="0">
                                      <a:solidFill>
                                        <a:srgbClr val="0070C0"/>
                                      </a:solidFill>
                                      <a:latin typeface="Cambria Math" panose="02040503050406030204" pitchFamily="18" charset="0"/>
                                    </a:rPr>
                                    <m:t>𝟑</m:t>
                                  </m:r>
                                </m:den>
                              </m:f>
                            </m:oMath>
                          </a14:m>
                          <a:endParaRPr lang="en-US" sz="1800" b="1" baseline="-25000" dirty="0">
                            <a:solidFill>
                              <a:srgbClr val="0070C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0070C0"/>
                                    </a:solidFill>
                                    <a:latin typeface="Cambria Math" panose="02040503050406030204" pitchFamily="18" charset="0"/>
                                  </a:rPr>
                                  <m:t>𝑻</m:t>
                                </m:r>
                                <m:r>
                                  <a:rPr lang="en-US" sz="1800" b="1" i="1" baseline="-25000" smtClean="0">
                                    <a:solidFill>
                                      <a:srgbClr val="0070C0"/>
                                    </a:solidFill>
                                    <a:latin typeface="Cambria Math" panose="02040503050406030204" pitchFamily="18" charset="0"/>
                                  </a:rPr>
                                  <m:t>𝟑</m:t>
                                </m:r>
                                <m:r>
                                  <a:rPr lang="en-US" sz="1800" b="1" i="1" smtClean="0">
                                    <a:solidFill>
                                      <a:srgbClr val="0070C0"/>
                                    </a:solidFill>
                                    <a:latin typeface="Cambria Math" panose="02040503050406030204" pitchFamily="18" charset="0"/>
                                  </a:rPr>
                                  <m:t>=</m:t>
                                </m:r>
                                <m:f>
                                  <m:fPr>
                                    <m:type m:val="lin"/>
                                    <m:ctrlPr>
                                      <a:rPr lang="en-US" sz="1800" b="1" i="1" smtClean="0">
                                        <a:solidFill>
                                          <a:srgbClr val="0070C0"/>
                                        </a:solidFill>
                                        <a:latin typeface="Cambria Math" panose="02040503050406030204" pitchFamily="18" charset="0"/>
                                      </a:rPr>
                                    </m:ctrlPr>
                                  </m:fPr>
                                  <m:num>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𝟏</m:t>
                                    </m:r>
                                  </m:num>
                                  <m:den>
                                    <m:r>
                                      <a:rPr lang="en-US" sz="1800" b="1" i="1" smtClean="0">
                                        <a:solidFill>
                                          <a:srgbClr val="0070C0"/>
                                        </a:solidFill>
                                        <a:latin typeface="Cambria Math" panose="02040503050406030204" pitchFamily="18" charset="0"/>
                                      </a:rPr>
                                      <m:t>𝟐</m:t>
                                    </m:r>
                                  </m:den>
                                </m:f>
                              </m:oMath>
                            </m:oMathPara>
                          </a14:m>
                          <a:br>
                            <a:rPr lang="en-US" sz="1800" b="1" dirty="0">
                              <a:solidFill>
                                <a:srgbClr val="0070C0"/>
                              </a:solidFill>
                            </a:rPr>
                          </a:br>
                          <a14:m>
                            <m:oMath xmlns:m="http://schemas.openxmlformats.org/officeDocument/2006/math">
                              <m:r>
                                <a:rPr lang="en-US" sz="1800" b="1" i="1" smtClean="0">
                                  <a:solidFill>
                                    <a:srgbClr val="0070C0"/>
                                  </a:solidFill>
                                  <a:latin typeface="Cambria Math" panose="02040503050406030204" pitchFamily="18" charset="0"/>
                                </a:rPr>
                                <m:t>𝒀</m:t>
                              </m:r>
                              <m:r>
                                <a:rPr lang="en-US" sz="1800" b="1" i="1" baseline="-25000" smtClean="0">
                                  <a:solidFill>
                                    <a:srgbClr val="0070C0"/>
                                  </a:solidFill>
                                  <a:latin typeface="Cambria Math" panose="02040503050406030204" pitchFamily="18" charset="0"/>
                                </a:rPr>
                                <m:t>𝒘</m:t>
                              </m:r>
                            </m:oMath>
                          </a14:m>
                          <a:r>
                            <a:rPr lang="en-US" sz="1800" b="1" dirty="0">
                              <a:solidFill>
                                <a:srgbClr val="0070C0"/>
                              </a:solidFill>
                            </a:rPr>
                            <a:t> </a:t>
                          </a:r>
                          <a14:m>
                            <m:oMath xmlns:m="http://schemas.openxmlformats.org/officeDocument/2006/math">
                              <m:r>
                                <a:rPr lang="en-US" sz="1800" b="1" i="1">
                                  <a:solidFill>
                                    <a:srgbClr val="0070C0"/>
                                  </a:solidFill>
                                  <a:latin typeface="Cambria Math" panose="02040503050406030204" pitchFamily="18" charset="0"/>
                                </a:rPr>
                                <m:t>=</m:t>
                              </m:r>
                              <m:f>
                                <m:fPr>
                                  <m:type m:val="lin"/>
                                  <m:ctrlPr>
                                    <a:rPr lang="en-US" sz="1800" b="1" i="1">
                                      <a:solidFill>
                                        <a:srgbClr val="0070C0"/>
                                      </a:solidFill>
                                      <a:latin typeface="Cambria Math" panose="02040503050406030204" pitchFamily="18" charset="0"/>
                                    </a:rPr>
                                  </m:ctrlPr>
                                </m:fPr>
                                <m:num>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𝟏</m:t>
                                  </m:r>
                                </m:num>
                                <m:den>
                                  <m:r>
                                    <a:rPr lang="en-US" sz="1800" b="1" i="1" smtClean="0">
                                      <a:solidFill>
                                        <a:srgbClr val="0070C0"/>
                                      </a:solidFill>
                                      <a:latin typeface="Cambria Math" panose="02040503050406030204" pitchFamily="18" charset="0"/>
                                    </a:rPr>
                                    <m:t>𝟑</m:t>
                                  </m:r>
                                </m:den>
                              </m:f>
                            </m:oMath>
                          </a14:m>
                          <a:endParaRPr lang="en-US" sz="1800" b="1" baseline="-25000" dirty="0">
                            <a:solidFill>
                              <a:srgbClr val="0070C0"/>
                            </a:solidFill>
                          </a:endParaRPr>
                        </a:p>
                      </a:txBody>
                      <a:tcPr/>
                    </a:tc>
                    <a:extLst>
                      <a:ext uri="{0D108BD9-81ED-4DB2-BD59-A6C34878D82A}">
                        <a16:rowId xmlns:a16="http://schemas.microsoft.com/office/drawing/2014/main" val="61347557"/>
                      </a:ext>
                    </a:extLst>
                  </a:tr>
                </a:tbl>
              </a:graphicData>
            </a:graphic>
          </p:graphicFrame>
        </mc:Choice>
        <mc:Fallback xmlns="">
          <p:graphicFrame>
            <p:nvGraphicFramePr>
              <p:cNvPr id="7" name="Table 4">
                <a:extLst>
                  <a:ext uri="{FF2B5EF4-FFF2-40B4-BE49-F238E27FC236}">
                    <a16:creationId xmlns:a16="http://schemas.microsoft.com/office/drawing/2014/main" id="{4276CE03-6E2B-384B-9C05-2A149AC4988F}"/>
                  </a:ext>
                </a:extLst>
              </p:cNvPr>
              <p:cNvGraphicFramePr>
                <a:graphicFrameLocks noGrp="1"/>
              </p:cNvGraphicFramePr>
              <p:nvPr>
                <p:extLst>
                  <p:ext uri="{D42A27DB-BD31-4B8C-83A1-F6EECF244321}">
                    <p14:modId xmlns:p14="http://schemas.microsoft.com/office/powerpoint/2010/main" val="1749141847"/>
                  </p:ext>
                </p:extLst>
              </p:nvPr>
            </p:nvGraphicFramePr>
            <p:xfrm>
              <a:off x="6997033" y="711645"/>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40080">
                    <a:tc>
                      <a:txBody>
                        <a:bodyPr/>
                        <a:lstStyle/>
                        <a:p>
                          <a:pPr algn="ctr"/>
                          <a:r>
                            <a:rPr lang="en-US" dirty="0"/>
                            <a:t>up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40080">
                    <a:tc>
                      <a:txBody>
                        <a:bodyPr/>
                        <a:lstStyle/>
                        <a:p>
                          <a:pPr algn="ctr"/>
                          <a:r>
                            <a:rPr lang="en-US" dirty="0"/>
                            <a:t>pro</a:t>
                          </a:r>
                        </a:p>
                        <a:p>
                          <a:pPr algn="ctr"/>
                          <a:r>
                            <a:rPr lang="en-US" dirty="0"/>
                            <a:t>Q = 2/3</a:t>
                          </a:r>
                        </a:p>
                      </a:txBody>
                      <a:tcPr/>
                    </a:tc>
                    <a:tc>
                      <a:txBody>
                        <a:bodyPr/>
                        <a:lstStyle/>
                        <a:p>
                          <a:endParaRPr lang="en-US"/>
                        </a:p>
                      </a:txBody>
                      <a:tcPr>
                        <a:blipFill>
                          <a:blip r:embed="rId3"/>
                          <a:stretch>
                            <a:fillRect l="-75472" t="-108000" r="-101887" b="-202000"/>
                          </a:stretch>
                        </a:blipFill>
                      </a:tcPr>
                    </a:tc>
                    <a:tc>
                      <a:txBody>
                        <a:bodyPr/>
                        <a:lstStyle/>
                        <a:p>
                          <a:endParaRPr lang="en-US"/>
                        </a:p>
                      </a:txBody>
                      <a:tcPr>
                        <a:blipFill>
                          <a:blip r:embed="rId3"/>
                          <a:stretch>
                            <a:fillRect l="-175472" t="-108000" r="-1887" b="-202000"/>
                          </a:stretch>
                        </a:blipFill>
                      </a:tcPr>
                    </a:tc>
                    <a:extLst>
                      <a:ext uri="{0D108BD9-81ED-4DB2-BD59-A6C34878D82A}">
                        <a16:rowId xmlns:a16="http://schemas.microsoft.com/office/drawing/2014/main" val="1648787437"/>
                      </a:ext>
                    </a:extLst>
                  </a:tr>
                  <a:tr h="640080">
                    <a:tc>
                      <a:txBody>
                        <a:bodyPr/>
                        <a:lstStyle/>
                        <a:p>
                          <a:pPr algn="ctr"/>
                          <a:r>
                            <a:rPr lang="en-US" dirty="0"/>
                            <a:t>anti</a:t>
                          </a:r>
                        </a:p>
                        <a:p>
                          <a:pPr algn="ctr"/>
                          <a:r>
                            <a:rPr lang="en-US" dirty="0"/>
                            <a:t>Q = -2/3</a:t>
                          </a:r>
                        </a:p>
                      </a:txBody>
                      <a:tcPr/>
                    </a:tc>
                    <a:tc>
                      <a:txBody>
                        <a:bodyPr/>
                        <a:lstStyle/>
                        <a:p>
                          <a:endParaRPr lang="en-US"/>
                        </a:p>
                      </a:txBody>
                      <a:tcPr>
                        <a:blipFill>
                          <a:blip r:embed="rId3"/>
                          <a:stretch>
                            <a:fillRect l="-75472" t="-203922" r="-101887" b="-98039"/>
                          </a:stretch>
                        </a:blipFill>
                      </a:tcPr>
                    </a:tc>
                    <a:tc>
                      <a:txBody>
                        <a:bodyPr/>
                        <a:lstStyle/>
                        <a:p>
                          <a:endParaRPr lang="en-US"/>
                        </a:p>
                      </a:txBody>
                      <a:tcPr>
                        <a:blipFill>
                          <a:blip r:embed="rId3"/>
                          <a:stretch>
                            <a:fillRect l="-175472" t="-203922" r="-1887" b="-98039"/>
                          </a:stretch>
                        </a:blipFill>
                      </a:tcPr>
                    </a:tc>
                    <a:extLst>
                      <a:ext uri="{0D108BD9-81ED-4DB2-BD59-A6C34878D82A}">
                        <a16:rowId xmlns:a16="http://schemas.microsoft.com/office/drawing/2014/main" val="6134755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4">
                <a:extLst>
                  <a:ext uri="{FF2B5EF4-FFF2-40B4-BE49-F238E27FC236}">
                    <a16:creationId xmlns:a16="http://schemas.microsoft.com/office/drawing/2014/main" id="{DA45631B-230F-6D40-B9BF-97EA589BDF1C}"/>
                  </a:ext>
                </a:extLst>
              </p:cNvPr>
              <p:cNvGraphicFramePr>
                <a:graphicFrameLocks noGrp="1"/>
              </p:cNvGraphicFramePr>
              <p:nvPr>
                <p:extLst>
                  <p:ext uri="{D42A27DB-BD31-4B8C-83A1-F6EECF244321}">
                    <p14:modId xmlns:p14="http://schemas.microsoft.com/office/powerpoint/2010/main" val="1621038889"/>
                  </p:ext>
                </p:extLst>
              </p:nvPr>
            </p:nvGraphicFramePr>
            <p:xfrm>
              <a:off x="6997032"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29059">
                    <a:tc>
                      <a:txBody>
                        <a:bodyPr/>
                        <a:lstStyle/>
                        <a:p>
                          <a:pPr algn="ctr"/>
                          <a:r>
                            <a:rPr lang="en-US" dirty="0"/>
                            <a:t>down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29059">
                    <a:tc>
                      <a:txBody>
                        <a:bodyPr/>
                        <a:lstStyle/>
                        <a:p>
                          <a:pPr algn="ctr"/>
                          <a:r>
                            <a:rPr lang="en-US" dirty="0"/>
                            <a:t>pro</a:t>
                          </a:r>
                          <a:br>
                            <a:rPr lang="en-US" dirty="0"/>
                          </a:br>
                          <a:r>
                            <a:rPr lang="en-US" dirty="0"/>
                            <a:t>Q = -1/3</a:t>
                          </a: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0070C0"/>
                                    </a:solidFill>
                                    <a:latin typeface="Cambria Math" panose="02040503050406030204" pitchFamily="18" charset="0"/>
                                  </a:rPr>
                                  <m:t>𝑻</m:t>
                                </m:r>
                                <m:r>
                                  <a:rPr lang="en-US" sz="1800" b="1" i="1" baseline="-25000" smtClean="0">
                                    <a:solidFill>
                                      <a:srgbClr val="0070C0"/>
                                    </a:solidFill>
                                    <a:latin typeface="Cambria Math" panose="02040503050406030204" pitchFamily="18" charset="0"/>
                                  </a:rPr>
                                  <m:t>𝟑</m:t>
                                </m:r>
                                <m:r>
                                  <a:rPr lang="en-US" sz="1800" b="1" i="1" smtClean="0">
                                    <a:solidFill>
                                      <a:srgbClr val="0070C0"/>
                                    </a:solidFill>
                                    <a:latin typeface="Cambria Math" panose="02040503050406030204" pitchFamily="18" charset="0"/>
                                  </a:rPr>
                                  <m:t>=</m:t>
                                </m:r>
                                <m:f>
                                  <m:fPr>
                                    <m:type m:val="lin"/>
                                    <m:ctrlPr>
                                      <a:rPr lang="en-US" sz="1800" b="1" i="1">
                                        <a:solidFill>
                                          <a:srgbClr val="0070C0"/>
                                        </a:solidFill>
                                        <a:latin typeface="Cambria Math" panose="02040503050406030204" pitchFamily="18" charset="0"/>
                                      </a:rPr>
                                    </m:ctrlPr>
                                  </m:fPr>
                                  <m:num>
                                    <m:r>
                                      <a:rPr lang="en-US" sz="1800" b="1" i="1" smtClean="0">
                                        <a:solidFill>
                                          <a:srgbClr val="0070C0"/>
                                        </a:solidFill>
                                        <a:latin typeface="Cambria Math" panose="02040503050406030204" pitchFamily="18" charset="0"/>
                                      </a:rPr>
                                      <m:t>−</m:t>
                                    </m:r>
                                    <m:r>
                                      <a:rPr lang="en-US" sz="1800" b="1" i="1">
                                        <a:solidFill>
                                          <a:srgbClr val="0070C0"/>
                                        </a:solidFill>
                                        <a:latin typeface="Cambria Math" panose="02040503050406030204" pitchFamily="18" charset="0"/>
                                      </a:rPr>
                                      <m:t>𝟏</m:t>
                                    </m:r>
                                  </m:num>
                                  <m:den>
                                    <m:r>
                                      <a:rPr lang="en-US" sz="1800" b="1" i="1">
                                        <a:solidFill>
                                          <a:srgbClr val="0070C0"/>
                                        </a:solidFill>
                                        <a:latin typeface="Cambria Math" panose="02040503050406030204" pitchFamily="18" charset="0"/>
                                      </a:rPr>
                                      <m:t>𝟐</m:t>
                                    </m:r>
                                  </m:den>
                                </m:f>
                              </m:oMath>
                            </m:oMathPara>
                          </a14:m>
                          <a:br>
                            <a:rPr lang="en-US" sz="1800" b="1" dirty="0">
                              <a:solidFill>
                                <a:srgbClr val="0070C0"/>
                              </a:solidFill>
                            </a:rPr>
                          </a:br>
                          <a14:m>
                            <m:oMath xmlns:m="http://schemas.openxmlformats.org/officeDocument/2006/math">
                              <m:r>
                                <a:rPr lang="en-US" sz="1800" b="1" i="1" smtClean="0">
                                  <a:solidFill>
                                    <a:srgbClr val="0070C0"/>
                                  </a:solidFill>
                                  <a:latin typeface="Cambria Math" panose="02040503050406030204" pitchFamily="18" charset="0"/>
                                </a:rPr>
                                <m:t>𝒀</m:t>
                              </m:r>
                              <m:r>
                                <a:rPr lang="en-US" sz="1800" b="1" i="1" baseline="-25000" smtClean="0">
                                  <a:solidFill>
                                    <a:srgbClr val="0070C0"/>
                                  </a:solidFill>
                                  <a:latin typeface="Cambria Math" panose="02040503050406030204" pitchFamily="18" charset="0"/>
                                </a:rPr>
                                <m:t>𝒘</m:t>
                              </m:r>
                            </m:oMath>
                          </a14:m>
                          <a:r>
                            <a:rPr lang="en-US" sz="1800" b="1" dirty="0">
                              <a:solidFill>
                                <a:srgbClr val="0070C0"/>
                              </a:solidFill>
                            </a:rPr>
                            <a:t> </a:t>
                          </a:r>
                          <a14:m>
                            <m:oMath xmlns:m="http://schemas.openxmlformats.org/officeDocument/2006/math">
                              <m:r>
                                <a:rPr lang="en-US" sz="1800" b="1" i="1">
                                  <a:solidFill>
                                    <a:srgbClr val="0070C0"/>
                                  </a:solidFill>
                                  <a:latin typeface="Cambria Math" panose="02040503050406030204" pitchFamily="18" charset="0"/>
                                </a:rPr>
                                <m:t>=</m:t>
                              </m:r>
                              <m:f>
                                <m:fPr>
                                  <m:type m:val="lin"/>
                                  <m:ctrlPr>
                                    <a:rPr lang="en-US" sz="1800" b="1" i="1">
                                      <a:solidFill>
                                        <a:srgbClr val="0070C0"/>
                                      </a:solidFill>
                                      <a:latin typeface="Cambria Math" panose="02040503050406030204" pitchFamily="18" charset="0"/>
                                    </a:rPr>
                                  </m:ctrlPr>
                                </m:fPr>
                                <m:num>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𝟏</m:t>
                                  </m:r>
                                </m:num>
                                <m:den>
                                  <m:r>
                                    <a:rPr lang="en-US" sz="1800" b="1" i="1" smtClean="0">
                                      <a:solidFill>
                                        <a:srgbClr val="0070C0"/>
                                      </a:solidFill>
                                      <a:latin typeface="Cambria Math" panose="02040503050406030204" pitchFamily="18" charset="0"/>
                                    </a:rPr>
                                    <m:t>𝟑</m:t>
                                  </m:r>
                                </m:den>
                              </m:f>
                            </m:oMath>
                          </a14:m>
                          <a:endParaRPr lang="en-US" sz="1800" b="1" baseline="-25000" dirty="0">
                            <a:solidFill>
                              <a:srgbClr val="0070C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0070C0"/>
                                    </a:solidFill>
                                    <a:latin typeface="Cambria Math" panose="02040503050406030204" pitchFamily="18" charset="0"/>
                                  </a:rPr>
                                  <m:t>𝑻</m:t>
                                </m:r>
                                <m:r>
                                  <a:rPr lang="en-US" sz="1800" b="1" i="1" baseline="-25000" smtClean="0">
                                    <a:solidFill>
                                      <a:srgbClr val="0070C0"/>
                                    </a:solidFill>
                                    <a:latin typeface="Cambria Math" panose="02040503050406030204" pitchFamily="18" charset="0"/>
                                  </a:rPr>
                                  <m:t>𝟑</m:t>
                                </m:r>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𝟎</m:t>
                                </m:r>
                              </m:oMath>
                            </m:oMathPara>
                          </a14:m>
                          <a:br>
                            <a:rPr lang="en-US" sz="1800" b="1" dirty="0">
                              <a:solidFill>
                                <a:srgbClr val="0070C0"/>
                              </a:solidFill>
                            </a:rPr>
                          </a:br>
                          <a14:m>
                            <m:oMath xmlns:m="http://schemas.openxmlformats.org/officeDocument/2006/math">
                              <m:r>
                                <a:rPr lang="en-US" sz="1800" b="1" i="1" smtClean="0">
                                  <a:solidFill>
                                    <a:srgbClr val="0070C0"/>
                                  </a:solidFill>
                                  <a:latin typeface="Cambria Math" panose="02040503050406030204" pitchFamily="18" charset="0"/>
                                </a:rPr>
                                <m:t>𝒀</m:t>
                              </m:r>
                              <m:r>
                                <a:rPr lang="en-US" sz="1800" b="1" i="1" baseline="-25000" smtClean="0">
                                  <a:solidFill>
                                    <a:srgbClr val="0070C0"/>
                                  </a:solidFill>
                                  <a:latin typeface="Cambria Math" panose="02040503050406030204" pitchFamily="18" charset="0"/>
                                </a:rPr>
                                <m:t>𝒘</m:t>
                              </m:r>
                            </m:oMath>
                          </a14:m>
                          <a:r>
                            <a:rPr lang="en-US" sz="1800" b="1" dirty="0">
                              <a:solidFill>
                                <a:srgbClr val="0070C0"/>
                              </a:solidFill>
                            </a:rPr>
                            <a:t> </a:t>
                          </a:r>
                          <a14:m>
                            <m:oMath xmlns:m="http://schemas.openxmlformats.org/officeDocument/2006/math">
                              <m:r>
                                <a:rPr lang="en-US" sz="1800" b="1" i="1">
                                  <a:solidFill>
                                    <a:srgbClr val="0070C0"/>
                                  </a:solidFill>
                                  <a:latin typeface="Cambria Math" panose="02040503050406030204" pitchFamily="18" charset="0"/>
                                </a:rPr>
                                <m:t>=</m:t>
                              </m:r>
                              <m:f>
                                <m:fPr>
                                  <m:type m:val="lin"/>
                                  <m:ctrlPr>
                                    <a:rPr lang="en-US" sz="1800" b="1" i="1">
                                      <a:solidFill>
                                        <a:srgbClr val="0070C0"/>
                                      </a:solidFill>
                                      <a:latin typeface="Cambria Math" panose="02040503050406030204" pitchFamily="18" charset="0"/>
                                    </a:rPr>
                                  </m:ctrlPr>
                                </m:fPr>
                                <m:num>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𝟐</m:t>
                                  </m:r>
                                </m:num>
                                <m:den>
                                  <m:r>
                                    <a:rPr lang="en-US" sz="1800" b="1" i="1" smtClean="0">
                                      <a:solidFill>
                                        <a:srgbClr val="0070C0"/>
                                      </a:solidFill>
                                      <a:latin typeface="Cambria Math" panose="02040503050406030204" pitchFamily="18" charset="0"/>
                                    </a:rPr>
                                    <m:t>𝟑</m:t>
                                  </m:r>
                                </m:den>
                              </m:f>
                            </m:oMath>
                          </a14:m>
                          <a:endParaRPr lang="en-US" sz="1800" b="1" baseline="-25000" dirty="0">
                            <a:solidFill>
                              <a:srgbClr val="0070C0"/>
                            </a:solidFill>
                          </a:endParaRPr>
                        </a:p>
                      </a:txBody>
                      <a:tcPr/>
                    </a:tc>
                    <a:extLst>
                      <a:ext uri="{0D108BD9-81ED-4DB2-BD59-A6C34878D82A}">
                        <a16:rowId xmlns:a16="http://schemas.microsoft.com/office/drawing/2014/main" val="1648787437"/>
                      </a:ext>
                    </a:extLst>
                  </a:tr>
                  <a:tr h="629059">
                    <a:tc>
                      <a:txBody>
                        <a:bodyPr/>
                        <a:lstStyle/>
                        <a:p>
                          <a:pPr algn="ctr"/>
                          <a:r>
                            <a:rPr lang="en-US" dirty="0"/>
                            <a:t>anti</a:t>
                          </a:r>
                        </a:p>
                        <a:p>
                          <a:pPr algn="ctr"/>
                          <a:r>
                            <a:rPr lang="en-US" dirty="0"/>
                            <a:t>Q = +1/3</a:t>
                          </a: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FF0000"/>
                                    </a:solidFill>
                                    <a:latin typeface="Cambria Math" panose="02040503050406030204" pitchFamily="18" charset="0"/>
                                  </a:rPr>
                                  <m:t>𝑻</m:t>
                                </m:r>
                                <m:r>
                                  <a:rPr lang="en-US" sz="1800" b="1" i="1" baseline="-25000" smtClean="0">
                                    <a:solidFill>
                                      <a:srgbClr val="FF0000"/>
                                    </a:solidFill>
                                    <a:latin typeface="Cambria Math" panose="02040503050406030204" pitchFamily="18" charset="0"/>
                                  </a:rPr>
                                  <m:t>𝟑</m:t>
                                </m:r>
                                <m:r>
                                  <a:rPr lang="en-US" sz="1800" b="1" i="1" smtClean="0">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𝟎</m:t>
                                </m:r>
                              </m:oMath>
                            </m:oMathPara>
                          </a14:m>
                          <a:br>
                            <a:rPr lang="en-US" sz="1800" b="1" dirty="0">
                              <a:solidFill>
                                <a:srgbClr val="FF0000"/>
                              </a:solidFill>
                            </a:rPr>
                          </a:br>
                          <a14:m>
                            <m:oMath xmlns:m="http://schemas.openxmlformats.org/officeDocument/2006/math">
                              <m:r>
                                <a:rPr lang="en-US" sz="1800" b="1" i="1" smtClean="0">
                                  <a:solidFill>
                                    <a:srgbClr val="FF0000"/>
                                  </a:solidFill>
                                  <a:latin typeface="Cambria Math" panose="02040503050406030204" pitchFamily="18" charset="0"/>
                                </a:rPr>
                                <m:t>𝒀</m:t>
                              </m:r>
                              <m:r>
                                <a:rPr lang="en-US" sz="1800" b="1" i="1" baseline="-25000" smtClean="0">
                                  <a:solidFill>
                                    <a:srgbClr val="FF0000"/>
                                  </a:solidFill>
                                  <a:latin typeface="Cambria Math" panose="02040503050406030204" pitchFamily="18" charset="0"/>
                                </a:rPr>
                                <m:t>𝒘</m:t>
                              </m:r>
                            </m:oMath>
                          </a14:m>
                          <a:r>
                            <a:rPr lang="en-US" sz="1800" b="1" dirty="0">
                              <a:solidFill>
                                <a:srgbClr val="FF0000"/>
                              </a:solidFill>
                            </a:rPr>
                            <a:t> </a:t>
                          </a:r>
                          <a14:m>
                            <m:oMath xmlns:m="http://schemas.openxmlformats.org/officeDocument/2006/math">
                              <m:r>
                                <a:rPr lang="en-US" sz="1800" b="1" i="1">
                                  <a:solidFill>
                                    <a:srgbClr val="FF0000"/>
                                  </a:solidFill>
                                  <a:latin typeface="Cambria Math" panose="02040503050406030204" pitchFamily="18" charset="0"/>
                                </a:rPr>
                                <m:t>=</m:t>
                              </m:r>
                              <m:f>
                                <m:fPr>
                                  <m:type m:val="lin"/>
                                  <m:ctrlPr>
                                    <a:rPr lang="en-US" sz="1800" b="1" i="1">
                                      <a:solidFill>
                                        <a:srgbClr val="FF0000"/>
                                      </a:solidFill>
                                      <a:latin typeface="Cambria Math" panose="02040503050406030204" pitchFamily="18" charset="0"/>
                                    </a:rPr>
                                  </m:ctrlPr>
                                </m:fPr>
                                <m:num>
                                  <m:r>
                                    <a:rPr lang="en-US" sz="1800" b="1" i="1" smtClean="0">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𝟐</m:t>
                                  </m:r>
                                </m:num>
                                <m:den>
                                  <m:r>
                                    <a:rPr lang="en-US" sz="1800" b="1" i="1" smtClean="0">
                                      <a:solidFill>
                                        <a:srgbClr val="FF0000"/>
                                      </a:solidFill>
                                      <a:latin typeface="Cambria Math" panose="02040503050406030204" pitchFamily="18" charset="0"/>
                                    </a:rPr>
                                    <m:t>𝟑</m:t>
                                  </m:r>
                                </m:den>
                              </m:f>
                            </m:oMath>
                          </a14:m>
                          <a:endParaRPr lang="en-US" sz="1800" b="1" baseline="-25000" dirty="0">
                            <a:solidFill>
                              <a:srgbClr val="FF000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FF0000"/>
                                    </a:solidFill>
                                    <a:latin typeface="Cambria Math" panose="02040503050406030204" pitchFamily="18" charset="0"/>
                                  </a:rPr>
                                  <m:t>𝑻</m:t>
                                </m:r>
                                <m:r>
                                  <a:rPr lang="en-US" sz="1800" b="1" i="1" baseline="-25000" smtClean="0">
                                    <a:solidFill>
                                      <a:srgbClr val="FF0000"/>
                                    </a:solidFill>
                                    <a:latin typeface="Cambria Math" panose="02040503050406030204" pitchFamily="18" charset="0"/>
                                  </a:rPr>
                                  <m:t>𝟑</m:t>
                                </m:r>
                                <m:r>
                                  <a:rPr lang="en-US" sz="1800" b="1" i="1" smtClean="0">
                                    <a:solidFill>
                                      <a:srgbClr val="FF0000"/>
                                    </a:solidFill>
                                    <a:latin typeface="Cambria Math" panose="02040503050406030204" pitchFamily="18" charset="0"/>
                                  </a:rPr>
                                  <m:t>=</m:t>
                                </m:r>
                                <m:f>
                                  <m:fPr>
                                    <m:type m:val="lin"/>
                                    <m:ctrlPr>
                                      <a:rPr lang="en-US" sz="1800" b="1" i="1">
                                        <a:solidFill>
                                          <a:srgbClr val="FF0000"/>
                                        </a:solidFill>
                                        <a:latin typeface="Cambria Math" panose="02040503050406030204" pitchFamily="18" charset="0"/>
                                      </a:rPr>
                                    </m:ctrlPr>
                                  </m:fPr>
                                  <m:num>
                                    <m:r>
                                      <a:rPr lang="en-US" sz="1800" b="1" i="1" smtClean="0">
                                        <a:solidFill>
                                          <a:srgbClr val="FF0000"/>
                                        </a:solidFill>
                                        <a:latin typeface="Cambria Math" panose="02040503050406030204" pitchFamily="18" charset="0"/>
                                      </a:rPr>
                                      <m:t>+</m:t>
                                    </m:r>
                                    <m:r>
                                      <a:rPr lang="en-US" sz="1800" b="1" i="1">
                                        <a:solidFill>
                                          <a:srgbClr val="FF0000"/>
                                        </a:solidFill>
                                        <a:latin typeface="Cambria Math" panose="02040503050406030204" pitchFamily="18" charset="0"/>
                                      </a:rPr>
                                      <m:t>𝟏</m:t>
                                    </m:r>
                                  </m:num>
                                  <m:den>
                                    <m:r>
                                      <a:rPr lang="en-US" sz="1800" b="1" i="1">
                                        <a:solidFill>
                                          <a:srgbClr val="FF0000"/>
                                        </a:solidFill>
                                        <a:latin typeface="Cambria Math" panose="02040503050406030204" pitchFamily="18" charset="0"/>
                                      </a:rPr>
                                      <m:t>𝟐</m:t>
                                    </m:r>
                                  </m:den>
                                </m:f>
                              </m:oMath>
                            </m:oMathPara>
                          </a14:m>
                          <a:br>
                            <a:rPr lang="en-US" sz="1800" b="1" dirty="0">
                              <a:solidFill>
                                <a:srgbClr val="FF0000"/>
                              </a:solidFill>
                            </a:rPr>
                          </a:br>
                          <a14:m>
                            <m:oMath xmlns:m="http://schemas.openxmlformats.org/officeDocument/2006/math">
                              <m:r>
                                <a:rPr lang="en-US" sz="1800" b="1" i="1" smtClean="0">
                                  <a:solidFill>
                                    <a:srgbClr val="FF0000"/>
                                  </a:solidFill>
                                  <a:latin typeface="Cambria Math" panose="02040503050406030204" pitchFamily="18" charset="0"/>
                                </a:rPr>
                                <m:t>𝒀</m:t>
                              </m:r>
                              <m:r>
                                <a:rPr lang="en-US" sz="1800" b="1" i="1" baseline="-25000" smtClean="0">
                                  <a:solidFill>
                                    <a:srgbClr val="FF0000"/>
                                  </a:solidFill>
                                  <a:latin typeface="Cambria Math" panose="02040503050406030204" pitchFamily="18" charset="0"/>
                                </a:rPr>
                                <m:t>𝒘</m:t>
                              </m:r>
                            </m:oMath>
                          </a14:m>
                          <a:r>
                            <a:rPr lang="en-US" sz="1800" b="1" dirty="0">
                              <a:solidFill>
                                <a:srgbClr val="FF0000"/>
                              </a:solidFill>
                            </a:rPr>
                            <a:t> </a:t>
                          </a:r>
                          <a14:m>
                            <m:oMath xmlns:m="http://schemas.openxmlformats.org/officeDocument/2006/math">
                              <m:r>
                                <a:rPr lang="en-US" sz="1800" b="1" i="1">
                                  <a:solidFill>
                                    <a:srgbClr val="FF0000"/>
                                  </a:solidFill>
                                  <a:latin typeface="Cambria Math" panose="02040503050406030204" pitchFamily="18" charset="0"/>
                                </a:rPr>
                                <m:t>=</m:t>
                              </m:r>
                              <m:f>
                                <m:fPr>
                                  <m:type m:val="lin"/>
                                  <m:ctrlPr>
                                    <a:rPr lang="en-US" sz="1800" b="1" i="1">
                                      <a:solidFill>
                                        <a:srgbClr val="FF0000"/>
                                      </a:solidFill>
                                      <a:latin typeface="Cambria Math" panose="02040503050406030204" pitchFamily="18" charset="0"/>
                                    </a:rPr>
                                  </m:ctrlPr>
                                </m:fPr>
                                <m:num>
                                  <m:r>
                                    <a:rPr lang="en-US" sz="1800" b="1" i="1" smtClean="0">
                                      <a:solidFill>
                                        <a:srgbClr val="FF0000"/>
                                      </a:solidFill>
                                      <a:latin typeface="Cambria Math" panose="02040503050406030204" pitchFamily="18" charset="0"/>
                                    </a:rPr>
                                    <m:t>−</m:t>
                                  </m:r>
                                  <m:r>
                                    <a:rPr lang="en-US" sz="1800" b="1" i="1" smtClean="0">
                                      <a:solidFill>
                                        <a:srgbClr val="FF0000"/>
                                      </a:solidFill>
                                      <a:latin typeface="Cambria Math" panose="02040503050406030204" pitchFamily="18" charset="0"/>
                                    </a:rPr>
                                    <m:t>𝟏</m:t>
                                  </m:r>
                                </m:num>
                                <m:den>
                                  <m:r>
                                    <a:rPr lang="en-US" sz="1800" b="1" i="1" smtClean="0">
                                      <a:solidFill>
                                        <a:srgbClr val="FF0000"/>
                                      </a:solidFill>
                                      <a:latin typeface="Cambria Math" panose="02040503050406030204" pitchFamily="18" charset="0"/>
                                    </a:rPr>
                                    <m:t>𝟑</m:t>
                                  </m:r>
                                </m:den>
                              </m:f>
                            </m:oMath>
                          </a14:m>
                          <a:endParaRPr lang="en-US" sz="1800" b="1" baseline="-25000" dirty="0">
                            <a:solidFill>
                              <a:srgbClr val="FF0000"/>
                            </a:solidFill>
                          </a:endParaRPr>
                        </a:p>
                      </a:txBody>
                      <a:tcPr/>
                    </a:tc>
                    <a:extLst>
                      <a:ext uri="{0D108BD9-81ED-4DB2-BD59-A6C34878D82A}">
                        <a16:rowId xmlns:a16="http://schemas.microsoft.com/office/drawing/2014/main" val="61347557"/>
                      </a:ext>
                    </a:extLst>
                  </a:tr>
                </a:tbl>
              </a:graphicData>
            </a:graphic>
          </p:graphicFrame>
        </mc:Choice>
        <mc:Fallback xmlns="">
          <p:graphicFrame>
            <p:nvGraphicFramePr>
              <p:cNvPr id="8" name="Table 4">
                <a:extLst>
                  <a:ext uri="{FF2B5EF4-FFF2-40B4-BE49-F238E27FC236}">
                    <a16:creationId xmlns:a16="http://schemas.microsoft.com/office/drawing/2014/main" id="{DA45631B-230F-6D40-B9BF-97EA589BDF1C}"/>
                  </a:ext>
                </a:extLst>
              </p:cNvPr>
              <p:cNvGraphicFramePr>
                <a:graphicFrameLocks noGrp="1"/>
              </p:cNvGraphicFramePr>
              <p:nvPr>
                <p:extLst>
                  <p:ext uri="{D42A27DB-BD31-4B8C-83A1-F6EECF244321}">
                    <p14:modId xmlns:p14="http://schemas.microsoft.com/office/powerpoint/2010/main" val="1621038889"/>
                  </p:ext>
                </p:extLst>
              </p:nvPr>
            </p:nvGraphicFramePr>
            <p:xfrm>
              <a:off x="6997032"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40080">
                    <a:tc>
                      <a:txBody>
                        <a:bodyPr/>
                        <a:lstStyle/>
                        <a:p>
                          <a:pPr algn="ctr"/>
                          <a:r>
                            <a:rPr lang="en-US" dirty="0"/>
                            <a:t>down quark</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40080">
                    <a:tc>
                      <a:txBody>
                        <a:bodyPr/>
                        <a:lstStyle/>
                        <a:p>
                          <a:pPr algn="ctr"/>
                          <a:r>
                            <a:rPr lang="en-US" dirty="0"/>
                            <a:t>pro</a:t>
                          </a:r>
                          <a:br>
                            <a:rPr lang="en-US" dirty="0"/>
                          </a:br>
                          <a:r>
                            <a:rPr lang="en-US" dirty="0"/>
                            <a:t>Q = -1/3</a:t>
                          </a:r>
                        </a:p>
                      </a:txBody>
                      <a:tcPr/>
                    </a:tc>
                    <a:tc>
                      <a:txBody>
                        <a:bodyPr/>
                        <a:lstStyle/>
                        <a:p>
                          <a:endParaRPr lang="en-US"/>
                        </a:p>
                      </a:txBody>
                      <a:tcPr>
                        <a:blipFill>
                          <a:blip r:embed="rId4"/>
                          <a:stretch>
                            <a:fillRect l="-75472" t="-106000" r="-101887" b="-204000"/>
                          </a:stretch>
                        </a:blipFill>
                      </a:tcPr>
                    </a:tc>
                    <a:tc>
                      <a:txBody>
                        <a:bodyPr/>
                        <a:lstStyle/>
                        <a:p>
                          <a:endParaRPr lang="en-US"/>
                        </a:p>
                      </a:txBody>
                      <a:tcPr>
                        <a:blipFill>
                          <a:blip r:embed="rId4"/>
                          <a:stretch>
                            <a:fillRect l="-175472" t="-106000" r="-1887" b="-204000"/>
                          </a:stretch>
                        </a:blipFill>
                      </a:tcPr>
                    </a:tc>
                    <a:extLst>
                      <a:ext uri="{0D108BD9-81ED-4DB2-BD59-A6C34878D82A}">
                        <a16:rowId xmlns:a16="http://schemas.microsoft.com/office/drawing/2014/main" val="1648787437"/>
                      </a:ext>
                    </a:extLst>
                  </a:tr>
                  <a:tr h="640080">
                    <a:tc>
                      <a:txBody>
                        <a:bodyPr/>
                        <a:lstStyle/>
                        <a:p>
                          <a:pPr algn="ctr"/>
                          <a:r>
                            <a:rPr lang="en-US" dirty="0"/>
                            <a:t>anti</a:t>
                          </a:r>
                        </a:p>
                        <a:p>
                          <a:pPr algn="ctr"/>
                          <a:r>
                            <a:rPr lang="en-US" dirty="0"/>
                            <a:t>Q = +1/3</a:t>
                          </a:r>
                        </a:p>
                      </a:txBody>
                      <a:tcPr/>
                    </a:tc>
                    <a:tc>
                      <a:txBody>
                        <a:bodyPr/>
                        <a:lstStyle/>
                        <a:p>
                          <a:endParaRPr lang="en-US"/>
                        </a:p>
                      </a:txBody>
                      <a:tcPr>
                        <a:blipFill>
                          <a:blip r:embed="rId4"/>
                          <a:stretch>
                            <a:fillRect l="-75472" t="-201961" r="-101887" b="-100000"/>
                          </a:stretch>
                        </a:blipFill>
                      </a:tcPr>
                    </a:tc>
                    <a:tc>
                      <a:txBody>
                        <a:bodyPr/>
                        <a:lstStyle/>
                        <a:p>
                          <a:endParaRPr lang="en-US"/>
                        </a:p>
                      </a:txBody>
                      <a:tcPr>
                        <a:blipFill>
                          <a:blip r:embed="rId4"/>
                          <a:stretch>
                            <a:fillRect l="-175472" t="-201961" r="-1887" b="-100000"/>
                          </a:stretch>
                        </a:blipFill>
                      </a:tcPr>
                    </a:tc>
                    <a:extLst>
                      <a:ext uri="{0D108BD9-81ED-4DB2-BD59-A6C34878D82A}">
                        <a16:rowId xmlns:a16="http://schemas.microsoft.com/office/drawing/2014/main" val="6134755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4">
                <a:extLst>
                  <a:ext uri="{FF2B5EF4-FFF2-40B4-BE49-F238E27FC236}">
                    <a16:creationId xmlns:a16="http://schemas.microsoft.com/office/drawing/2014/main" id="{F2AAC99C-A70F-8348-9F68-E3498B82E2F7}"/>
                  </a:ext>
                </a:extLst>
              </p:cNvPr>
              <p:cNvGraphicFramePr>
                <a:graphicFrameLocks noGrp="1"/>
              </p:cNvGraphicFramePr>
              <p:nvPr>
                <p:extLst>
                  <p:ext uri="{D42A27DB-BD31-4B8C-83A1-F6EECF244321}">
                    <p14:modId xmlns:p14="http://schemas.microsoft.com/office/powerpoint/2010/main" val="936694904"/>
                  </p:ext>
                </p:extLst>
              </p:nvPr>
            </p:nvGraphicFramePr>
            <p:xfrm>
              <a:off x="1526324"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29059">
                    <a:tc>
                      <a:txBody>
                        <a:bodyPr/>
                        <a:lstStyle/>
                        <a:p>
                          <a:pPr algn="ctr"/>
                          <a:r>
                            <a:rPr lang="en-US" dirty="0"/>
                            <a:t>electron neutrino</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29059">
                    <a:tc>
                      <a:txBody>
                        <a:bodyPr/>
                        <a:lstStyle/>
                        <a:p>
                          <a:pPr algn="ctr"/>
                          <a:r>
                            <a:rPr lang="en-US" dirty="0"/>
                            <a:t>pro</a:t>
                          </a:r>
                        </a:p>
                        <a:p>
                          <a:pPr algn="ctr"/>
                          <a:r>
                            <a:rPr lang="en-US" dirty="0"/>
                            <a:t>Q = 0</a:t>
                          </a:r>
                        </a:p>
                      </a:txBody>
                      <a:tcPr/>
                    </a:tc>
                    <a:tc>
                      <a:txBody>
                        <a:bodyPr/>
                        <a:lstStyle/>
                        <a:p>
                          <a:pPr algn="ctr"/>
                          <a14:m>
                            <m:oMathPara xmlns:m="http://schemas.openxmlformats.org/officeDocument/2006/math">
                              <m:oMathParaPr>
                                <m:jc m:val="center"/>
                              </m:oMathParaPr>
                              <m:oMath xmlns:m="http://schemas.openxmlformats.org/officeDocument/2006/math">
                                <m:r>
                                  <a:rPr lang="en-US" sz="1800" b="1" i="1" smtClean="0">
                                    <a:solidFill>
                                      <a:srgbClr val="7030A0"/>
                                    </a:solidFill>
                                    <a:latin typeface="Cambria Math" panose="02040503050406030204" pitchFamily="18" charset="0"/>
                                  </a:rPr>
                                  <m:t>𝑻</m:t>
                                </m:r>
                                <m:r>
                                  <a:rPr lang="en-US" sz="1800" b="1" i="1" baseline="-25000" smtClean="0">
                                    <a:solidFill>
                                      <a:srgbClr val="7030A0"/>
                                    </a:solidFill>
                                    <a:latin typeface="Cambria Math" panose="02040503050406030204" pitchFamily="18" charset="0"/>
                                  </a:rPr>
                                  <m:t>𝟑</m:t>
                                </m:r>
                                <m:r>
                                  <a:rPr lang="en-US" sz="1800" b="1" i="1" smtClean="0">
                                    <a:solidFill>
                                      <a:srgbClr val="7030A0"/>
                                    </a:solidFill>
                                    <a:latin typeface="Cambria Math" panose="02040503050406030204" pitchFamily="18" charset="0"/>
                                  </a:rPr>
                                  <m:t>=</m:t>
                                </m:r>
                                <m:f>
                                  <m:fPr>
                                    <m:type m:val="lin"/>
                                    <m:ctrlPr>
                                      <a:rPr lang="en-US" sz="1800" b="1" i="1" smtClean="0">
                                        <a:solidFill>
                                          <a:srgbClr val="7030A0"/>
                                        </a:solidFill>
                                        <a:latin typeface="Cambria Math" panose="02040503050406030204" pitchFamily="18" charset="0"/>
                                      </a:rPr>
                                    </m:ctrlPr>
                                  </m:fPr>
                                  <m:num>
                                    <m:r>
                                      <a:rPr lang="en-US" sz="1800" b="1" i="1" smtClean="0">
                                        <a:solidFill>
                                          <a:srgbClr val="7030A0"/>
                                        </a:solidFill>
                                        <a:latin typeface="Cambria Math" panose="02040503050406030204" pitchFamily="18" charset="0"/>
                                      </a:rPr>
                                      <m:t>+</m:t>
                                    </m:r>
                                    <m:r>
                                      <a:rPr lang="en-US" sz="1800" b="1" i="1" smtClean="0">
                                        <a:solidFill>
                                          <a:srgbClr val="7030A0"/>
                                        </a:solidFill>
                                        <a:latin typeface="Cambria Math" panose="02040503050406030204" pitchFamily="18" charset="0"/>
                                      </a:rPr>
                                      <m:t>𝟏</m:t>
                                    </m:r>
                                  </m:num>
                                  <m:den>
                                    <m:r>
                                      <a:rPr lang="en-US" sz="1800" b="1" i="1" smtClean="0">
                                        <a:solidFill>
                                          <a:srgbClr val="7030A0"/>
                                        </a:solidFill>
                                        <a:latin typeface="Cambria Math" panose="02040503050406030204" pitchFamily="18" charset="0"/>
                                      </a:rPr>
                                      <m:t>𝟐</m:t>
                                    </m:r>
                                  </m:den>
                                </m:f>
                              </m:oMath>
                              <m:oMath xmlns:m="http://schemas.openxmlformats.org/officeDocument/2006/math">
                                <m:r>
                                  <a:rPr lang="en-US" sz="1800" b="1" i="1" smtClean="0">
                                    <a:solidFill>
                                      <a:srgbClr val="7030A0"/>
                                    </a:solidFill>
                                    <a:latin typeface="Cambria Math" panose="02040503050406030204" pitchFamily="18" charset="0"/>
                                  </a:rPr>
                                  <m:t>𝒀</m:t>
                                </m:r>
                                <m:r>
                                  <a:rPr lang="en-US" sz="1800" b="1" i="1" baseline="-25000" smtClean="0">
                                    <a:solidFill>
                                      <a:srgbClr val="7030A0"/>
                                    </a:solidFill>
                                    <a:latin typeface="Cambria Math" panose="02040503050406030204" pitchFamily="18" charset="0"/>
                                  </a:rPr>
                                  <m:t>𝒘</m:t>
                                </m:r>
                                <m:r>
                                  <m:rPr>
                                    <m:nor/>
                                  </m:rPr>
                                  <a:rPr lang="en-US" sz="1800" b="1" dirty="0">
                                    <a:solidFill>
                                      <a:srgbClr val="7030A0"/>
                                    </a:solidFill>
                                  </a:rPr>
                                  <m:t> </m:t>
                                </m:r>
                                <m:r>
                                  <a:rPr lang="en-US" sz="1800" b="1" i="1">
                                    <a:solidFill>
                                      <a:srgbClr val="7030A0"/>
                                    </a:solidFill>
                                    <a:latin typeface="Cambria Math" panose="02040503050406030204" pitchFamily="18" charset="0"/>
                                  </a:rPr>
                                  <m:t>=</m:t>
                                </m:r>
                                <m:r>
                                  <a:rPr lang="en-US" sz="1800" b="1" i="1" smtClean="0">
                                    <a:solidFill>
                                      <a:srgbClr val="7030A0"/>
                                    </a:solidFill>
                                    <a:latin typeface="Cambria Math" panose="02040503050406030204" pitchFamily="18" charset="0"/>
                                  </a:rPr>
                                  <m:t>−</m:t>
                                </m:r>
                                <m:r>
                                  <a:rPr lang="en-US" sz="1800" b="1" i="1" smtClean="0">
                                    <a:solidFill>
                                      <a:srgbClr val="7030A0"/>
                                    </a:solidFill>
                                    <a:latin typeface="Cambria Math" panose="02040503050406030204" pitchFamily="18" charset="0"/>
                                  </a:rPr>
                                  <m:t>𝟏</m:t>
                                </m:r>
                              </m:oMath>
                            </m:oMathPara>
                          </a14:m>
                          <a:endParaRPr lang="en-US" sz="1800" b="1" baseline="-25000" dirty="0">
                            <a:solidFill>
                              <a:srgbClr val="7030A0"/>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800" b="1" i="1" smtClean="0">
                                    <a:solidFill>
                                      <a:srgbClr val="7030A0"/>
                                    </a:solidFill>
                                    <a:latin typeface="Cambria Math" panose="02040503050406030204" pitchFamily="18" charset="0"/>
                                  </a:rPr>
                                  <m:t>𝑻</m:t>
                                </m:r>
                                <m:r>
                                  <a:rPr lang="en-US" sz="1800" b="1" i="1" baseline="-25000" smtClean="0">
                                    <a:solidFill>
                                      <a:srgbClr val="7030A0"/>
                                    </a:solidFill>
                                    <a:latin typeface="Cambria Math" panose="02040503050406030204" pitchFamily="18" charset="0"/>
                                  </a:rPr>
                                  <m:t>𝟑</m:t>
                                </m:r>
                                <m:r>
                                  <a:rPr lang="en-US" sz="1800" b="1" i="1" smtClean="0">
                                    <a:solidFill>
                                      <a:srgbClr val="7030A0"/>
                                    </a:solidFill>
                                    <a:latin typeface="Cambria Math" panose="02040503050406030204" pitchFamily="18" charset="0"/>
                                  </a:rPr>
                                  <m:t>=</m:t>
                                </m:r>
                                <m:r>
                                  <a:rPr lang="en-US" sz="1800" b="1" i="1" smtClean="0">
                                    <a:solidFill>
                                      <a:srgbClr val="7030A0"/>
                                    </a:solidFill>
                                    <a:latin typeface="Cambria Math" panose="02040503050406030204" pitchFamily="18" charset="0"/>
                                  </a:rPr>
                                  <m:t>𝟎</m:t>
                                </m:r>
                              </m:oMath>
                            </m:oMathPara>
                          </a14:m>
                          <a:br>
                            <a:rPr lang="en-US" sz="1800" b="1" dirty="0">
                              <a:solidFill>
                                <a:srgbClr val="7030A0"/>
                              </a:solidFill>
                            </a:rPr>
                          </a:br>
                          <a14:m>
                            <m:oMath xmlns:m="http://schemas.openxmlformats.org/officeDocument/2006/math">
                              <m:r>
                                <a:rPr lang="en-US" sz="1800" b="1" i="1" smtClean="0">
                                  <a:solidFill>
                                    <a:srgbClr val="7030A0"/>
                                  </a:solidFill>
                                  <a:latin typeface="Cambria Math" panose="02040503050406030204" pitchFamily="18" charset="0"/>
                                </a:rPr>
                                <m:t>𝒀</m:t>
                              </m:r>
                              <m:r>
                                <a:rPr lang="en-US" sz="1800" b="1" i="1" baseline="-25000" smtClean="0">
                                  <a:solidFill>
                                    <a:srgbClr val="7030A0"/>
                                  </a:solidFill>
                                  <a:latin typeface="Cambria Math" panose="02040503050406030204" pitchFamily="18" charset="0"/>
                                </a:rPr>
                                <m:t>𝒘</m:t>
                              </m:r>
                            </m:oMath>
                          </a14:m>
                          <a:r>
                            <a:rPr lang="en-US" sz="1800" b="1" dirty="0">
                              <a:solidFill>
                                <a:srgbClr val="7030A0"/>
                              </a:solidFill>
                            </a:rPr>
                            <a:t> </a:t>
                          </a:r>
                          <a14:m>
                            <m:oMath xmlns:m="http://schemas.openxmlformats.org/officeDocument/2006/math">
                              <m:r>
                                <a:rPr lang="en-US" sz="1800" b="1" i="1">
                                  <a:solidFill>
                                    <a:srgbClr val="7030A0"/>
                                  </a:solidFill>
                                  <a:latin typeface="Cambria Math" panose="02040503050406030204" pitchFamily="18" charset="0"/>
                                </a:rPr>
                                <m:t>=</m:t>
                              </m:r>
                              <m:r>
                                <a:rPr lang="en-US" sz="1800" b="1" i="1" smtClean="0">
                                  <a:solidFill>
                                    <a:srgbClr val="7030A0"/>
                                  </a:solidFill>
                                  <a:latin typeface="Cambria Math" panose="02040503050406030204" pitchFamily="18" charset="0"/>
                                </a:rPr>
                                <m:t>𝟎</m:t>
                              </m:r>
                            </m:oMath>
                          </a14:m>
                          <a:endParaRPr lang="en-US" sz="1800" b="1" baseline="-25000" dirty="0">
                            <a:solidFill>
                              <a:srgbClr val="7030A0"/>
                            </a:solidFill>
                          </a:endParaRPr>
                        </a:p>
                      </a:txBody>
                      <a:tcPr/>
                    </a:tc>
                    <a:extLst>
                      <a:ext uri="{0D108BD9-81ED-4DB2-BD59-A6C34878D82A}">
                        <a16:rowId xmlns:a16="http://schemas.microsoft.com/office/drawing/2014/main" val="1648787437"/>
                      </a:ext>
                    </a:extLst>
                  </a:tr>
                  <a:tr h="629059">
                    <a:tc>
                      <a:txBody>
                        <a:bodyPr/>
                        <a:lstStyle/>
                        <a:p>
                          <a:pPr algn="ctr"/>
                          <a:r>
                            <a:rPr lang="en-US" dirty="0"/>
                            <a:t>anti</a:t>
                          </a:r>
                        </a:p>
                        <a:p>
                          <a:pPr algn="ctr"/>
                          <a:r>
                            <a:rPr lang="en-US" dirty="0"/>
                            <a:t>Q = 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sz="1800" b="1" i="1" smtClean="0">
                                    <a:solidFill>
                                      <a:schemeClr val="tx1"/>
                                    </a:solidFill>
                                    <a:latin typeface="Cambria Math" panose="02040503050406030204" pitchFamily="18" charset="0"/>
                                  </a:rPr>
                                  <m:t>𝒏</m:t>
                                </m:r>
                                <m:r>
                                  <a:rPr lang="en-US" sz="1800" b="1" i="1" smtClean="0">
                                    <a:solidFill>
                                      <a:schemeClr val="tx1"/>
                                    </a:solidFill>
                                    <a:latin typeface="Cambria Math" panose="02040503050406030204" pitchFamily="18" charset="0"/>
                                  </a:rPr>
                                  <m:t>.</m:t>
                                </m:r>
                                <m:r>
                                  <a:rPr lang="en-US" sz="1800" b="1" i="1" smtClean="0">
                                    <a:solidFill>
                                      <a:schemeClr val="tx1"/>
                                    </a:solidFill>
                                    <a:latin typeface="Cambria Math" panose="02040503050406030204" pitchFamily="18" charset="0"/>
                                  </a:rPr>
                                  <m:t>𝒂</m:t>
                                </m:r>
                                <m:r>
                                  <a:rPr lang="en-US" sz="1800" b="1" i="1" smtClean="0">
                                    <a:solidFill>
                                      <a:schemeClr val="tx1"/>
                                    </a:solidFill>
                                    <a:latin typeface="Cambria Math" panose="02040503050406030204" pitchFamily="18" charset="0"/>
                                  </a:rPr>
                                  <m:t>.</m:t>
                                </m:r>
                              </m:oMath>
                            </m:oMathPara>
                          </a14:m>
                          <a:endParaRPr lang="en-US" sz="1800" b="1" baseline="-250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sz="1800" b="1" i="1" smtClean="0">
                                    <a:solidFill>
                                      <a:schemeClr val="tx1"/>
                                    </a:solidFill>
                                    <a:latin typeface="Cambria Math" panose="02040503050406030204" pitchFamily="18" charset="0"/>
                                  </a:rPr>
                                  <m:t>𝒏</m:t>
                                </m:r>
                                <m:r>
                                  <a:rPr lang="en-US" sz="1800" b="1" i="1" smtClean="0">
                                    <a:solidFill>
                                      <a:schemeClr val="tx1"/>
                                    </a:solidFill>
                                    <a:latin typeface="Cambria Math" panose="02040503050406030204" pitchFamily="18" charset="0"/>
                                  </a:rPr>
                                  <m:t>.</m:t>
                                </m:r>
                                <m:r>
                                  <a:rPr lang="en-US" sz="1800" b="1" i="1" smtClean="0">
                                    <a:solidFill>
                                      <a:schemeClr val="tx1"/>
                                    </a:solidFill>
                                    <a:latin typeface="Cambria Math" panose="02040503050406030204" pitchFamily="18" charset="0"/>
                                  </a:rPr>
                                  <m:t>𝒂</m:t>
                                </m:r>
                                <m:r>
                                  <a:rPr lang="en-US" sz="1800" b="1" i="1" smtClean="0">
                                    <a:solidFill>
                                      <a:schemeClr val="tx1"/>
                                    </a:solidFill>
                                    <a:latin typeface="Cambria Math" panose="02040503050406030204" pitchFamily="18" charset="0"/>
                                  </a:rPr>
                                  <m:t>.</m:t>
                                </m:r>
                              </m:oMath>
                            </m:oMathPara>
                          </a14:m>
                          <a:endParaRPr lang="en-US" sz="1800" b="1" baseline="-25000" dirty="0">
                            <a:solidFill>
                              <a:schemeClr val="tx1"/>
                            </a:solidFill>
                          </a:endParaRPr>
                        </a:p>
                      </a:txBody>
                      <a:tcPr/>
                    </a:tc>
                    <a:extLst>
                      <a:ext uri="{0D108BD9-81ED-4DB2-BD59-A6C34878D82A}">
                        <a16:rowId xmlns:a16="http://schemas.microsoft.com/office/drawing/2014/main" val="61347557"/>
                      </a:ext>
                    </a:extLst>
                  </a:tr>
                </a:tbl>
              </a:graphicData>
            </a:graphic>
          </p:graphicFrame>
        </mc:Choice>
        <mc:Fallback xmlns="">
          <p:graphicFrame>
            <p:nvGraphicFramePr>
              <p:cNvPr id="9" name="Table 4">
                <a:extLst>
                  <a:ext uri="{FF2B5EF4-FFF2-40B4-BE49-F238E27FC236}">
                    <a16:creationId xmlns:a16="http://schemas.microsoft.com/office/drawing/2014/main" id="{F2AAC99C-A70F-8348-9F68-E3498B82E2F7}"/>
                  </a:ext>
                </a:extLst>
              </p:cNvPr>
              <p:cNvGraphicFramePr>
                <a:graphicFrameLocks noGrp="1"/>
              </p:cNvGraphicFramePr>
              <p:nvPr>
                <p:extLst>
                  <p:ext uri="{D42A27DB-BD31-4B8C-83A1-F6EECF244321}">
                    <p14:modId xmlns:p14="http://schemas.microsoft.com/office/powerpoint/2010/main" val="936694904"/>
                  </p:ext>
                </p:extLst>
              </p:nvPr>
            </p:nvGraphicFramePr>
            <p:xfrm>
              <a:off x="1526324" y="3623287"/>
              <a:ext cx="3692971" cy="1920240"/>
            </p:xfrm>
            <a:graphic>
              <a:graphicData uri="http://schemas.openxmlformats.org/drawingml/2006/table">
                <a:tbl>
                  <a:tblPr firstRow="1" bandRow="1">
                    <a:tableStyleId>{5C22544A-7EE6-4342-B048-85BDC9FD1C3A}</a:tableStyleId>
                  </a:tblPr>
                  <a:tblGrid>
                    <a:gridCol w="1016699">
                      <a:extLst>
                        <a:ext uri="{9D8B030D-6E8A-4147-A177-3AD203B41FA5}">
                          <a16:colId xmlns:a16="http://schemas.microsoft.com/office/drawing/2014/main" val="1067638477"/>
                        </a:ext>
                      </a:extLst>
                    </a:gridCol>
                    <a:gridCol w="1338136">
                      <a:extLst>
                        <a:ext uri="{9D8B030D-6E8A-4147-A177-3AD203B41FA5}">
                          <a16:colId xmlns:a16="http://schemas.microsoft.com/office/drawing/2014/main" val="915390408"/>
                        </a:ext>
                      </a:extLst>
                    </a:gridCol>
                    <a:gridCol w="1338136">
                      <a:extLst>
                        <a:ext uri="{9D8B030D-6E8A-4147-A177-3AD203B41FA5}">
                          <a16:colId xmlns:a16="http://schemas.microsoft.com/office/drawing/2014/main" val="2989882905"/>
                        </a:ext>
                      </a:extLst>
                    </a:gridCol>
                  </a:tblGrid>
                  <a:tr h="640080">
                    <a:tc>
                      <a:txBody>
                        <a:bodyPr/>
                        <a:lstStyle/>
                        <a:p>
                          <a:pPr algn="ctr"/>
                          <a:r>
                            <a:rPr lang="en-US" dirty="0"/>
                            <a:t>electron neutrino</a:t>
                          </a:r>
                        </a:p>
                      </a:txBody>
                      <a:tcPr/>
                    </a:tc>
                    <a:tc>
                      <a:txBody>
                        <a:bodyPr/>
                        <a:lstStyle/>
                        <a:p>
                          <a:pPr algn="ctr"/>
                          <a:r>
                            <a:rPr lang="en-US" dirty="0"/>
                            <a:t>left</a:t>
                          </a:r>
                        </a:p>
                      </a:txBody>
                      <a:tcPr/>
                    </a:tc>
                    <a:tc>
                      <a:txBody>
                        <a:bodyPr/>
                        <a:lstStyle/>
                        <a:p>
                          <a:pPr algn="ctr"/>
                          <a:r>
                            <a:rPr lang="en-US" dirty="0"/>
                            <a:t>right</a:t>
                          </a:r>
                        </a:p>
                      </a:txBody>
                      <a:tcPr/>
                    </a:tc>
                    <a:extLst>
                      <a:ext uri="{0D108BD9-81ED-4DB2-BD59-A6C34878D82A}">
                        <a16:rowId xmlns:a16="http://schemas.microsoft.com/office/drawing/2014/main" val="3747757039"/>
                      </a:ext>
                    </a:extLst>
                  </a:tr>
                  <a:tr h="640080">
                    <a:tc>
                      <a:txBody>
                        <a:bodyPr/>
                        <a:lstStyle/>
                        <a:p>
                          <a:pPr algn="ctr"/>
                          <a:r>
                            <a:rPr lang="en-US" dirty="0"/>
                            <a:t>pro</a:t>
                          </a:r>
                        </a:p>
                        <a:p>
                          <a:pPr algn="ctr"/>
                          <a:r>
                            <a:rPr lang="en-US" dirty="0"/>
                            <a:t>Q = 0</a:t>
                          </a:r>
                        </a:p>
                      </a:txBody>
                      <a:tcPr/>
                    </a:tc>
                    <a:tc>
                      <a:txBody>
                        <a:bodyPr/>
                        <a:lstStyle/>
                        <a:p>
                          <a:endParaRPr lang="en-US"/>
                        </a:p>
                      </a:txBody>
                      <a:tcPr>
                        <a:blipFill>
                          <a:blip r:embed="rId5"/>
                          <a:stretch>
                            <a:fillRect l="-76415" t="-106000" r="-101887" b="-118000"/>
                          </a:stretch>
                        </a:blipFill>
                      </a:tcPr>
                    </a:tc>
                    <a:tc>
                      <a:txBody>
                        <a:bodyPr/>
                        <a:lstStyle/>
                        <a:p>
                          <a:endParaRPr lang="en-US"/>
                        </a:p>
                      </a:txBody>
                      <a:tcPr>
                        <a:blipFill>
                          <a:blip r:embed="rId5"/>
                          <a:stretch>
                            <a:fillRect l="-178095" t="-106000" r="-2857" b="-118000"/>
                          </a:stretch>
                        </a:blipFill>
                      </a:tcPr>
                    </a:tc>
                    <a:extLst>
                      <a:ext uri="{0D108BD9-81ED-4DB2-BD59-A6C34878D82A}">
                        <a16:rowId xmlns:a16="http://schemas.microsoft.com/office/drawing/2014/main" val="1648787437"/>
                      </a:ext>
                    </a:extLst>
                  </a:tr>
                  <a:tr h="640080">
                    <a:tc>
                      <a:txBody>
                        <a:bodyPr/>
                        <a:lstStyle/>
                        <a:p>
                          <a:pPr algn="ctr"/>
                          <a:r>
                            <a:rPr lang="en-US" dirty="0"/>
                            <a:t>anti</a:t>
                          </a:r>
                        </a:p>
                        <a:p>
                          <a:pPr algn="ctr"/>
                          <a:r>
                            <a:rPr lang="en-US" dirty="0"/>
                            <a:t>Q = 0</a:t>
                          </a:r>
                        </a:p>
                      </a:txBody>
                      <a:tcPr/>
                    </a:tc>
                    <a:tc>
                      <a:txBody>
                        <a:bodyPr/>
                        <a:lstStyle/>
                        <a:p>
                          <a:endParaRPr lang="en-US"/>
                        </a:p>
                      </a:txBody>
                      <a:tcPr>
                        <a:blipFill>
                          <a:blip r:embed="rId5"/>
                          <a:stretch>
                            <a:fillRect l="-76415" t="-201961" r="-101887" b="-15686"/>
                          </a:stretch>
                        </a:blipFill>
                      </a:tcPr>
                    </a:tc>
                    <a:tc>
                      <a:txBody>
                        <a:bodyPr/>
                        <a:lstStyle/>
                        <a:p>
                          <a:endParaRPr lang="en-US"/>
                        </a:p>
                      </a:txBody>
                      <a:tcPr>
                        <a:blipFill>
                          <a:blip r:embed="rId5"/>
                          <a:stretch>
                            <a:fillRect l="-178095" t="-201961" r="-2857" b="-15686"/>
                          </a:stretch>
                        </a:blipFill>
                      </a:tcPr>
                    </a:tc>
                    <a:extLst>
                      <a:ext uri="{0D108BD9-81ED-4DB2-BD59-A6C34878D82A}">
                        <a16:rowId xmlns:a16="http://schemas.microsoft.com/office/drawing/2014/main" val="61347557"/>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BBDE889-E45B-1748-963A-5F8185954883}"/>
                  </a:ext>
                </a:extLst>
              </p:cNvPr>
              <p:cNvSpPr txBox="1"/>
              <p:nvPr/>
            </p:nvSpPr>
            <p:spPr>
              <a:xfrm>
                <a:off x="4508066" y="5937500"/>
                <a:ext cx="6096000" cy="646331"/>
              </a:xfrm>
              <a:prstGeom prst="rect">
                <a:avLst/>
              </a:prstGeom>
              <a:noFill/>
            </p:spPr>
            <p:txBody>
              <a:bodyPr wrap="square">
                <a:spAutoFit/>
              </a:bodyPr>
              <a:lstStyle/>
              <a:p>
                <a:pPr lvl="0">
                  <a:defRPr/>
                </a:pPr>
                <a14:m>
                  <m:oMathPara xmlns:m="http://schemas.openxmlformats.org/officeDocument/2006/math">
                    <m:oMathParaPr>
                      <m:jc m:val="left"/>
                    </m:oMathParaPr>
                    <m:oMath xmlns:m="http://schemas.openxmlformats.org/officeDocument/2006/math">
                      <m:r>
                        <a:rPr lang="en-US" sz="1800" b="1" i="1" smtClean="0">
                          <a:solidFill>
                            <a:srgbClr val="0070C0"/>
                          </a:solidFill>
                          <a:latin typeface="Cambria Math" panose="02040503050406030204" pitchFamily="18" charset="0"/>
                        </a:rPr>
                        <m:t>𝑻</m:t>
                      </m:r>
                      <m:r>
                        <a:rPr lang="en-US" sz="1800" b="1" i="1" baseline="-25000" smtClean="0">
                          <a:solidFill>
                            <a:srgbClr val="0070C0"/>
                          </a:solidFill>
                          <a:latin typeface="Cambria Math" panose="02040503050406030204" pitchFamily="18" charset="0"/>
                        </a:rPr>
                        <m:t>𝟑</m:t>
                      </m:r>
                      <m:r>
                        <a:rPr lang="en-US" sz="1800" b="1" i="1" smtClean="0">
                          <a:solidFill>
                            <a:srgbClr val="0070C0"/>
                          </a:solidFill>
                          <a:latin typeface="Cambria Math" panose="02040503050406030204" pitchFamily="18" charset="0"/>
                        </a:rPr>
                        <m:t>=</m:t>
                      </m:r>
                      <m:r>
                        <a:rPr lang="en-US" sz="1800" b="1" i="1" smtClean="0">
                          <a:solidFill>
                            <a:srgbClr val="0070C0"/>
                          </a:solidFill>
                          <a:latin typeface="Cambria Math" panose="02040503050406030204" pitchFamily="18" charset="0"/>
                        </a:rPr>
                        <m:t>𝒘𝒆𝒂𝒌</m:t>
                      </m:r>
                      <m:r>
                        <a:rPr lang="en-US" sz="1800" b="1" i="1" smtClean="0">
                          <a:solidFill>
                            <a:srgbClr val="0070C0"/>
                          </a:solidFill>
                          <a:latin typeface="Cambria Math" panose="02040503050406030204" pitchFamily="18" charset="0"/>
                        </a:rPr>
                        <m:t> </m:t>
                      </m:r>
                      <m:r>
                        <a:rPr lang="en-US" sz="1800" b="1" i="1" smtClean="0">
                          <a:solidFill>
                            <a:srgbClr val="0070C0"/>
                          </a:solidFill>
                          <a:latin typeface="Cambria Math" panose="02040503050406030204" pitchFamily="18" charset="0"/>
                        </a:rPr>
                        <m:t>𝒊𝒔𝒐𝒔𝒑𝒊𝒏</m:t>
                      </m:r>
                    </m:oMath>
                  </m:oMathPara>
                </a14:m>
                <a:br>
                  <a:rPr lang="en-US" sz="1800" b="1" dirty="0">
                    <a:solidFill>
                      <a:srgbClr val="0070C0"/>
                    </a:solidFill>
                  </a:rPr>
                </a:br>
                <a14:m>
                  <m:oMath xmlns:m="http://schemas.openxmlformats.org/officeDocument/2006/math">
                    <m:r>
                      <a:rPr lang="en-US" sz="1800" b="1" i="1" smtClean="0">
                        <a:solidFill>
                          <a:srgbClr val="0070C0"/>
                        </a:solidFill>
                        <a:latin typeface="Cambria Math" panose="02040503050406030204" pitchFamily="18" charset="0"/>
                      </a:rPr>
                      <m:t>𝒀</m:t>
                    </m:r>
                    <m:r>
                      <a:rPr lang="en-US" sz="1800" b="1" i="1" baseline="-25000" smtClean="0">
                        <a:solidFill>
                          <a:srgbClr val="0070C0"/>
                        </a:solidFill>
                        <a:latin typeface="Cambria Math" panose="02040503050406030204" pitchFamily="18" charset="0"/>
                      </a:rPr>
                      <m:t>𝒘</m:t>
                    </m:r>
                  </m:oMath>
                </a14:m>
                <a:r>
                  <a:rPr lang="en-US" sz="1800" b="1" dirty="0">
                    <a:solidFill>
                      <a:srgbClr val="0070C0"/>
                    </a:solidFill>
                  </a:rPr>
                  <a:t> </a:t>
                </a:r>
                <a14:m>
                  <m:oMath xmlns:m="http://schemas.openxmlformats.org/officeDocument/2006/math">
                    <m:r>
                      <a:rPr lang="en-US" sz="1800"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𝒘𝒆𝒂𝒌</m:t>
                    </m:r>
                    <m:r>
                      <a:rPr lang="en-US" b="1" i="1">
                        <a:solidFill>
                          <a:srgbClr val="0070C0"/>
                        </a:solidFill>
                        <a:latin typeface="Cambria Math" panose="02040503050406030204" pitchFamily="18" charset="0"/>
                      </a:rPr>
                      <m:t> </m:t>
                    </m:r>
                    <m:r>
                      <a:rPr lang="en-US" b="1" i="1">
                        <a:solidFill>
                          <a:srgbClr val="0070C0"/>
                        </a:solidFill>
                        <a:latin typeface="Cambria Math" panose="02040503050406030204" pitchFamily="18" charset="0"/>
                      </a:rPr>
                      <m:t>𝒉𝒚𝒑𝒆𝒓𝒄𝒉𝒂𝒓𝒈𝒆</m:t>
                    </m:r>
                    <m:r>
                      <a:rPr lang="en-US" b="1" i="1">
                        <a:solidFill>
                          <a:srgbClr val="0070C0"/>
                        </a:solidFill>
                        <a:latin typeface="Cambria Math" panose="02040503050406030204" pitchFamily="18" charset="0"/>
                      </a:rPr>
                      <m:t>=</m:t>
                    </m:r>
                    <m:r>
                      <a:rPr lang="en-US" b="1" i="1">
                        <a:solidFill>
                          <a:srgbClr val="0070C0"/>
                        </a:solidFill>
                        <a:latin typeface="Cambria Math" panose="02040503050406030204" pitchFamily="18" charset="0"/>
                      </a:rPr>
                      <m:t>𝟐</m:t>
                    </m:r>
                    <m:r>
                      <a:rPr lang="en-US" b="1" i="1">
                        <a:solidFill>
                          <a:srgbClr val="0070C0"/>
                        </a:solidFill>
                        <a:latin typeface="Cambria Math" panose="02040503050406030204" pitchFamily="18" charset="0"/>
                      </a:rPr>
                      <m:t> (</m:t>
                    </m:r>
                    <m:r>
                      <a:rPr lang="en-US" b="1" i="1">
                        <a:solidFill>
                          <a:srgbClr val="0070C0"/>
                        </a:solidFill>
                        <a:latin typeface="Cambria Math" panose="02040503050406030204" pitchFamily="18" charset="0"/>
                      </a:rPr>
                      <m:t>𝑸</m:t>
                    </m:r>
                    <m:r>
                      <a:rPr lang="en-US" b="1" i="1">
                        <a:solidFill>
                          <a:srgbClr val="0070C0"/>
                        </a:solidFill>
                        <a:latin typeface="Cambria Math" panose="02040503050406030204" pitchFamily="18" charset="0"/>
                      </a:rPr>
                      <m:t> −</m:t>
                    </m:r>
                    <m:r>
                      <a:rPr lang="en-US" b="1" i="1">
                        <a:solidFill>
                          <a:srgbClr val="0070C0"/>
                        </a:solidFill>
                        <a:latin typeface="Cambria Math" panose="02040503050406030204" pitchFamily="18" charset="0"/>
                      </a:rPr>
                      <m:t>𝑻</m:t>
                    </m:r>
                    <m:r>
                      <a:rPr lang="en-US" b="1" i="1" baseline="-25000">
                        <a:solidFill>
                          <a:srgbClr val="0070C0"/>
                        </a:solidFill>
                        <a:latin typeface="Cambria Math" panose="02040503050406030204" pitchFamily="18" charset="0"/>
                      </a:rPr>
                      <m:t>𝟑</m:t>
                    </m:r>
                  </m:oMath>
                </a14:m>
                <a:r>
                  <a:rPr lang="en-US" sz="1800" b="1" dirty="0">
                    <a:solidFill>
                      <a:srgbClr val="0070C0"/>
                    </a:solidFill>
                  </a:rPr>
                  <a:t>)</a:t>
                </a:r>
                <a:endParaRPr lang="en-US" sz="1800" b="1" baseline="-25000" dirty="0">
                  <a:solidFill>
                    <a:srgbClr val="0070C0"/>
                  </a:solidFill>
                </a:endParaRPr>
              </a:p>
            </p:txBody>
          </p:sp>
        </mc:Choice>
        <mc:Fallback xmlns="">
          <p:sp>
            <p:nvSpPr>
              <p:cNvPr id="11" name="TextBox 10">
                <a:extLst>
                  <a:ext uri="{FF2B5EF4-FFF2-40B4-BE49-F238E27FC236}">
                    <a16:creationId xmlns:a16="http://schemas.microsoft.com/office/drawing/2014/main" id="{BBBDE889-E45B-1748-963A-5F8185954883}"/>
                  </a:ext>
                </a:extLst>
              </p:cNvPr>
              <p:cNvSpPr txBox="1">
                <a:spLocks noRot="1" noChangeAspect="1" noMove="1" noResize="1" noEditPoints="1" noAdjustHandles="1" noChangeArrowheads="1" noChangeShapeType="1" noTextEdit="1"/>
              </p:cNvSpPr>
              <p:nvPr/>
            </p:nvSpPr>
            <p:spPr>
              <a:xfrm>
                <a:off x="4508066" y="5937500"/>
                <a:ext cx="6096000" cy="646331"/>
              </a:xfrm>
              <a:prstGeom prst="rect">
                <a:avLst/>
              </a:prstGeom>
              <a:blipFill>
                <a:blip r:embed="rId6"/>
                <a:stretch>
                  <a:fillRect b="-15385"/>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0E9E797B-2BED-3E4A-A7B3-647D06710788}"/>
              </a:ext>
            </a:extLst>
          </p:cNvPr>
          <p:cNvSpPr txBox="1"/>
          <p:nvPr/>
        </p:nvSpPr>
        <p:spPr>
          <a:xfrm>
            <a:off x="6224339" y="6977805"/>
            <a:ext cx="6096000" cy="1785104"/>
          </a:xfrm>
          <a:prstGeom prst="rect">
            <a:avLst/>
          </a:prstGeom>
          <a:noFill/>
        </p:spPr>
        <p:txBody>
          <a:bodyPr wrap="square">
            <a:spAutoFit/>
          </a:bodyPr>
          <a:lstStyle/>
          <a:p>
            <a:r>
              <a:rPr lang="en-US" sz="1100" dirty="0">
                <a:solidFill>
                  <a:schemeClr val="bg1"/>
                </a:solidFill>
              </a:rPr>
              <a:t>A chiral phenomenon is one that is not identical to its mirror image. The spin of a particle may be used to define a handedness, or helicity, for that particle, which, in the case of a massless particle, is the same as chirality. A symmetry transformation between the two is called parity transformation. The helicity of a particle is positive (“right-handed”) if the direction of its spin is the same as the </a:t>
            </a:r>
            <a:r>
              <a:rPr lang="en-US" sz="1000" dirty="0">
                <a:solidFill>
                  <a:schemeClr val="bg1"/>
                </a:solidFill>
              </a:rPr>
              <a:t>direction</a:t>
            </a:r>
            <a:r>
              <a:rPr lang="en-US" sz="1100" dirty="0">
                <a:solidFill>
                  <a:schemeClr val="bg1"/>
                </a:solidFill>
              </a:rPr>
              <a:t> of its motion. It is negative (“left-handed”) if the directions of spin and motion are opposite. Particle physicists have only observed or inferred left-handed fermions and right-handed antifermions engaging in the charged weak interaction. Even in the case of the electrically neutral weak interaction, which can engage with both left- and right-chiral fermions, in most circumstances two left-handed fermions interact more strongly than right-handed or opposite-handed fermions, implying that the universe has a preference for left-handed chirality.</a:t>
            </a:r>
          </a:p>
        </p:txBody>
      </p:sp>
      <p:sp>
        <p:nvSpPr>
          <p:cNvPr id="10" name="TextBox 9">
            <a:extLst>
              <a:ext uri="{FF2B5EF4-FFF2-40B4-BE49-F238E27FC236}">
                <a16:creationId xmlns:a16="http://schemas.microsoft.com/office/drawing/2014/main" id="{4F613759-B53E-0B4B-936A-80373E74922C}"/>
              </a:ext>
            </a:extLst>
          </p:cNvPr>
          <p:cNvSpPr txBox="1"/>
          <p:nvPr/>
        </p:nvSpPr>
        <p:spPr>
          <a:xfrm>
            <a:off x="-417443" y="6966784"/>
            <a:ext cx="6641782" cy="1754326"/>
          </a:xfrm>
          <a:prstGeom prst="rect">
            <a:avLst/>
          </a:prstGeom>
          <a:noFill/>
        </p:spPr>
        <p:txBody>
          <a:bodyPr wrap="square">
            <a:spAutoFit/>
          </a:bodyPr>
          <a:lstStyle/>
          <a:p>
            <a:r>
              <a:rPr lang="en-US" sz="1200" dirty="0">
                <a:solidFill>
                  <a:schemeClr val="bg1"/>
                </a:solidFill>
              </a:rPr>
              <a:t>Weak isospin is a quantum number relating to the weak interaction, and parallels the idea of isospin under the strong interaction. Weak isospin is usually given the symbol T or I, with the third component written as T3 or I3. T3 is more important than T and typically the term "weak isospin" may refer to the "3rd component of weak isospin". Weak interactions conserve T3. It is also conserved by the electromagnetic and strong interactions. However, interaction with the Higgs field does not conserve T3, as directly seen by propagation of fermions, mixing </a:t>
            </a:r>
            <a:r>
              <a:rPr lang="en-US" sz="1200" dirty="0" err="1">
                <a:solidFill>
                  <a:schemeClr val="bg1"/>
                </a:solidFill>
              </a:rPr>
              <a:t>chiralities</a:t>
            </a:r>
            <a:r>
              <a:rPr lang="en-US" sz="1200" dirty="0">
                <a:solidFill>
                  <a:schemeClr val="bg1"/>
                </a:solidFill>
              </a:rPr>
              <a:t> by dint of their mass terms resulting from their Higgs couplings. Since the Higgs field vacuum expectation value is nonzero, particles interact with this field all the time even in vacuum. Interaction with the Higgs field changes particles' weak isospin (and weak hypercharge). Only a specific combination of them shown in the </a:t>
            </a:r>
            <a:r>
              <a:rPr lang="en-US" sz="1200" dirty="0" err="1">
                <a:solidFill>
                  <a:schemeClr val="bg1"/>
                </a:solidFill>
              </a:rPr>
              <a:t>Yw</a:t>
            </a:r>
            <a:r>
              <a:rPr lang="en-US" sz="1200" dirty="0">
                <a:solidFill>
                  <a:schemeClr val="bg1"/>
                </a:solidFill>
              </a:rPr>
              <a:t> equation is conserved.</a:t>
            </a:r>
          </a:p>
        </p:txBody>
      </p:sp>
    </p:spTree>
    <p:extLst>
      <p:ext uri="{BB962C8B-B14F-4D97-AF65-F5344CB8AC3E}">
        <p14:creationId xmlns:p14="http://schemas.microsoft.com/office/powerpoint/2010/main" val="3298659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B9DC516-A3FF-640C-C6C2-81D6D8CA103B}"/>
              </a:ext>
            </a:extLst>
          </p:cNvPr>
          <p:cNvGrpSpPr/>
          <p:nvPr/>
        </p:nvGrpSpPr>
        <p:grpSpPr>
          <a:xfrm>
            <a:off x="5276554" y="-23430"/>
            <a:ext cx="6956721" cy="6881430"/>
            <a:chOff x="5276554" y="-23430"/>
            <a:chExt cx="6956721" cy="6881430"/>
          </a:xfrm>
        </p:grpSpPr>
        <p:pic>
          <p:nvPicPr>
            <p:cNvPr id="20" name="Picture 19">
              <a:extLst>
                <a:ext uri="{FF2B5EF4-FFF2-40B4-BE49-F238E27FC236}">
                  <a16:creationId xmlns:a16="http://schemas.microsoft.com/office/drawing/2014/main" id="{889BB087-533A-0D44-80D5-904AFC2CDDB9}"/>
                </a:ext>
              </a:extLst>
            </p:cNvPr>
            <p:cNvPicPr>
              <a:picLocks noChangeAspect="1"/>
            </p:cNvPicPr>
            <p:nvPr/>
          </p:nvPicPr>
          <p:blipFill>
            <a:blip r:embed="rId3">
              <a:duotone>
                <a:schemeClr val="accent5">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Lst>
            </a:blip>
            <a:stretch>
              <a:fillRect/>
            </a:stretch>
          </p:blipFill>
          <p:spPr>
            <a:xfrm rot="420000">
              <a:off x="5276554" y="0"/>
              <a:ext cx="6906211" cy="6858000"/>
            </a:xfrm>
            <a:prstGeom prst="rect">
              <a:avLst/>
            </a:prstGeom>
          </p:spPr>
        </p:pic>
        <p:grpSp>
          <p:nvGrpSpPr>
            <p:cNvPr id="6" name="Group 5">
              <a:extLst>
                <a:ext uri="{FF2B5EF4-FFF2-40B4-BE49-F238E27FC236}">
                  <a16:creationId xmlns:a16="http://schemas.microsoft.com/office/drawing/2014/main" id="{09C39EF7-49F9-1841-92FD-18D8B2673268}"/>
                </a:ext>
              </a:extLst>
            </p:cNvPr>
            <p:cNvGrpSpPr/>
            <p:nvPr/>
          </p:nvGrpSpPr>
          <p:grpSpPr>
            <a:xfrm>
              <a:off x="5590410" y="-23430"/>
              <a:ext cx="6642865" cy="6838609"/>
              <a:chOff x="5590410" y="-23430"/>
              <a:chExt cx="6642865" cy="6838609"/>
            </a:xfrm>
          </p:grpSpPr>
          <p:sp>
            <p:nvSpPr>
              <p:cNvPr id="1024" name="Oval 1023">
                <a:extLst>
                  <a:ext uri="{FF2B5EF4-FFF2-40B4-BE49-F238E27FC236}">
                    <a16:creationId xmlns:a16="http://schemas.microsoft.com/office/drawing/2014/main" id="{F151A410-9546-5247-995A-238CBB83C625}"/>
                  </a:ext>
                </a:extLst>
              </p:cNvPr>
              <p:cNvSpPr/>
              <p:nvPr/>
            </p:nvSpPr>
            <p:spPr>
              <a:xfrm>
                <a:off x="8241314" y="2932954"/>
                <a:ext cx="971509" cy="971509"/>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342CE20-1E09-004E-9453-84058DB10BC5}"/>
                      </a:ext>
                    </a:extLst>
                  </p:cNvPr>
                  <p:cNvSpPr txBox="1"/>
                  <p:nvPr/>
                </p:nvSpPr>
                <p:spPr>
                  <a:xfrm>
                    <a:off x="11575092" y="2539433"/>
                    <a:ext cx="228268"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𝛾</m:t>
                              </m:r>
                            </m:e>
                            <m:sub>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4" name="TextBox 53">
                    <a:extLst>
                      <a:ext uri="{FF2B5EF4-FFF2-40B4-BE49-F238E27FC236}">
                        <a16:creationId xmlns:a16="http://schemas.microsoft.com/office/drawing/2014/main" id="{9342CE20-1E09-004E-9453-84058DB10BC5}"/>
                      </a:ext>
                    </a:extLst>
                  </p:cNvPr>
                  <p:cNvSpPr txBox="1">
                    <a:spLocks noRot="1" noChangeAspect="1" noMove="1" noResize="1" noEditPoints="1" noAdjustHandles="1" noChangeArrowheads="1" noChangeShapeType="1" noTextEdit="1"/>
                  </p:cNvSpPr>
                  <p:nvPr/>
                </p:nvSpPr>
                <p:spPr>
                  <a:xfrm>
                    <a:off x="11575092" y="2539433"/>
                    <a:ext cx="228268" cy="215444"/>
                  </a:xfrm>
                  <a:prstGeom prst="rect">
                    <a:avLst/>
                  </a:prstGeom>
                  <a:blipFill>
                    <a:blip r:embed="rId7"/>
                    <a:stretch>
                      <a:fillRect l="-21053" r="-5263" b="-41176"/>
                    </a:stretch>
                  </a:blipFill>
                </p:spPr>
                <p:txBody>
                  <a:bodyPr/>
                  <a:lstStyle/>
                  <a:p>
                    <a:r>
                      <a:rPr lang="en-US">
                        <a:noFill/>
                      </a:rPr>
                      <a:t> </a:t>
                    </a:r>
                  </a:p>
                </p:txBody>
              </p:sp>
            </mc:Fallback>
          </mc:AlternateContent>
          <p:sp>
            <p:nvSpPr>
              <p:cNvPr id="22" name="Arc 21">
                <a:extLst>
                  <a:ext uri="{FF2B5EF4-FFF2-40B4-BE49-F238E27FC236}">
                    <a16:creationId xmlns:a16="http://schemas.microsoft.com/office/drawing/2014/main" id="{B50DC316-3F1D-484F-ACBB-1BA715A9B361}"/>
                  </a:ext>
                </a:extLst>
              </p:cNvPr>
              <p:cNvSpPr>
                <a:spLocks noChangeAspect="1"/>
              </p:cNvSpPr>
              <p:nvPr/>
            </p:nvSpPr>
            <p:spPr>
              <a:xfrm>
                <a:off x="8075089" y="2767354"/>
                <a:ext cx="1299322" cy="1299322"/>
              </a:xfrm>
              <a:prstGeom prst="arc">
                <a:avLst>
                  <a:gd name="adj1" fmla="val 1442384"/>
                  <a:gd name="adj2" fmla="val 3071742"/>
                </a:avLst>
              </a:prstGeom>
              <a:ln w="38100" cap="flat" cmpd="sng" algn="ctr">
                <a:solidFill>
                  <a:srgbClr val="FF000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Arc 3">
                <a:extLst>
                  <a:ext uri="{FF2B5EF4-FFF2-40B4-BE49-F238E27FC236}">
                    <a16:creationId xmlns:a16="http://schemas.microsoft.com/office/drawing/2014/main" id="{E3C6E7D0-6AB1-6443-B2AB-728DCC7FC6A5}"/>
                  </a:ext>
                </a:extLst>
              </p:cNvPr>
              <p:cNvSpPr>
                <a:spLocks noChangeAspect="1"/>
              </p:cNvSpPr>
              <p:nvPr/>
            </p:nvSpPr>
            <p:spPr>
              <a:xfrm>
                <a:off x="8198807" y="2889388"/>
                <a:ext cx="1060246" cy="1060246"/>
              </a:xfrm>
              <a:prstGeom prst="arc">
                <a:avLst>
                  <a:gd name="adj1" fmla="val 7612608"/>
                  <a:gd name="adj2" fmla="val 9498016"/>
                </a:avLst>
              </a:prstGeom>
              <a:ln w="38100" cap="flat" cmpd="sng" algn="ctr">
                <a:solidFill>
                  <a:srgbClr val="0070C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Arc 13">
                <a:extLst>
                  <a:ext uri="{FF2B5EF4-FFF2-40B4-BE49-F238E27FC236}">
                    <a16:creationId xmlns:a16="http://schemas.microsoft.com/office/drawing/2014/main" id="{F61135F8-6F33-3843-A7EA-F82CAF9C73E8}"/>
                  </a:ext>
                </a:extLst>
              </p:cNvPr>
              <p:cNvSpPr>
                <a:spLocks noChangeAspect="1"/>
              </p:cNvSpPr>
              <p:nvPr/>
            </p:nvSpPr>
            <p:spPr>
              <a:xfrm flipV="1">
                <a:off x="8075084" y="2769466"/>
                <a:ext cx="1299322" cy="1299322"/>
              </a:xfrm>
              <a:prstGeom prst="arc">
                <a:avLst>
                  <a:gd name="adj1" fmla="val 7667048"/>
                  <a:gd name="adj2" fmla="val 9412904"/>
                </a:avLst>
              </a:prstGeom>
              <a:ln w="38100" cap="flat" cmpd="sng" algn="ctr">
                <a:solidFill>
                  <a:srgbClr val="0070C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48B719DC-181F-714B-8443-91381ACB5329}"/>
                  </a:ext>
                </a:extLst>
              </p:cNvPr>
              <p:cNvSpPr>
                <a:spLocks noChangeAspect="1"/>
              </p:cNvSpPr>
              <p:nvPr/>
            </p:nvSpPr>
            <p:spPr>
              <a:xfrm flipV="1">
                <a:off x="8198802" y="2886508"/>
                <a:ext cx="1060246" cy="1060246"/>
              </a:xfrm>
              <a:prstGeom prst="arc">
                <a:avLst>
                  <a:gd name="adj1" fmla="val 1409731"/>
                  <a:gd name="adj2" fmla="val 3060577"/>
                </a:avLst>
              </a:prstGeom>
              <a:ln w="38100" cap="flat" cmpd="sng" algn="ctr">
                <a:solidFill>
                  <a:srgbClr val="FF000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EBDD5282-B868-ED4B-8A38-4888E1AFD7BA}"/>
                  </a:ext>
                </a:extLst>
              </p:cNvPr>
              <p:cNvSpPr>
                <a:spLocks noChangeAspect="1"/>
              </p:cNvSpPr>
              <p:nvPr/>
            </p:nvSpPr>
            <p:spPr>
              <a:xfrm flipV="1">
                <a:off x="7427004" y="2111101"/>
                <a:ext cx="2602423" cy="2602423"/>
              </a:xfrm>
              <a:prstGeom prst="arc">
                <a:avLst>
                  <a:gd name="adj1" fmla="val 1387290"/>
                  <a:gd name="adj2" fmla="val 4075476"/>
                </a:avLst>
              </a:prstGeom>
              <a:ln w="38100" cap="flat" cmpd="sng" algn="ctr">
                <a:solidFill>
                  <a:srgbClr val="0070C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Arc 16">
                <a:extLst>
                  <a:ext uri="{FF2B5EF4-FFF2-40B4-BE49-F238E27FC236}">
                    <a16:creationId xmlns:a16="http://schemas.microsoft.com/office/drawing/2014/main" id="{8373EC30-1D05-354C-B584-3B7C45EFF51C}"/>
                  </a:ext>
                </a:extLst>
              </p:cNvPr>
              <p:cNvSpPr>
                <a:spLocks noChangeAspect="1"/>
              </p:cNvSpPr>
              <p:nvPr/>
            </p:nvSpPr>
            <p:spPr>
              <a:xfrm flipV="1">
                <a:off x="7544370" y="2235001"/>
                <a:ext cx="2367417" cy="2367417"/>
              </a:xfrm>
              <a:prstGeom prst="arc">
                <a:avLst>
                  <a:gd name="adj1" fmla="val 1396432"/>
                  <a:gd name="adj2" fmla="val 4088752"/>
                </a:avLst>
              </a:prstGeom>
              <a:ln w="38100" cap="flat" cmpd="sng" algn="ctr">
                <a:solidFill>
                  <a:srgbClr val="FF000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Arc 17">
                <a:extLst>
                  <a:ext uri="{FF2B5EF4-FFF2-40B4-BE49-F238E27FC236}">
                    <a16:creationId xmlns:a16="http://schemas.microsoft.com/office/drawing/2014/main" id="{77C5EE12-F6C8-AA43-81B1-2BEDF68A3922}"/>
                  </a:ext>
                </a:extLst>
              </p:cNvPr>
              <p:cNvSpPr>
                <a:spLocks noChangeAspect="1"/>
              </p:cNvSpPr>
              <p:nvPr/>
            </p:nvSpPr>
            <p:spPr>
              <a:xfrm flipV="1">
                <a:off x="6767522" y="1461906"/>
                <a:ext cx="3914442" cy="3914442"/>
              </a:xfrm>
              <a:prstGeom prst="arc">
                <a:avLst>
                  <a:gd name="adj1" fmla="val 1381050"/>
                  <a:gd name="adj2" fmla="val 4979347"/>
                </a:avLst>
              </a:prstGeom>
              <a:ln w="38100" cap="flat" cmpd="sng" algn="ctr">
                <a:solidFill>
                  <a:srgbClr val="0070C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Arc 18">
                <a:extLst>
                  <a:ext uri="{FF2B5EF4-FFF2-40B4-BE49-F238E27FC236}">
                    <a16:creationId xmlns:a16="http://schemas.microsoft.com/office/drawing/2014/main" id="{A94C9DB2-1130-D743-A16E-80AB29316090}"/>
                  </a:ext>
                </a:extLst>
              </p:cNvPr>
              <p:cNvSpPr>
                <a:spLocks noChangeAspect="1"/>
              </p:cNvSpPr>
              <p:nvPr/>
            </p:nvSpPr>
            <p:spPr>
              <a:xfrm flipV="1">
                <a:off x="6888652" y="1581558"/>
                <a:ext cx="3676835" cy="3676835"/>
              </a:xfrm>
              <a:prstGeom prst="arc">
                <a:avLst>
                  <a:gd name="adj1" fmla="val 1393698"/>
                  <a:gd name="adj2" fmla="val 4980299"/>
                </a:avLst>
              </a:prstGeom>
              <a:ln w="38100" cap="flat" cmpd="sng" algn="ctr">
                <a:solidFill>
                  <a:srgbClr val="FF000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56" name="Group 555">
                <a:extLst>
                  <a:ext uri="{FF2B5EF4-FFF2-40B4-BE49-F238E27FC236}">
                    <a16:creationId xmlns:a16="http://schemas.microsoft.com/office/drawing/2014/main" id="{DFAA0641-94BC-2B45-A097-50466CDB1CBB}"/>
                  </a:ext>
                </a:extLst>
              </p:cNvPr>
              <p:cNvGrpSpPr/>
              <p:nvPr/>
            </p:nvGrpSpPr>
            <p:grpSpPr>
              <a:xfrm>
                <a:off x="7088783" y="625657"/>
                <a:ext cx="587439" cy="929827"/>
                <a:chOff x="7088783" y="625657"/>
                <a:chExt cx="587439" cy="929827"/>
              </a:xfrm>
            </p:grpSpPr>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5193BC4-1E90-084D-8287-4C931D54C901}"/>
                        </a:ext>
                      </a:extLst>
                    </p:cNvPr>
                    <p:cNvSpPr txBox="1"/>
                    <p:nvPr/>
                  </p:nvSpPr>
                  <p:spPr>
                    <a:xfrm>
                      <a:off x="7088783" y="625657"/>
                      <a:ext cx="230319"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𝑢</m:t>
                                    </m:r>
                                  </m:e>
                                </m:ba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58" name="TextBox 57">
                      <a:extLst>
                        <a:ext uri="{FF2B5EF4-FFF2-40B4-BE49-F238E27FC236}">
                          <a16:creationId xmlns:a16="http://schemas.microsoft.com/office/drawing/2014/main" id="{25193BC4-1E90-084D-8287-4C931D54C901}"/>
                        </a:ext>
                      </a:extLst>
                    </p:cNvPr>
                    <p:cNvSpPr txBox="1">
                      <a:spLocks noRot="1" noChangeAspect="1" noMove="1" noResize="1" noEditPoints="1" noAdjustHandles="1" noChangeArrowheads="1" noChangeShapeType="1" noTextEdit="1"/>
                    </p:cNvSpPr>
                    <p:nvPr/>
                  </p:nvSpPr>
                  <p:spPr>
                    <a:xfrm>
                      <a:off x="7088783" y="625657"/>
                      <a:ext cx="230319" cy="247697"/>
                    </a:xfrm>
                    <a:prstGeom prst="rect">
                      <a:avLst/>
                    </a:prstGeom>
                    <a:blipFill>
                      <a:blip r:embed="rId8"/>
                      <a:stretch>
                        <a:fillRect l="-15789" t="-5000" r="-5263"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4D7304F5-8943-D047-90E1-AA67275247BE}"/>
                        </a:ext>
                      </a:extLst>
                    </p:cNvPr>
                    <p:cNvSpPr txBox="1"/>
                    <p:nvPr/>
                  </p:nvSpPr>
                  <p:spPr>
                    <a:xfrm>
                      <a:off x="7278097" y="961705"/>
                      <a:ext cx="212238"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𝑐</m:t>
                                    </m:r>
                                  </m:e>
                                </m:ba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59" name="TextBox 58">
                      <a:extLst>
                        <a:ext uri="{FF2B5EF4-FFF2-40B4-BE49-F238E27FC236}">
                          <a16:creationId xmlns:a16="http://schemas.microsoft.com/office/drawing/2014/main" id="{4D7304F5-8943-D047-90E1-AA67275247BE}"/>
                        </a:ext>
                      </a:extLst>
                    </p:cNvPr>
                    <p:cNvSpPr txBox="1">
                      <a:spLocks noRot="1" noChangeAspect="1" noMove="1" noResize="1" noEditPoints="1" noAdjustHandles="1" noChangeArrowheads="1" noChangeShapeType="1" noTextEdit="1"/>
                    </p:cNvSpPr>
                    <p:nvPr/>
                  </p:nvSpPr>
                  <p:spPr>
                    <a:xfrm>
                      <a:off x="7278097" y="961705"/>
                      <a:ext cx="212238" cy="247632"/>
                    </a:xfrm>
                    <a:prstGeom prst="rect">
                      <a:avLst/>
                    </a:prstGeom>
                    <a:blipFill>
                      <a:blip r:embed="rId9"/>
                      <a:stretch>
                        <a:fillRect l="-17647" t="-4762" r="-5882"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DE01090-F92C-1842-87A7-2DEED32E7AB6}"/>
                        </a:ext>
                      </a:extLst>
                    </p:cNvPr>
                    <p:cNvSpPr txBox="1"/>
                    <p:nvPr/>
                  </p:nvSpPr>
                  <p:spPr>
                    <a:xfrm>
                      <a:off x="7478154" y="1287590"/>
                      <a:ext cx="198068" cy="26789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𝑡</m:t>
                                    </m:r>
                                  </m:e>
                                </m:ba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60" name="TextBox 59">
                      <a:extLst>
                        <a:ext uri="{FF2B5EF4-FFF2-40B4-BE49-F238E27FC236}">
                          <a16:creationId xmlns:a16="http://schemas.microsoft.com/office/drawing/2014/main" id="{9DE01090-F92C-1842-87A7-2DEED32E7AB6}"/>
                        </a:ext>
                      </a:extLst>
                    </p:cNvPr>
                    <p:cNvSpPr txBox="1">
                      <a:spLocks noRot="1" noChangeAspect="1" noMove="1" noResize="1" noEditPoints="1" noAdjustHandles="1" noChangeArrowheads="1" noChangeShapeType="1" noTextEdit="1"/>
                    </p:cNvSpPr>
                    <p:nvPr/>
                  </p:nvSpPr>
                  <p:spPr>
                    <a:xfrm>
                      <a:off x="7478154" y="1287590"/>
                      <a:ext cx="198068" cy="267894"/>
                    </a:xfrm>
                    <a:prstGeom prst="rect">
                      <a:avLst/>
                    </a:prstGeom>
                    <a:blipFill>
                      <a:blip r:embed="rId10"/>
                      <a:stretch>
                        <a:fillRect l="-11765" r="-5882" b="-27273"/>
                      </a:stretch>
                    </a:blipFill>
                  </p:spPr>
                  <p:txBody>
                    <a:bodyPr/>
                    <a:lstStyle/>
                    <a:p>
                      <a:r>
                        <a:rPr lang="en-US">
                          <a:noFill/>
                        </a:rPr>
                        <a:t> </a:t>
                      </a:r>
                    </a:p>
                  </p:txBody>
                </p:sp>
              </mc:Fallback>
            </mc:AlternateContent>
          </p:grpSp>
          <p:grpSp>
            <p:nvGrpSpPr>
              <p:cNvPr id="558" name="Group 557">
                <a:extLst>
                  <a:ext uri="{FF2B5EF4-FFF2-40B4-BE49-F238E27FC236}">
                    <a16:creationId xmlns:a16="http://schemas.microsoft.com/office/drawing/2014/main" id="{685D1BEB-B0E9-3D49-8364-F44FCC6789C7}"/>
                  </a:ext>
                </a:extLst>
              </p:cNvPr>
              <p:cNvGrpSpPr/>
              <p:nvPr/>
            </p:nvGrpSpPr>
            <p:grpSpPr>
              <a:xfrm>
                <a:off x="5956920" y="1805432"/>
                <a:ext cx="804841" cy="587629"/>
                <a:chOff x="5956920" y="1805432"/>
                <a:chExt cx="804841" cy="587629"/>
              </a:xfrm>
            </p:grpSpPr>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962D5E66-E9B7-7E46-A299-AF944D0B9210}"/>
                        </a:ext>
                      </a:extLst>
                    </p:cNvPr>
                    <p:cNvSpPr txBox="1"/>
                    <p:nvPr/>
                  </p:nvSpPr>
                  <p:spPr>
                    <a:xfrm>
                      <a:off x="5956920" y="1805432"/>
                      <a:ext cx="245195"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𝑢</m:t>
                                    </m:r>
                                  </m:e>
                                </m:ba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62" name="TextBox 61">
                      <a:extLst>
                        <a:ext uri="{FF2B5EF4-FFF2-40B4-BE49-F238E27FC236}">
                          <a16:creationId xmlns:a16="http://schemas.microsoft.com/office/drawing/2014/main" id="{962D5E66-E9B7-7E46-A299-AF944D0B9210}"/>
                        </a:ext>
                      </a:extLst>
                    </p:cNvPr>
                    <p:cNvSpPr txBox="1">
                      <a:spLocks noRot="1" noChangeAspect="1" noMove="1" noResize="1" noEditPoints="1" noAdjustHandles="1" noChangeArrowheads="1" noChangeShapeType="1" noTextEdit="1"/>
                    </p:cNvSpPr>
                    <p:nvPr/>
                  </p:nvSpPr>
                  <p:spPr>
                    <a:xfrm>
                      <a:off x="5956920" y="1805432"/>
                      <a:ext cx="245195" cy="247697"/>
                    </a:xfrm>
                    <a:prstGeom prst="rect">
                      <a:avLst/>
                    </a:prstGeom>
                    <a:blipFill>
                      <a:blip r:embed="rId11"/>
                      <a:stretch>
                        <a:fillRect l="-4762" t="-5000" r="-4762"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D74AA8A-39EB-854B-95ED-B2E2862081F9}"/>
                        </a:ext>
                      </a:extLst>
                    </p:cNvPr>
                    <p:cNvSpPr txBox="1"/>
                    <p:nvPr/>
                  </p:nvSpPr>
                  <p:spPr>
                    <a:xfrm>
                      <a:off x="6288773" y="1978319"/>
                      <a:ext cx="227113"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𝑐</m:t>
                                    </m:r>
                                  </m:e>
                                </m:ba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63" name="TextBox 62">
                      <a:extLst>
                        <a:ext uri="{FF2B5EF4-FFF2-40B4-BE49-F238E27FC236}">
                          <a16:creationId xmlns:a16="http://schemas.microsoft.com/office/drawing/2014/main" id="{0D74AA8A-39EB-854B-95ED-B2E2862081F9}"/>
                        </a:ext>
                      </a:extLst>
                    </p:cNvPr>
                    <p:cNvSpPr txBox="1">
                      <a:spLocks noRot="1" noChangeAspect="1" noMove="1" noResize="1" noEditPoints="1" noAdjustHandles="1" noChangeArrowheads="1" noChangeShapeType="1" noTextEdit="1"/>
                    </p:cNvSpPr>
                    <p:nvPr/>
                  </p:nvSpPr>
                  <p:spPr>
                    <a:xfrm>
                      <a:off x="6288773" y="1978319"/>
                      <a:ext cx="227113" cy="247632"/>
                    </a:xfrm>
                    <a:prstGeom prst="rect">
                      <a:avLst/>
                    </a:prstGeom>
                    <a:blipFill>
                      <a:blip r:embed="rId12"/>
                      <a:stretch>
                        <a:fillRect l="-15789" t="-5000" r="-5263"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B09DC5EF-A14C-614B-8C1F-69612615EBCA}"/>
                        </a:ext>
                      </a:extLst>
                    </p:cNvPr>
                    <p:cNvSpPr txBox="1"/>
                    <p:nvPr/>
                  </p:nvSpPr>
                  <p:spPr>
                    <a:xfrm>
                      <a:off x="6548818" y="2125167"/>
                      <a:ext cx="212943" cy="26789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𝑡</m:t>
                                    </m:r>
                                  </m:e>
                                </m:ba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64" name="TextBox 63">
                      <a:extLst>
                        <a:ext uri="{FF2B5EF4-FFF2-40B4-BE49-F238E27FC236}">
                          <a16:creationId xmlns:a16="http://schemas.microsoft.com/office/drawing/2014/main" id="{B09DC5EF-A14C-614B-8C1F-69612615EBCA}"/>
                        </a:ext>
                      </a:extLst>
                    </p:cNvPr>
                    <p:cNvSpPr txBox="1">
                      <a:spLocks noRot="1" noChangeAspect="1" noMove="1" noResize="1" noEditPoints="1" noAdjustHandles="1" noChangeArrowheads="1" noChangeShapeType="1" noTextEdit="1"/>
                    </p:cNvSpPr>
                    <p:nvPr/>
                  </p:nvSpPr>
                  <p:spPr>
                    <a:xfrm>
                      <a:off x="6548818" y="2125167"/>
                      <a:ext cx="212943" cy="267894"/>
                    </a:xfrm>
                    <a:prstGeom prst="rect">
                      <a:avLst/>
                    </a:prstGeom>
                    <a:blipFill>
                      <a:blip r:embed="rId13"/>
                      <a:stretch>
                        <a:fillRect l="-11111" r="-5556" b="-27273"/>
                      </a:stretch>
                    </a:blipFill>
                  </p:spPr>
                  <p:txBody>
                    <a:bodyPr/>
                    <a:lstStyle/>
                    <a:p>
                      <a:r>
                        <a:rPr lang="en-US">
                          <a:noFill/>
                        </a:rPr>
                        <a:t> </a:t>
                      </a:r>
                    </a:p>
                  </p:txBody>
                </p:sp>
              </mc:Fallback>
            </mc:AlternateContent>
          </p:grpSp>
          <p:grpSp>
            <p:nvGrpSpPr>
              <p:cNvPr id="555" name="Group 554">
                <a:extLst>
                  <a:ext uri="{FF2B5EF4-FFF2-40B4-BE49-F238E27FC236}">
                    <a16:creationId xmlns:a16="http://schemas.microsoft.com/office/drawing/2014/main" id="{44ADAED3-B935-2340-954B-F37E8415D136}"/>
                  </a:ext>
                </a:extLst>
              </p:cNvPr>
              <p:cNvGrpSpPr/>
              <p:nvPr/>
            </p:nvGrpSpPr>
            <p:grpSpPr>
              <a:xfrm>
                <a:off x="6983719" y="1183555"/>
                <a:ext cx="381363" cy="483325"/>
                <a:chOff x="7085320" y="1265046"/>
                <a:chExt cx="381363" cy="483325"/>
              </a:xfrm>
            </p:grpSpPr>
            <p:sp>
              <p:nvSpPr>
                <p:cNvPr id="74" name="Oval 73">
                  <a:extLst>
                    <a:ext uri="{FF2B5EF4-FFF2-40B4-BE49-F238E27FC236}">
                      <a16:creationId xmlns:a16="http://schemas.microsoft.com/office/drawing/2014/main" id="{A57FDAC9-F7AE-A04E-A70C-7BFC24D8733E}"/>
                    </a:ext>
                  </a:extLst>
                </p:cNvPr>
                <p:cNvSpPr/>
                <p:nvPr/>
              </p:nvSpPr>
              <p:spPr>
                <a:xfrm rot="19360158">
                  <a:off x="7280655" y="152117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Oval 74">
                  <a:extLst>
                    <a:ext uri="{FF2B5EF4-FFF2-40B4-BE49-F238E27FC236}">
                      <a16:creationId xmlns:a16="http://schemas.microsoft.com/office/drawing/2014/main" id="{5D4EADAC-4A62-E945-B65A-955CDDC9E769}"/>
                    </a:ext>
                  </a:extLst>
                </p:cNvPr>
                <p:cNvSpPr/>
                <p:nvPr/>
              </p:nvSpPr>
              <p:spPr>
                <a:xfrm rot="19360158">
                  <a:off x="7419058" y="170265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Oval 75">
                  <a:extLst>
                    <a:ext uri="{FF2B5EF4-FFF2-40B4-BE49-F238E27FC236}">
                      <a16:creationId xmlns:a16="http://schemas.microsoft.com/office/drawing/2014/main" id="{766A68AB-7F76-434D-8294-C8863AAD19B6}"/>
                    </a:ext>
                  </a:extLst>
                </p:cNvPr>
                <p:cNvSpPr/>
                <p:nvPr/>
              </p:nvSpPr>
              <p:spPr>
                <a:xfrm rot="19360158">
                  <a:off x="7223722" y="144652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Oval 76">
                  <a:extLst>
                    <a:ext uri="{FF2B5EF4-FFF2-40B4-BE49-F238E27FC236}">
                      <a16:creationId xmlns:a16="http://schemas.microsoft.com/office/drawing/2014/main" id="{99BEC071-BA3A-FF49-AC48-8B544F7B3EE2}"/>
                    </a:ext>
                  </a:extLst>
                </p:cNvPr>
                <p:cNvSpPr/>
                <p:nvPr/>
              </p:nvSpPr>
              <p:spPr>
                <a:xfrm rot="19360158">
                  <a:off x="7085320" y="126504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Oval 77">
                  <a:extLst>
                    <a:ext uri="{FF2B5EF4-FFF2-40B4-BE49-F238E27FC236}">
                      <a16:creationId xmlns:a16="http://schemas.microsoft.com/office/drawing/2014/main" id="{91435062-1484-A14A-9827-24466F111A94}"/>
                    </a:ext>
                  </a:extLst>
                </p:cNvPr>
                <p:cNvSpPr/>
                <p:nvPr/>
              </p:nvSpPr>
              <p:spPr>
                <a:xfrm rot="19360158">
                  <a:off x="7142253" y="133969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Oval 78">
                  <a:extLst>
                    <a:ext uri="{FF2B5EF4-FFF2-40B4-BE49-F238E27FC236}">
                      <a16:creationId xmlns:a16="http://schemas.microsoft.com/office/drawing/2014/main" id="{B94240AB-2D80-2543-ACA8-F6B6C4C118B6}"/>
                    </a:ext>
                  </a:extLst>
                </p:cNvPr>
                <p:cNvSpPr/>
                <p:nvPr/>
              </p:nvSpPr>
              <p:spPr>
                <a:xfrm rot="19360158">
                  <a:off x="7362124" y="16279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12" name="Group 511">
                <a:extLst>
                  <a:ext uri="{FF2B5EF4-FFF2-40B4-BE49-F238E27FC236}">
                    <a16:creationId xmlns:a16="http://schemas.microsoft.com/office/drawing/2014/main" id="{379D3887-9323-434D-B69A-12442A86C3D2}"/>
                  </a:ext>
                </a:extLst>
              </p:cNvPr>
              <p:cNvGrpSpPr/>
              <p:nvPr/>
            </p:nvGrpSpPr>
            <p:grpSpPr>
              <a:xfrm rot="184584">
                <a:off x="8989475" y="614672"/>
                <a:ext cx="86757" cy="594671"/>
                <a:chOff x="8900575" y="722622"/>
                <a:chExt cx="86757" cy="594671"/>
              </a:xfrm>
            </p:grpSpPr>
            <p:sp>
              <p:nvSpPr>
                <p:cNvPr id="88" name="Oval 87">
                  <a:extLst>
                    <a:ext uri="{FF2B5EF4-FFF2-40B4-BE49-F238E27FC236}">
                      <a16:creationId xmlns:a16="http://schemas.microsoft.com/office/drawing/2014/main" id="{F94E480E-3420-874E-9EFA-AEC1DECCD808}"/>
                    </a:ext>
                  </a:extLst>
                </p:cNvPr>
                <p:cNvSpPr/>
                <p:nvPr/>
              </p:nvSpPr>
              <p:spPr>
                <a:xfrm rot="244649">
                  <a:off x="8916803" y="104392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Oval 88">
                  <a:extLst>
                    <a:ext uri="{FF2B5EF4-FFF2-40B4-BE49-F238E27FC236}">
                      <a16:creationId xmlns:a16="http://schemas.microsoft.com/office/drawing/2014/main" id="{CF8FCA2D-2242-7E46-97C6-FF532538FD27}"/>
                    </a:ext>
                  </a:extLst>
                </p:cNvPr>
                <p:cNvSpPr/>
                <p:nvPr/>
              </p:nvSpPr>
              <p:spPr>
                <a:xfrm rot="244649">
                  <a:off x="8900575" y="127157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Oval 89">
                  <a:extLst>
                    <a:ext uri="{FF2B5EF4-FFF2-40B4-BE49-F238E27FC236}">
                      <a16:creationId xmlns:a16="http://schemas.microsoft.com/office/drawing/2014/main" id="{C0E9163F-2B8B-8C4E-A380-9FFFA1843C76}"/>
                    </a:ext>
                  </a:extLst>
                </p:cNvPr>
                <p:cNvSpPr/>
                <p:nvPr/>
              </p:nvSpPr>
              <p:spPr>
                <a:xfrm rot="244649">
                  <a:off x="8923479" y="95027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 name="Oval 90">
                  <a:extLst>
                    <a:ext uri="{FF2B5EF4-FFF2-40B4-BE49-F238E27FC236}">
                      <a16:creationId xmlns:a16="http://schemas.microsoft.com/office/drawing/2014/main" id="{76F6DAD8-295C-CF48-8894-0D95118ADE04}"/>
                    </a:ext>
                  </a:extLst>
                </p:cNvPr>
                <p:cNvSpPr/>
                <p:nvPr/>
              </p:nvSpPr>
              <p:spPr>
                <a:xfrm rot="244649">
                  <a:off x="8939707" y="72262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Oval 91">
                  <a:extLst>
                    <a:ext uri="{FF2B5EF4-FFF2-40B4-BE49-F238E27FC236}">
                      <a16:creationId xmlns:a16="http://schemas.microsoft.com/office/drawing/2014/main" id="{32F1A8BD-73A9-574B-A57D-37709BB1AEFD}"/>
                    </a:ext>
                  </a:extLst>
                </p:cNvPr>
                <p:cNvSpPr/>
                <p:nvPr/>
              </p:nvSpPr>
              <p:spPr>
                <a:xfrm rot="244649">
                  <a:off x="8933032" y="81626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Oval 92">
                  <a:extLst>
                    <a:ext uri="{FF2B5EF4-FFF2-40B4-BE49-F238E27FC236}">
                      <a16:creationId xmlns:a16="http://schemas.microsoft.com/office/drawing/2014/main" id="{37E3CF49-6204-E14E-83C0-ED324B70CF17}"/>
                    </a:ext>
                  </a:extLst>
                </p:cNvPr>
                <p:cNvSpPr/>
                <p:nvPr/>
              </p:nvSpPr>
              <p:spPr>
                <a:xfrm rot="244649">
                  <a:off x="8907251" y="117792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5" name="Group 54">
                <a:extLst>
                  <a:ext uri="{FF2B5EF4-FFF2-40B4-BE49-F238E27FC236}">
                    <a16:creationId xmlns:a16="http://schemas.microsoft.com/office/drawing/2014/main" id="{725B99A8-921C-7041-83DE-19ADBA500D4C}"/>
                  </a:ext>
                </a:extLst>
              </p:cNvPr>
              <p:cNvGrpSpPr/>
              <p:nvPr/>
            </p:nvGrpSpPr>
            <p:grpSpPr>
              <a:xfrm rot="21373006">
                <a:off x="8333826" y="615066"/>
                <a:ext cx="86757" cy="594671"/>
                <a:chOff x="8470351" y="729366"/>
                <a:chExt cx="86757" cy="594671"/>
              </a:xfrm>
            </p:grpSpPr>
            <p:sp>
              <p:nvSpPr>
                <p:cNvPr id="95" name="Oval 94">
                  <a:extLst>
                    <a:ext uri="{FF2B5EF4-FFF2-40B4-BE49-F238E27FC236}">
                      <a16:creationId xmlns:a16="http://schemas.microsoft.com/office/drawing/2014/main" id="{B0CBC1E9-A700-9A4A-9922-E28FB02049BF}"/>
                    </a:ext>
                  </a:extLst>
                </p:cNvPr>
                <p:cNvSpPr/>
                <p:nvPr/>
              </p:nvSpPr>
              <p:spPr>
                <a:xfrm rot="21355351" flipH="1">
                  <a:off x="8493255" y="105066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Oval 95">
                  <a:extLst>
                    <a:ext uri="{FF2B5EF4-FFF2-40B4-BE49-F238E27FC236}">
                      <a16:creationId xmlns:a16="http://schemas.microsoft.com/office/drawing/2014/main" id="{C46F3E58-3093-114B-8A07-DE16322D1343}"/>
                    </a:ext>
                  </a:extLst>
                </p:cNvPr>
                <p:cNvSpPr/>
                <p:nvPr/>
              </p:nvSpPr>
              <p:spPr>
                <a:xfrm rot="21355351" flipH="1">
                  <a:off x="8509483" y="12783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Oval 96">
                  <a:extLst>
                    <a:ext uri="{FF2B5EF4-FFF2-40B4-BE49-F238E27FC236}">
                      <a16:creationId xmlns:a16="http://schemas.microsoft.com/office/drawing/2014/main" id="{905A903C-5E54-524A-8673-BD171C39EEEA}"/>
                    </a:ext>
                  </a:extLst>
                </p:cNvPr>
                <p:cNvSpPr/>
                <p:nvPr/>
              </p:nvSpPr>
              <p:spPr>
                <a:xfrm rot="21355351" flipH="1">
                  <a:off x="8486579" y="9570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Oval 97">
                  <a:extLst>
                    <a:ext uri="{FF2B5EF4-FFF2-40B4-BE49-F238E27FC236}">
                      <a16:creationId xmlns:a16="http://schemas.microsoft.com/office/drawing/2014/main" id="{A73F3B55-1AF3-8247-AD65-BF7F6CAAA65B}"/>
                    </a:ext>
                  </a:extLst>
                </p:cNvPr>
                <p:cNvSpPr/>
                <p:nvPr/>
              </p:nvSpPr>
              <p:spPr>
                <a:xfrm rot="21355351" flipH="1">
                  <a:off x="8470351" y="72936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Oval 98">
                  <a:extLst>
                    <a:ext uri="{FF2B5EF4-FFF2-40B4-BE49-F238E27FC236}">
                      <a16:creationId xmlns:a16="http://schemas.microsoft.com/office/drawing/2014/main" id="{45A63047-B93A-A149-88C6-0A60AF022C14}"/>
                    </a:ext>
                  </a:extLst>
                </p:cNvPr>
                <p:cNvSpPr/>
                <p:nvPr/>
              </p:nvSpPr>
              <p:spPr>
                <a:xfrm rot="21355351" flipH="1">
                  <a:off x="8477026" y="82301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 name="Oval 99">
                  <a:extLst>
                    <a:ext uri="{FF2B5EF4-FFF2-40B4-BE49-F238E27FC236}">
                      <a16:creationId xmlns:a16="http://schemas.microsoft.com/office/drawing/2014/main" id="{9A24D603-5057-0543-93FA-EF2A4263BC92}"/>
                    </a:ext>
                  </a:extLst>
                </p:cNvPr>
                <p:cNvSpPr/>
                <p:nvPr/>
              </p:nvSpPr>
              <p:spPr>
                <a:xfrm rot="21355351" flipH="1">
                  <a:off x="8502807" y="118467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B73BA248-9BBC-9C4E-A9E4-E670A2F533BF}"/>
                      </a:ext>
                    </a:extLst>
                  </p:cNvPr>
                  <p:cNvSpPr txBox="1"/>
                  <p:nvPr/>
                </p:nvSpPr>
                <p:spPr>
                  <a:xfrm>
                    <a:off x="9374821" y="316416"/>
                    <a:ext cx="23750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m:t>𝑒</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110" name="TextBox 109">
                    <a:extLst>
                      <a:ext uri="{FF2B5EF4-FFF2-40B4-BE49-F238E27FC236}">
                        <a16:creationId xmlns:a16="http://schemas.microsoft.com/office/drawing/2014/main" id="{B73BA248-9BBC-9C4E-A9E4-E670A2F533BF}"/>
                      </a:ext>
                    </a:extLst>
                  </p:cNvPr>
                  <p:cNvSpPr txBox="1">
                    <a:spLocks noRot="1" noChangeAspect="1" noMove="1" noResize="1" noEditPoints="1" noAdjustHandles="1" noChangeArrowheads="1" noChangeShapeType="1" noTextEdit="1"/>
                  </p:cNvSpPr>
                  <p:nvPr/>
                </p:nvSpPr>
                <p:spPr>
                  <a:xfrm>
                    <a:off x="9374821" y="316416"/>
                    <a:ext cx="237501" cy="215444"/>
                  </a:xfrm>
                  <a:prstGeom prst="rect">
                    <a:avLst/>
                  </a:prstGeom>
                  <a:blipFill>
                    <a:blip r:embed="rId14"/>
                    <a:stretch>
                      <a:fillRect l="-15789" r="-526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71862E2F-5717-7D4C-8ADF-24860138A2F5}"/>
                      </a:ext>
                    </a:extLst>
                  </p:cNvPr>
                  <p:cNvSpPr txBox="1"/>
                  <p:nvPr/>
                </p:nvSpPr>
                <p:spPr>
                  <a:xfrm>
                    <a:off x="9282080" y="701125"/>
                    <a:ext cx="240643"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m:t>𝜇</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111" name="TextBox 110">
                    <a:extLst>
                      <a:ext uri="{FF2B5EF4-FFF2-40B4-BE49-F238E27FC236}">
                        <a16:creationId xmlns:a16="http://schemas.microsoft.com/office/drawing/2014/main" id="{71862E2F-5717-7D4C-8ADF-24860138A2F5}"/>
                      </a:ext>
                    </a:extLst>
                  </p:cNvPr>
                  <p:cNvSpPr txBox="1">
                    <a:spLocks noRot="1" noChangeAspect="1" noMove="1" noResize="1" noEditPoints="1" noAdjustHandles="1" noChangeArrowheads="1" noChangeShapeType="1" noTextEdit="1"/>
                  </p:cNvSpPr>
                  <p:nvPr/>
                </p:nvSpPr>
                <p:spPr>
                  <a:xfrm>
                    <a:off x="9282080" y="701125"/>
                    <a:ext cx="240643" cy="215444"/>
                  </a:xfrm>
                  <a:prstGeom prst="rect">
                    <a:avLst/>
                  </a:prstGeom>
                  <a:blipFill>
                    <a:blip r:embed="rId15"/>
                    <a:stretch>
                      <a:fillRect l="-21053" r="-5263" b="-4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2C917408-3683-1242-AC23-6AFD24E8759C}"/>
                      </a:ext>
                    </a:extLst>
                  </p:cNvPr>
                  <p:cNvSpPr txBox="1"/>
                  <p:nvPr/>
                </p:nvSpPr>
                <p:spPr>
                  <a:xfrm>
                    <a:off x="9208897" y="1060969"/>
                    <a:ext cx="22980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m:t>𝜏</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112" name="TextBox 111">
                    <a:extLst>
                      <a:ext uri="{FF2B5EF4-FFF2-40B4-BE49-F238E27FC236}">
                        <a16:creationId xmlns:a16="http://schemas.microsoft.com/office/drawing/2014/main" id="{2C917408-3683-1242-AC23-6AFD24E8759C}"/>
                      </a:ext>
                    </a:extLst>
                  </p:cNvPr>
                  <p:cNvSpPr txBox="1">
                    <a:spLocks noRot="1" noChangeAspect="1" noMove="1" noResize="1" noEditPoints="1" noAdjustHandles="1" noChangeArrowheads="1" noChangeShapeType="1" noTextEdit="1"/>
                  </p:cNvSpPr>
                  <p:nvPr/>
                </p:nvSpPr>
                <p:spPr>
                  <a:xfrm>
                    <a:off x="9208897" y="1060969"/>
                    <a:ext cx="229807" cy="215444"/>
                  </a:xfrm>
                  <a:prstGeom prst="rect">
                    <a:avLst/>
                  </a:prstGeom>
                  <a:blipFill>
                    <a:blip r:embed="rId16"/>
                    <a:stretch>
                      <a:fillRect l="-15789" b="-38889"/>
                    </a:stretch>
                  </a:blipFill>
                </p:spPr>
                <p:txBody>
                  <a:bodyPr/>
                  <a:lstStyle/>
                  <a:p>
                    <a:r>
                      <a:rPr lang="en-US">
                        <a:noFill/>
                      </a:rPr>
                      <a:t> </a:t>
                    </a:r>
                  </a:p>
                </p:txBody>
              </p:sp>
            </mc:Fallback>
          </mc:AlternateContent>
          <p:grpSp>
            <p:nvGrpSpPr>
              <p:cNvPr id="553" name="Group 552">
                <a:extLst>
                  <a:ext uri="{FF2B5EF4-FFF2-40B4-BE49-F238E27FC236}">
                    <a16:creationId xmlns:a16="http://schemas.microsoft.com/office/drawing/2014/main" id="{EE82C29C-0B92-0747-B0D5-F97DDA4C4CAB}"/>
                  </a:ext>
                </a:extLst>
              </p:cNvPr>
              <p:cNvGrpSpPr/>
              <p:nvPr/>
            </p:nvGrpSpPr>
            <p:grpSpPr>
              <a:xfrm>
                <a:off x="9286237" y="5553766"/>
                <a:ext cx="442711" cy="968417"/>
                <a:chOff x="9286237" y="5553766"/>
                <a:chExt cx="442711" cy="968417"/>
              </a:xfrm>
            </p:grpSpPr>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E2631FD3-7B31-5044-917C-2BCD24BCC2CE}"/>
                        </a:ext>
                      </a:extLst>
                    </p:cNvPr>
                    <p:cNvSpPr txBox="1"/>
                    <p:nvPr/>
                  </p:nvSpPr>
                  <p:spPr>
                    <a:xfrm>
                      <a:off x="9286237" y="5553766"/>
                      <a:ext cx="223651"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𝜏</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114" name="TextBox 113">
                      <a:extLst>
                        <a:ext uri="{FF2B5EF4-FFF2-40B4-BE49-F238E27FC236}">
                          <a16:creationId xmlns:a16="http://schemas.microsoft.com/office/drawing/2014/main" id="{E2631FD3-7B31-5044-917C-2BCD24BCC2CE}"/>
                        </a:ext>
                      </a:extLst>
                    </p:cNvPr>
                    <p:cNvSpPr txBox="1">
                      <a:spLocks noRot="1" noChangeAspect="1" noMove="1" noResize="1" noEditPoints="1" noAdjustHandles="1" noChangeArrowheads="1" noChangeShapeType="1" noTextEdit="1"/>
                    </p:cNvSpPr>
                    <p:nvPr/>
                  </p:nvSpPr>
                  <p:spPr>
                    <a:xfrm>
                      <a:off x="9286237" y="5553766"/>
                      <a:ext cx="223651" cy="246221"/>
                    </a:xfrm>
                    <a:prstGeom prst="rect">
                      <a:avLst/>
                    </a:prstGeom>
                    <a:blipFill>
                      <a:blip r:embed="rId17"/>
                      <a:stretch>
                        <a:fillRect l="-11111" t="-5000" r="-5556"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34ECE360-AE4A-ED47-9D8F-11F21FBDAB08}"/>
                        </a:ext>
                      </a:extLst>
                    </p:cNvPr>
                    <p:cNvSpPr txBox="1"/>
                    <p:nvPr/>
                  </p:nvSpPr>
                  <p:spPr>
                    <a:xfrm>
                      <a:off x="9383741" y="5903215"/>
                      <a:ext cx="240642" cy="26956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𝜇</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115" name="TextBox 114">
                      <a:extLst>
                        <a:ext uri="{FF2B5EF4-FFF2-40B4-BE49-F238E27FC236}">
                          <a16:creationId xmlns:a16="http://schemas.microsoft.com/office/drawing/2014/main" id="{34ECE360-AE4A-ED47-9D8F-11F21FBDAB08}"/>
                        </a:ext>
                      </a:extLst>
                    </p:cNvPr>
                    <p:cNvSpPr txBox="1">
                      <a:spLocks noRot="1" noChangeAspect="1" noMove="1" noResize="1" noEditPoints="1" noAdjustHandles="1" noChangeArrowheads="1" noChangeShapeType="1" noTextEdit="1"/>
                    </p:cNvSpPr>
                    <p:nvPr/>
                  </p:nvSpPr>
                  <p:spPr>
                    <a:xfrm>
                      <a:off x="9383741" y="5903215"/>
                      <a:ext cx="240642" cy="269561"/>
                    </a:xfrm>
                    <a:prstGeom prst="rect">
                      <a:avLst/>
                    </a:prstGeom>
                    <a:blipFill>
                      <a:blip r:embed="rId18"/>
                      <a:stretch>
                        <a:fillRect l="-15000" r="-5000"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2D9B3FB6-7BD1-5248-8F11-AD543E8A33EF}"/>
                        </a:ext>
                      </a:extLst>
                    </p:cNvPr>
                    <p:cNvSpPr txBox="1"/>
                    <p:nvPr/>
                  </p:nvSpPr>
                  <p:spPr>
                    <a:xfrm>
                      <a:off x="9497154" y="6274486"/>
                      <a:ext cx="231794"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𝑒</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116" name="TextBox 115">
                      <a:extLst>
                        <a:ext uri="{FF2B5EF4-FFF2-40B4-BE49-F238E27FC236}">
                          <a16:creationId xmlns:a16="http://schemas.microsoft.com/office/drawing/2014/main" id="{2D9B3FB6-7BD1-5248-8F11-AD543E8A33EF}"/>
                        </a:ext>
                      </a:extLst>
                    </p:cNvPr>
                    <p:cNvSpPr txBox="1">
                      <a:spLocks noRot="1" noChangeAspect="1" noMove="1" noResize="1" noEditPoints="1" noAdjustHandles="1" noChangeArrowheads="1" noChangeShapeType="1" noTextEdit="1"/>
                    </p:cNvSpPr>
                    <p:nvPr/>
                  </p:nvSpPr>
                  <p:spPr>
                    <a:xfrm>
                      <a:off x="9497154" y="6274486"/>
                      <a:ext cx="231794" cy="247697"/>
                    </a:xfrm>
                    <a:prstGeom prst="rect">
                      <a:avLst/>
                    </a:prstGeom>
                    <a:blipFill>
                      <a:blip r:embed="rId19"/>
                      <a:stretch>
                        <a:fillRect l="-10000" r="-5000" b="-33333"/>
                      </a:stretch>
                    </a:blipFill>
                  </p:spPr>
                  <p:txBody>
                    <a:bodyPr/>
                    <a:lstStyle/>
                    <a:p>
                      <a:r>
                        <a:rPr lang="en-US">
                          <a:noFill/>
                        </a:rPr>
                        <a:t> </a:t>
                      </a:r>
                    </a:p>
                  </p:txBody>
                </p:sp>
              </mc:Fallback>
            </mc:AlternateContent>
          </p:grpSp>
          <p:grpSp>
            <p:nvGrpSpPr>
              <p:cNvPr id="552" name="Group 551">
                <a:extLst>
                  <a:ext uri="{FF2B5EF4-FFF2-40B4-BE49-F238E27FC236}">
                    <a16:creationId xmlns:a16="http://schemas.microsoft.com/office/drawing/2014/main" id="{CE0FBB44-3D59-2242-855D-2103780154EB}"/>
                  </a:ext>
                </a:extLst>
              </p:cNvPr>
              <p:cNvGrpSpPr/>
              <p:nvPr/>
            </p:nvGrpSpPr>
            <p:grpSpPr>
              <a:xfrm>
                <a:off x="7868112" y="5573544"/>
                <a:ext cx="398134" cy="976463"/>
                <a:chOff x="7868112" y="5573544"/>
                <a:chExt cx="398134" cy="976463"/>
              </a:xfrm>
            </p:grpSpPr>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1F49FA85-E4D3-8B44-93BE-B02D017D4CA3}"/>
                        </a:ext>
                      </a:extLst>
                    </p:cNvPr>
                    <p:cNvSpPr txBox="1"/>
                    <p:nvPr/>
                  </p:nvSpPr>
                  <p:spPr>
                    <a:xfrm>
                      <a:off x="8057471" y="5573544"/>
                      <a:ext cx="208775" cy="2462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𝜏</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118" name="TextBox 117">
                      <a:extLst>
                        <a:ext uri="{FF2B5EF4-FFF2-40B4-BE49-F238E27FC236}">
                          <a16:creationId xmlns:a16="http://schemas.microsoft.com/office/drawing/2014/main" id="{1F49FA85-E4D3-8B44-93BE-B02D017D4CA3}"/>
                        </a:ext>
                      </a:extLst>
                    </p:cNvPr>
                    <p:cNvSpPr txBox="1">
                      <a:spLocks noRot="1" noChangeAspect="1" noMove="1" noResize="1" noEditPoints="1" noAdjustHandles="1" noChangeArrowheads="1" noChangeShapeType="1" noTextEdit="1"/>
                    </p:cNvSpPr>
                    <p:nvPr/>
                  </p:nvSpPr>
                  <p:spPr>
                    <a:xfrm>
                      <a:off x="8057471" y="5573544"/>
                      <a:ext cx="208775" cy="246221"/>
                    </a:xfrm>
                    <a:prstGeom prst="rect">
                      <a:avLst/>
                    </a:prstGeom>
                    <a:blipFill>
                      <a:blip r:embed="rId20"/>
                      <a:stretch>
                        <a:fillRect l="-11765" r="-11765"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66D58E69-2A5B-E84E-A287-EC7EF2FEFFD5}"/>
                        </a:ext>
                      </a:extLst>
                    </p:cNvPr>
                    <p:cNvSpPr txBox="1"/>
                    <p:nvPr/>
                  </p:nvSpPr>
                  <p:spPr>
                    <a:xfrm>
                      <a:off x="7953009" y="5925660"/>
                      <a:ext cx="225766" cy="26956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𝜇</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119" name="TextBox 118">
                      <a:extLst>
                        <a:ext uri="{FF2B5EF4-FFF2-40B4-BE49-F238E27FC236}">
                          <a16:creationId xmlns:a16="http://schemas.microsoft.com/office/drawing/2014/main" id="{66D58E69-2A5B-E84E-A287-EC7EF2FEFFD5}"/>
                        </a:ext>
                      </a:extLst>
                    </p:cNvPr>
                    <p:cNvSpPr txBox="1">
                      <a:spLocks noRot="1" noChangeAspect="1" noMove="1" noResize="1" noEditPoints="1" noAdjustHandles="1" noChangeArrowheads="1" noChangeShapeType="1" noTextEdit="1"/>
                    </p:cNvSpPr>
                    <p:nvPr/>
                  </p:nvSpPr>
                  <p:spPr>
                    <a:xfrm>
                      <a:off x="7953009" y="5925660"/>
                      <a:ext cx="225766" cy="269561"/>
                    </a:xfrm>
                    <a:prstGeom prst="rect">
                      <a:avLst/>
                    </a:prstGeom>
                    <a:blipFill>
                      <a:blip r:embed="rId21"/>
                      <a:stretch>
                        <a:fillRect l="-21053" r="-5263" b="-3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CD6796D2-0F12-4141-83AE-D61200E6F67F}"/>
                        </a:ext>
                      </a:extLst>
                    </p:cNvPr>
                    <p:cNvSpPr txBox="1"/>
                    <p:nvPr/>
                  </p:nvSpPr>
                  <p:spPr>
                    <a:xfrm>
                      <a:off x="7868112" y="6302310"/>
                      <a:ext cx="216918" cy="24769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𝑒</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120" name="TextBox 119">
                      <a:extLst>
                        <a:ext uri="{FF2B5EF4-FFF2-40B4-BE49-F238E27FC236}">
                          <a16:creationId xmlns:a16="http://schemas.microsoft.com/office/drawing/2014/main" id="{CD6796D2-0F12-4141-83AE-D61200E6F67F}"/>
                        </a:ext>
                      </a:extLst>
                    </p:cNvPr>
                    <p:cNvSpPr txBox="1">
                      <a:spLocks noRot="1" noChangeAspect="1" noMove="1" noResize="1" noEditPoints="1" noAdjustHandles="1" noChangeArrowheads="1" noChangeShapeType="1" noTextEdit="1"/>
                    </p:cNvSpPr>
                    <p:nvPr/>
                  </p:nvSpPr>
                  <p:spPr>
                    <a:xfrm>
                      <a:off x="7868112" y="6302310"/>
                      <a:ext cx="216918" cy="247697"/>
                    </a:xfrm>
                    <a:prstGeom prst="rect">
                      <a:avLst/>
                    </a:prstGeom>
                    <a:blipFill>
                      <a:blip r:embed="rId22"/>
                      <a:stretch>
                        <a:fillRect l="-11111" t="-5000" r="-5556" b="-35000"/>
                      </a:stretch>
                    </a:blipFill>
                  </p:spPr>
                  <p:txBody>
                    <a:bodyPr/>
                    <a:lstStyle/>
                    <a:p>
                      <a:r>
                        <a:rPr lang="en-US">
                          <a:noFill/>
                        </a:rPr>
                        <a:t> </a:t>
                      </a:r>
                    </a:p>
                  </p:txBody>
                </p:sp>
              </mc:Fallback>
            </mc:AlternateContent>
          </p:grpSp>
          <p:grpSp>
            <p:nvGrpSpPr>
              <p:cNvPr id="23" name="Group 22">
                <a:extLst>
                  <a:ext uri="{FF2B5EF4-FFF2-40B4-BE49-F238E27FC236}">
                    <a16:creationId xmlns:a16="http://schemas.microsoft.com/office/drawing/2014/main" id="{2333C9D2-A603-0347-B254-EA23DBAD30D0}"/>
                  </a:ext>
                </a:extLst>
              </p:cNvPr>
              <p:cNvGrpSpPr/>
              <p:nvPr/>
            </p:nvGrpSpPr>
            <p:grpSpPr>
              <a:xfrm rot="21367224">
                <a:off x="9033264" y="5616577"/>
                <a:ext cx="86757" cy="594671"/>
                <a:chOff x="8868164" y="5511802"/>
                <a:chExt cx="86757" cy="594671"/>
              </a:xfrm>
            </p:grpSpPr>
            <p:sp>
              <p:nvSpPr>
                <p:cNvPr id="122" name="Oval 121">
                  <a:extLst>
                    <a:ext uri="{FF2B5EF4-FFF2-40B4-BE49-F238E27FC236}">
                      <a16:creationId xmlns:a16="http://schemas.microsoft.com/office/drawing/2014/main" id="{89195925-8742-284C-A4E7-2DA138A39228}"/>
                    </a:ext>
                  </a:extLst>
                </p:cNvPr>
                <p:cNvSpPr/>
                <p:nvPr/>
              </p:nvSpPr>
              <p:spPr>
                <a:xfrm rot="21355351" flipV="1">
                  <a:off x="8884392" y="5739455"/>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3" name="Oval 122">
                  <a:extLst>
                    <a:ext uri="{FF2B5EF4-FFF2-40B4-BE49-F238E27FC236}">
                      <a16:creationId xmlns:a16="http://schemas.microsoft.com/office/drawing/2014/main" id="{74948407-18F3-8149-BC6C-C9993B79CDD4}"/>
                    </a:ext>
                  </a:extLst>
                </p:cNvPr>
                <p:cNvSpPr/>
                <p:nvPr/>
              </p:nvSpPr>
              <p:spPr>
                <a:xfrm rot="21355351" flipV="1">
                  <a:off x="8868164" y="551180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4" name="Oval 123">
                  <a:extLst>
                    <a:ext uri="{FF2B5EF4-FFF2-40B4-BE49-F238E27FC236}">
                      <a16:creationId xmlns:a16="http://schemas.microsoft.com/office/drawing/2014/main" id="{6E4C1330-714F-DC4B-8EF5-45ECBC691CF7}"/>
                    </a:ext>
                  </a:extLst>
                </p:cNvPr>
                <p:cNvSpPr/>
                <p:nvPr/>
              </p:nvSpPr>
              <p:spPr>
                <a:xfrm rot="21355351" flipV="1">
                  <a:off x="8891068" y="583310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Oval 124">
                  <a:extLst>
                    <a:ext uri="{FF2B5EF4-FFF2-40B4-BE49-F238E27FC236}">
                      <a16:creationId xmlns:a16="http://schemas.microsoft.com/office/drawing/2014/main" id="{60F1B204-B57C-EA43-9B2F-232DD69078DA}"/>
                    </a:ext>
                  </a:extLst>
                </p:cNvPr>
                <p:cNvSpPr/>
                <p:nvPr/>
              </p:nvSpPr>
              <p:spPr>
                <a:xfrm rot="21355351" flipV="1">
                  <a:off x="8907296" y="606075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Oval 125">
                  <a:extLst>
                    <a:ext uri="{FF2B5EF4-FFF2-40B4-BE49-F238E27FC236}">
                      <a16:creationId xmlns:a16="http://schemas.microsoft.com/office/drawing/2014/main" id="{D2772DDC-DB2D-8F44-A34A-FFCBE214A27F}"/>
                    </a:ext>
                  </a:extLst>
                </p:cNvPr>
                <p:cNvSpPr/>
                <p:nvPr/>
              </p:nvSpPr>
              <p:spPr>
                <a:xfrm rot="21355351" flipV="1">
                  <a:off x="8900621" y="5967107"/>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Oval 126">
                  <a:extLst>
                    <a:ext uri="{FF2B5EF4-FFF2-40B4-BE49-F238E27FC236}">
                      <a16:creationId xmlns:a16="http://schemas.microsoft.com/office/drawing/2014/main" id="{8AFB1D72-777F-4B49-BF49-2598A71A3BDF}"/>
                    </a:ext>
                  </a:extLst>
                </p:cNvPr>
                <p:cNvSpPr/>
                <p:nvPr/>
              </p:nvSpPr>
              <p:spPr>
                <a:xfrm rot="21355351" flipV="1">
                  <a:off x="8874840" y="560545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24" name="Group 23">
                <a:extLst>
                  <a:ext uri="{FF2B5EF4-FFF2-40B4-BE49-F238E27FC236}">
                    <a16:creationId xmlns:a16="http://schemas.microsoft.com/office/drawing/2014/main" id="{91AFFEE8-FFA4-9947-97E5-AE6BCF1A7D90}"/>
                  </a:ext>
                </a:extLst>
              </p:cNvPr>
              <p:cNvGrpSpPr/>
              <p:nvPr/>
            </p:nvGrpSpPr>
            <p:grpSpPr>
              <a:xfrm rot="153000">
                <a:off x="8379678" y="5621324"/>
                <a:ext cx="86757" cy="594671"/>
                <a:chOff x="8470308" y="5518546"/>
                <a:chExt cx="86757" cy="594671"/>
              </a:xfrm>
            </p:grpSpPr>
            <p:sp>
              <p:nvSpPr>
                <p:cNvPr id="129" name="Oval 128">
                  <a:extLst>
                    <a:ext uri="{FF2B5EF4-FFF2-40B4-BE49-F238E27FC236}">
                      <a16:creationId xmlns:a16="http://schemas.microsoft.com/office/drawing/2014/main" id="{4D55C882-F1B3-284B-AE95-FCC22B8C0B3F}"/>
                    </a:ext>
                  </a:extLst>
                </p:cNvPr>
                <p:cNvSpPr/>
                <p:nvPr/>
              </p:nvSpPr>
              <p:spPr>
                <a:xfrm rot="244649" flipH="1" flipV="1">
                  <a:off x="8493212" y="5746199"/>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Oval 129">
                  <a:extLst>
                    <a:ext uri="{FF2B5EF4-FFF2-40B4-BE49-F238E27FC236}">
                      <a16:creationId xmlns:a16="http://schemas.microsoft.com/office/drawing/2014/main" id="{9611019E-617C-BB4F-9E7A-1C6FB45910EE}"/>
                    </a:ext>
                  </a:extLst>
                </p:cNvPr>
                <p:cNvSpPr/>
                <p:nvPr/>
              </p:nvSpPr>
              <p:spPr>
                <a:xfrm rot="244649" flipH="1" flipV="1">
                  <a:off x="8509440" y="5518546"/>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Oval 130">
                  <a:extLst>
                    <a:ext uri="{FF2B5EF4-FFF2-40B4-BE49-F238E27FC236}">
                      <a16:creationId xmlns:a16="http://schemas.microsoft.com/office/drawing/2014/main" id="{AA4AF589-5C81-E546-B1E8-9AE04890B9F6}"/>
                    </a:ext>
                  </a:extLst>
                </p:cNvPr>
                <p:cNvSpPr/>
                <p:nvPr/>
              </p:nvSpPr>
              <p:spPr>
                <a:xfrm rot="244649" flipH="1" flipV="1">
                  <a:off x="8486536" y="5839846"/>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Oval 131">
                  <a:extLst>
                    <a:ext uri="{FF2B5EF4-FFF2-40B4-BE49-F238E27FC236}">
                      <a16:creationId xmlns:a16="http://schemas.microsoft.com/office/drawing/2014/main" id="{83E1DED6-77EB-FF46-9E61-DA1DB38A650E}"/>
                    </a:ext>
                  </a:extLst>
                </p:cNvPr>
                <p:cNvSpPr/>
                <p:nvPr/>
              </p:nvSpPr>
              <p:spPr>
                <a:xfrm rot="244649" flipH="1" flipV="1">
                  <a:off x="8470308" y="606749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 name="Oval 132">
                  <a:extLst>
                    <a:ext uri="{FF2B5EF4-FFF2-40B4-BE49-F238E27FC236}">
                      <a16:creationId xmlns:a16="http://schemas.microsoft.com/office/drawing/2014/main" id="{7D4AE4C9-30D8-4548-9D5A-3DC6FCF6B9EE}"/>
                    </a:ext>
                  </a:extLst>
                </p:cNvPr>
                <p:cNvSpPr/>
                <p:nvPr/>
              </p:nvSpPr>
              <p:spPr>
                <a:xfrm rot="244649" flipH="1" flipV="1">
                  <a:off x="8476983" y="597385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Oval 133">
                  <a:extLst>
                    <a:ext uri="{FF2B5EF4-FFF2-40B4-BE49-F238E27FC236}">
                      <a16:creationId xmlns:a16="http://schemas.microsoft.com/office/drawing/2014/main" id="{697DF09F-91A3-A44A-8B83-B69CC6CB239F}"/>
                    </a:ext>
                  </a:extLst>
                </p:cNvPr>
                <p:cNvSpPr/>
                <p:nvPr/>
              </p:nvSpPr>
              <p:spPr>
                <a:xfrm rot="244649" flipH="1" flipV="1">
                  <a:off x="8502764" y="561219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57" name="Group 556">
                <a:extLst>
                  <a:ext uri="{FF2B5EF4-FFF2-40B4-BE49-F238E27FC236}">
                    <a16:creationId xmlns:a16="http://schemas.microsoft.com/office/drawing/2014/main" id="{579BABFF-E6CE-A343-878A-50A22D2D01A1}"/>
                  </a:ext>
                </a:extLst>
              </p:cNvPr>
              <p:cNvGrpSpPr/>
              <p:nvPr/>
            </p:nvGrpSpPr>
            <p:grpSpPr>
              <a:xfrm>
                <a:off x="7812827" y="345979"/>
                <a:ext cx="447574" cy="928792"/>
                <a:chOff x="7812827" y="345979"/>
                <a:chExt cx="447574" cy="928792"/>
              </a:xfrm>
            </p:grpSpPr>
            <mc:AlternateContent xmlns:mc="http://schemas.openxmlformats.org/markup-compatibility/2006" xmlns:a14="http://schemas.microsoft.com/office/drawing/2010/main">
              <mc:Choice Requires="a14">
                <p:sp>
                  <p:nvSpPr>
                    <p:cNvPr id="141" name="TextBox 140">
                      <a:extLst>
                        <a:ext uri="{FF2B5EF4-FFF2-40B4-BE49-F238E27FC236}">
                          <a16:creationId xmlns:a16="http://schemas.microsoft.com/office/drawing/2014/main" id="{6353B608-76A4-F74F-8706-1777C2BC2035}"/>
                        </a:ext>
                      </a:extLst>
                    </p:cNvPr>
                    <p:cNvSpPr txBox="1"/>
                    <p:nvPr/>
                  </p:nvSpPr>
                  <p:spPr>
                    <a:xfrm>
                      <a:off x="7812827" y="345979"/>
                      <a:ext cx="22262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m:t>𝑒</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141" name="TextBox 140">
                      <a:extLst>
                        <a:ext uri="{FF2B5EF4-FFF2-40B4-BE49-F238E27FC236}">
                          <a16:creationId xmlns:a16="http://schemas.microsoft.com/office/drawing/2014/main" id="{6353B608-76A4-F74F-8706-1777C2BC2035}"/>
                        </a:ext>
                      </a:extLst>
                    </p:cNvPr>
                    <p:cNvSpPr txBox="1">
                      <a:spLocks noRot="1" noChangeAspect="1" noMove="1" noResize="1" noEditPoints="1" noAdjustHandles="1" noChangeArrowheads="1" noChangeShapeType="1" noTextEdit="1"/>
                    </p:cNvSpPr>
                    <p:nvPr/>
                  </p:nvSpPr>
                  <p:spPr>
                    <a:xfrm>
                      <a:off x="7812827" y="345979"/>
                      <a:ext cx="222625" cy="215444"/>
                    </a:xfrm>
                    <a:prstGeom prst="rect">
                      <a:avLst/>
                    </a:prstGeom>
                    <a:blipFill>
                      <a:blip r:embed="rId23"/>
                      <a:stretch>
                        <a:fillRect l="-16667" r="-5556"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F0E5A5D1-6DCB-5144-B45D-DC93162975A5}"/>
                        </a:ext>
                      </a:extLst>
                    </p:cNvPr>
                    <p:cNvSpPr txBox="1"/>
                    <p:nvPr/>
                  </p:nvSpPr>
                  <p:spPr>
                    <a:xfrm>
                      <a:off x="7934930" y="693247"/>
                      <a:ext cx="225766"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m:t>𝜇</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142" name="TextBox 141">
                      <a:extLst>
                        <a:ext uri="{FF2B5EF4-FFF2-40B4-BE49-F238E27FC236}">
                          <a16:creationId xmlns:a16="http://schemas.microsoft.com/office/drawing/2014/main" id="{F0E5A5D1-6DCB-5144-B45D-DC93162975A5}"/>
                        </a:ext>
                      </a:extLst>
                    </p:cNvPr>
                    <p:cNvSpPr txBox="1">
                      <a:spLocks noRot="1" noChangeAspect="1" noMove="1" noResize="1" noEditPoints="1" noAdjustHandles="1" noChangeArrowheads="1" noChangeShapeType="1" noTextEdit="1"/>
                    </p:cNvSpPr>
                    <p:nvPr/>
                  </p:nvSpPr>
                  <p:spPr>
                    <a:xfrm>
                      <a:off x="7934930" y="693247"/>
                      <a:ext cx="225766" cy="215444"/>
                    </a:xfrm>
                    <a:prstGeom prst="rect">
                      <a:avLst/>
                    </a:prstGeom>
                    <a:blipFill>
                      <a:blip r:embed="rId24"/>
                      <a:stretch>
                        <a:fillRect l="-15789" r="-5263"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4291DFA2-AB11-6E40-82A4-55D02F6F1DC0}"/>
                        </a:ext>
                      </a:extLst>
                    </p:cNvPr>
                    <p:cNvSpPr txBox="1"/>
                    <p:nvPr/>
                  </p:nvSpPr>
                  <p:spPr>
                    <a:xfrm>
                      <a:off x="8045470" y="1059327"/>
                      <a:ext cx="21493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m:t>𝜏</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143" name="TextBox 142">
                      <a:extLst>
                        <a:ext uri="{FF2B5EF4-FFF2-40B4-BE49-F238E27FC236}">
                          <a16:creationId xmlns:a16="http://schemas.microsoft.com/office/drawing/2014/main" id="{4291DFA2-AB11-6E40-82A4-55D02F6F1DC0}"/>
                        </a:ext>
                      </a:extLst>
                    </p:cNvPr>
                    <p:cNvSpPr txBox="1">
                      <a:spLocks noRot="1" noChangeAspect="1" noMove="1" noResize="1" noEditPoints="1" noAdjustHandles="1" noChangeArrowheads="1" noChangeShapeType="1" noTextEdit="1"/>
                    </p:cNvSpPr>
                    <p:nvPr/>
                  </p:nvSpPr>
                  <p:spPr>
                    <a:xfrm>
                      <a:off x="8045470" y="1059327"/>
                      <a:ext cx="214931" cy="215444"/>
                    </a:xfrm>
                    <a:prstGeom prst="rect">
                      <a:avLst/>
                    </a:prstGeom>
                    <a:blipFill>
                      <a:blip r:embed="rId25"/>
                      <a:stretch>
                        <a:fillRect l="-11111" r="-5556" b="-33333"/>
                      </a:stretch>
                    </a:blipFill>
                  </p:spPr>
                  <p:txBody>
                    <a:bodyPr/>
                    <a:lstStyle/>
                    <a:p>
                      <a:r>
                        <a:rPr lang="en-US">
                          <a:noFill/>
                        </a:rPr>
                        <a:t> </a:t>
                      </a:r>
                    </a:p>
                  </p:txBody>
                </p:sp>
              </mc:Fallback>
            </mc:AlternateContent>
          </p:grpSp>
          <p:cxnSp>
            <p:nvCxnSpPr>
              <p:cNvPr id="146" name="Straight Connector 145">
                <a:extLst>
                  <a:ext uri="{FF2B5EF4-FFF2-40B4-BE49-F238E27FC236}">
                    <a16:creationId xmlns:a16="http://schemas.microsoft.com/office/drawing/2014/main" id="{2BDD6E37-03FE-2449-9945-60950223ABE6}"/>
                  </a:ext>
                </a:extLst>
              </p:cNvPr>
              <p:cNvCxnSpPr>
                <a:cxnSpLocks/>
              </p:cNvCxnSpPr>
              <p:nvPr/>
            </p:nvCxnSpPr>
            <p:spPr>
              <a:xfrm flipH="1">
                <a:off x="9522723" y="387806"/>
                <a:ext cx="415143" cy="10484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DB5A0667-72A6-2545-B1EA-4709262272A5}"/>
                  </a:ext>
                </a:extLst>
              </p:cNvPr>
              <p:cNvCxnSpPr>
                <a:cxnSpLocks/>
              </p:cNvCxnSpPr>
              <p:nvPr/>
            </p:nvCxnSpPr>
            <p:spPr>
              <a:xfrm flipH="1">
                <a:off x="10677323" y="2143372"/>
                <a:ext cx="1035253" cy="44086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D06DCC40-92BC-C445-8AC1-2E4358E6DB71}"/>
                  </a:ext>
                </a:extLst>
              </p:cNvPr>
              <p:cNvCxnSpPr>
                <a:cxnSpLocks/>
              </p:cNvCxnSpPr>
              <p:nvPr/>
            </p:nvCxnSpPr>
            <p:spPr>
              <a:xfrm flipH="1" flipV="1">
                <a:off x="10677323" y="4221164"/>
                <a:ext cx="1070578" cy="4067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137A27A8-DCB5-2C4E-B037-994004AFE4F1}"/>
                  </a:ext>
                </a:extLst>
              </p:cNvPr>
              <p:cNvCxnSpPr>
                <a:cxnSpLocks/>
              </p:cNvCxnSpPr>
              <p:nvPr/>
            </p:nvCxnSpPr>
            <p:spPr>
              <a:xfrm>
                <a:off x="9553257" y="5354159"/>
                <a:ext cx="446994" cy="105179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23660B8A-61A5-6940-806D-663D3424B593}"/>
                  </a:ext>
                </a:extLst>
              </p:cNvPr>
              <p:cNvCxnSpPr>
                <a:cxnSpLocks/>
              </p:cNvCxnSpPr>
              <p:nvPr/>
            </p:nvCxnSpPr>
            <p:spPr>
              <a:xfrm>
                <a:off x="7449104" y="425913"/>
                <a:ext cx="447651" cy="1031769"/>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7DD19EB0-B546-144A-B4AB-28E6200242DB}"/>
                  </a:ext>
                </a:extLst>
              </p:cNvPr>
              <p:cNvCxnSpPr>
                <a:cxnSpLocks/>
              </p:cNvCxnSpPr>
              <p:nvPr/>
            </p:nvCxnSpPr>
            <p:spPr>
              <a:xfrm>
                <a:off x="5706496" y="2215121"/>
                <a:ext cx="1061021" cy="4002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C41D5032-3BEF-BF40-BBEB-D7E82C8E220C}"/>
                  </a:ext>
                </a:extLst>
              </p:cNvPr>
              <p:cNvCxnSpPr>
                <a:cxnSpLocks/>
              </p:cNvCxnSpPr>
              <p:nvPr/>
            </p:nvCxnSpPr>
            <p:spPr>
              <a:xfrm flipV="1">
                <a:off x="5726286" y="4242675"/>
                <a:ext cx="1041231" cy="43846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6FFC3121-E284-8E4B-BBB2-0B01D1CF5679}"/>
                  </a:ext>
                </a:extLst>
              </p:cNvPr>
              <p:cNvCxnSpPr>
                <a:cxnSpLocks/>
              </p:cNvCxnSpPr>
              <p:nvPr/>
            </p:nvCxnSpPr>
            <p:spPr>
              <a:xfrm flipH="1">
                <a:off x="7512261" y="5374236"/>
                <a:ext cx="420088" cy="1055399"/>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7A217A7-54E5-0D47-BDC6-EB73CAF7BF0C}"/>
                      </a:ext>
                    </a:extLst>
                  </p:cNvPr>
                  <p:cNvSpPr txBox="1"/>
                  <p:nvPr/>
                </p:nvSpPr>
                <p:spPr>
                  <a:xfrm>
                    <a:off x="9193706" y="3159219"/>
                    <a:ext cx="16991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SupPr>
                            <m:e>
                              <m: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m:t>𝜈</m:t>
                              </m:r>
                            </m:e>
                            <m:sub>
                              <m: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m:t> </m:t>
                              </m:r>
                              <m: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m:t>𝜏</m:t>
                              </m:r>
                            </m:sub>
                            <m:sup>
                              <m: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m:t>𝑅</m:t>
                              </m:r>
                            </m:sup>
                          </m:sSubSup>
                        </m:oMath>
                      </m:oMathPara>
                    </a14:m>
                    <a:endParaRPr kumimoji="0" lang="en-US" sz="1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mc:Choice>
            <mc:Fallback xmlns="">
              <p:sp>
                <p:nvSpPr>
                  <p:cNvPr id="102" name="TextBox 101">
                    <a:extLst>
                      <a:ext uri="{FF2B5EF4-FFF2-40B4-BE49-F238E27FC236}">
                        <a16:creationId xmlns:a16="http://schemas.microsoft.com/office/drawing/2014/main" id="{C7A217A7-54E5-0D47-BDC6-EB73CAF7BF0C}"/>
                      </a:ext>
                    </a:extLst>
                  </p:cNvPr>
                  <p:cNvSpPr txBox="1">
                    <a:spLocks noRot="1" noChangeAspect="1" noMove="1" noResize="1" noEditPoints="1" noAdjustHandles="1" noChangeArrowheads="1" noChangeShapeType="1" noTextEdit="1"/>
                  </p:cNvSpPr>
                  <p:nvPr/>
                </p:nvSpPr>
                <p:spPr>
                  <a:xfrm>
                    <a:off x="9193706" y="3159219"/>
                    <a:ext cx="169918" cy="153888"/>
                  </a:xfrm>
                  <a:prstGeom prst="rect">
                    <a:avLst/>
                  </a:prstGeom>
                  <a:blipFill>
                    <a:blip r:embed="rId26"/>
                    <a:stretch>
                      <a:fillRect l="-6667" t="-7692" r="-6667" b="-30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F6DA545E-9D4A-3B46-8AF5-B39DF3A4DE43}"/>
                      </a:ext>
                    </a:extLst>
                  </p:cNvPr>
                  <p:cNvSpPr txBox="1"/>
                  <p:nvPr/>
                </p:nvSpPr>
                <p:spPr>
                  <a:xfrm>
                    <a:off x="9800987" y="2969806"/>
                    <a:ext cx="204864" cy="20345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2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SupPr>
                            <m:e>
                              <m: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𝜈</m:t>
                              </m:r>
                            </m:e>
                            <m:sub>
                              <m: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𝜇</m:t>
                              </m:r>
                            </m:sub>
                            <m:sup>
                              <m: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m:t>𝑅</m:t>
                              </m:r>
                            </m:sup>
                          </m:sSubSup>
                        </m:oMath>
                      </m:oMathPara>
                    </a14:m>
                    <a:endParaRPr kumimoji="0" lang="en-US" sz="12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mc:Choice>
            <mc:Fallback xmlns="">
              <p:sp>
                <p:nvSpPr>
                  <p:cNvPr id="103" name="TextBox 102">
                    <a:extLst>
                      <a:ext uri="{FF2B5EF4-FFF2-40B4-BE49-F238E27FC236}">
                        <a16:creationId xmlns:a16="http://schemas.microsoft.com/office/drawing/2014/main" id="{F6DA545E-9D4A-3B46-8AF5-B39DF3A4DE43}"/>
                      </a:ext>
                    </a:extLst>
                  </p:cNvPr>
                  <p:cNvSpPr txBox="1">
                    <a:spLocks noRot="1" noChangeAspect="1" noMove="1" noResize="1" noEditPoints="1" noAdjustHandles="1" noChangeArrowheads="1" noChangeShapeType="1" noTextEdit="1"/>
                  </p:cNvSpPr>
                  <p:nvPr/>
                </p:nvSpPr>
                <p:spPr>
                  <a:xfrm>
                    <a:off x="9800987" y="2969806"/>
                    <a:ext cx="204864" cy="203454"/>
                  </a:xfrm>
                  <a:prstGeom prst="rect">
                    <a:avLst/>
                  </a:prstGeom>
                  <a:blipFill>
                    <a:blip r:embed="rId27"/>
                    <a:stretch>
                      <a:fillRect l="-11765" r="-5882"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74361E7E-A272-5F40-BC4B-43412A99CDC1}"/>
                      </a:ext>
                    </a:extLst>
                  </p:cNvPr>
                  <p:cNvSpPr txBox="1"/>
                  <p:nvPr/>
                </p:nvSpPr>
                <p:spPr>
                  <a:xfrm>
                    <a:off x="10427800" y="2808342"/>
                    <a:ext cx="238206"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𝜈</m:t>
                              </m:r>
                            </m:e>
                            <m:sub>
                              <m: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m:t>𝑒</m:t>
                              </m:r>
                            </m:sub>
                            <m:sup>
                              <m: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mc:Choice>
            <mc:Fallback xmlns="">
              <p:sp>
                <p:nvSpPr>
                  <p:cNvPr id="104" name="TextBox 103">
                    <a:extLst>
                      <a:ext uri="{FF2B5EF4-FFF2-40B4-BE49-F238E27FC236}">
                        <a16:creationId xmlns:a16="http://schemas.microsoft.com/office/drawing/2014/main" id="{74361E7E-A272-5F40-BC4B-43412A99CDC1}"/>
                      </a:ext>
                    </a:extLst>
                  </p:cNvPr>
                  <p:cNvSpPr txBox="1">
                    <a:spLocks noRot="1" noChangeAspect="1" noMove="1" noResize="1" noEditPoints="1" noAdjustHandles="1" noChangeArrowheads="1" noChangeShapeType="1" noTextEdit="1"/>
                  </p:cNvSpPr>
                  <p:nvPr/>
                </p:nvSpPr>
                <p:spPr>
                  <a:xfrm>
                    <a:off x="10427800" y="2808342"/>
                    <a:ext cx="238206" cy="215444"/>
                  </a:xfrm>
                  <a:prstGeom prst="rect">
                    <a:avLst/>
                  </a:prstGeom>
                  <a:blipFill>
                    <a:blip r:embed="rId28"/>
                    <a:stretch>
                      <a:fillRect l="-15000" b="-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884B0DB7-65C9-EA48-93BF-2B1BD0E8DE66}"/>
                      </a:ext>
                    </a:extLst>
                  </p:cNvPr>
                  <p:cNvSpPr txBox="1"/>
                  <p:nvPr/>
                </p:nvSpPr>
                <p:spPr>
                  <a:xfrm>
                    <a:off x="8069714" y="3159219"/>
                    <a:ext cx="165558" cy="15388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m:t>𝜈</m:t>
                              </m:r>
                            </m:e>
                            <m:sub>
                              <m:r>
                                <a:rPr kumimoji="0" lang="en-US" sz="10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m:t>𝜏</m:t>
                              </m:r>
                            </m:sub>
                            <m:sup>
                              <m:r>
                                <a:rPr kumimoji="0" lang="en-US" sz="10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0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08" name="TextBox 207">
                    <a:extLst>
                      <a:ext uri="{FF2B5EF4-FFF2-40B4-BE49-F238E27FC236}">
                        <a16:creationId xmlns:a16="http://schemas.microsoft.com/office/drawing/2014/main" id="{884B0DB7-65C9-EA48-93BF-2B1BD0E8DE66}"/>
                      </a:ext>
                    </a:extLst>
                  </p:cNvPr>
                  <p:cNvSpPr txBox="1">
                    <a:spLocks noRot="1" noChangeAspect="1" noMove="1" noResize="1" noEditPoints="1" noAdjustHandles="1" noChangeArrowheads="1" noChangeShapeType="1" noTextEdit="1"/>
                  </p:cNvSpPr>
                  <p:nvPr/>
                </p:nvSpPr>
                <p:spPr>
                  <a:xfrm>
                    <a:off x="8069714" y="3159219"/>
                    <a:ext cx="165558" cy="153888"/>
                  </a:xfrm>
                  <a:prstGeom prst="rect">
                    <a:avLst/>
                  </a:prstGeom>
                  <a:blipFill>
                    <a:blip r:embed="rId29"/>
                    <a:stretch>
                      <a:fillRect l="-7143" t="-7692" b="-30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9" name="TextBox 208">
                    <a:extLst>
                      <a:ext uri="{FF2B5EF4-FFF2-40B4-BE49-F238E27FC236}">
                        <a16:creationId xmlns:a16="http://schemas.microsoft.com/office/drawing/2014/main" id="{4FF25CF2-FAA2-1D4A-A02F-67BA27C0ED92}"/>
                      </a:ext>
                    </a:extLst>
                  </p:cNvPr>
                  <p:cNvSpPr txBox="1"/>
                  <p:nvPr/>
                </p:nvSpPr>
                <p:spPr>
                  <a:xfrm>
                    <a:off x="7450228" y="2995283"/>
                    <a:ext cx="191656" cy="20345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2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2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m:t>𝜈</m:t>
                              </m:r>
                            </m:e>
                            <m:sub>
                              <m:r>
                                <a:rPr kumimoji="0" lang="en-US" sz="12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m:t>𝜇</m:t>
                              </m:r>
                            </m:sub>
                            <m:sup>
                              <m:r>
                                <a:rPr kumimoji="0" lang="en-US" sz="12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m:t>𝐿</m:t>
                              </m:r>
                            </m:sup>
                          </m:sSubSup>
                        </m:oMath>
                      </m:oMathPara>
                    </a14:m>
                    <a:endPar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09" name="TextBox 208">
                    <a:extLst>
                      <a:ext uri="{FF2B5EF4-FFF2-40B4-BE49-F238E27FC236}">
                        <a16:creationId xmlns:a16="http://schemas.microsoft.com/office/drawing/2014/main" id="{4FF25CF2-FAA2-1D4A-A02F-67BA27C0ED92}"/>
                      </a:ext>
                    </a:extLst>
                  </p:cNvPr>
                  <p:cNvSpPr txBox="1">
                    <a:spLocks noRot="1" noChangeAspect="1" noMove="1" noResize="1" noEditPoints="1" noAdjustHandles="1" noChangeArrowheads="1" noChangeShapeType="1" noTextEdit="1"/>
                  </p:cNvSpPr>
                  <p:nvPr/>
                </p:nvSpPr>
                <p:spPr>
                  <a:xfrm>
                    <a:off x="7450228" y="2995283"/>
                    <a:ext cx="191656" cy="203454"/>
                  </a:xfrm>
                  <a:prstGeom prst="rect">
                    <a:avLst/>
                  </a:prstGeom>
                  <a:blipFill>
                    <a:blip r:embed="rId30"/>
                    <a:stretch>
                      <a:fillRect l="-12500" r="-6250"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88F0AB04-109E-F443-BC11-81B5D31EADBF}"/>
                      </a:ext>
                    </a:extLst>
                  </p:cNvPr>
                  <p:cNvSpPr txBox="1"/>
                  <p:nvPr/>
                </p:nvSpPr>
                <p:spPr>
                  <a:xfrm>
                    <a:off x="9190610" y="3496915"/>
                    <a:ext cx="167418" cy="17690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0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0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𝜈</m:t>
                                  </m:r>
                                </m:e>
                              </m:bar>
                            </m:e>
                            <m:sub>
                              <m:r>
                                <a:rPr kumimoji="0" lang="en-US" sz="10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𝜏</m:t>
                              </m:r>
                            </m:sub>
                            <m:sup>
                              <m:r>
                                <a:rPr kumimoji="0" lang="en-US" sz="10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𝑅</m:t>
                              </m:r>
                            </m:sup>
                          </m:sSubSup>
                        </m:oMath>
                      </m:oMathPara>
                    </a14:m>
                    <a:endParaRPr kumimoji="0" lang="en-US" sz="10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12" name="TextBox 211">
                    <a:extLst>
                      <a:ext uri="{FF2B5EF4-FFF2-40B4-BE49-F238E27FC236}">
                        <a16:creationId xmlns:a16="http://schemas.microsoft.com/office/drawing/2014/main" id="{88F0AB04-109E-F443-BC11-81B5D31EADBF}"/>
                      </a:ext>
                    </a:extLst>
                  </p:cNvPr>
                  <p:cNvSpPr txBox="1">
                    <a:spLocks noRot="1" noChangeAspect="1" noMove="1" noResize="1" noEditPoints="1" noAdjustHandles="1" noChangeArrowheads="1" noChangeShapeType="1" noTextEdit="1"/>
                  </p:cNvSpPr>
                  <p:nvPr/>
                </p:nvSpPr>
                <p:spPr>
                  <a:xfrm>
                    <a:off x="9190610" y="3496915"/>
                    <a:ext cx="167418" cy="176908"/>
                  </a:xfrm>
                  <a:prstGeom prst="rect">
                    <a:avLst/>
                  </a:prstGeom>
                  <a:blipFill>
                    <a:blip r:embed="rId31"/>
                    <a:stretch>
                      <a:fillRect l="-14286" r="-714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3" name="TextBox 212">
                    <a:extLst>
                      <a:ext uri="{FF2B5EF4-FFF2-40B4-BE49-F238E27FC236}">
                        <a16:creationId xmlns:a16="http://schemas.microsoft.com/office/drawing/2014/main" id="{EA688233-3438-3549-BE67-F013576177B0}"/>
                      </a:ext>
                    </a:extLst>
                  </p:cNvPr>
                  <p:cNvSpPr txBox="1"/>
                  <p:nvPr/>
                </p:nvSpPr>
                <p:spPr>
                  <a:xfrm>
                    <a:off x="9826697" y="3619873"/>
                    <a:ext cx="201850" cy="23147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2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2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𝜈</m:t>
                                  </m:r>
                                </m:e>
                              </m:bar>
                            </m:e>
                            <m:sub>
                              <m:r>
                                <a:rPr kumimoji="0" lang="en-US" sz="12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𝜇</m:t>
                              </m:r>
                            </m:sub>
                            <m:sup>
                              <m:r>
                                <a:rPr kumimoji="0" lang="en-US" sz="12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𝑅</m:t>
                              </m:r>
                            </m:sup>
                          </m:sSubSup>
                        </m:oMath>
                      </m:oMathPara>
                    </a14:m>
                    <a:endPar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13" name="TextBox 212">
                    <a:extLst>
                      <a:ext uri="{FF2B5EF4-FFF2-40B4-BE49-F238E27FC236}">
                        <a16:creationId xmlns:a16="http://schemas.microsoft.com/office/drawing/2014/main" id="{EA688233-3438-3549-BE67-F013576177B0}"/>
                      </a:ext>
                    </a:extLst>
                  </p:cNvPr>
                  <p:cNvSpPr txBox="1">
                    <a:spLocks noRot="1" noChangeAspect="1" noMove="1" noResize="1" noEditPoints="1" noAdjustHandles="1" noChangeArrowheads="1" noChangeShapeType="1" noTextEdit="1"/>
                  </p:cNvSpPr>
                  <p:nvPr/>
                </p:nvSpPr>
                <p:spPr>
                  <a:xfrm>
                    <a:off x="9826697" y="3619873"/>
                    <a:ext cx="201850" cy="231474"/>
                  </a:xfrm>
                  <a:prstGeom prst="rect">
                    <a:avLst/>
                  </a:prstGeom>
                  <a:blipFill>
                    <a:blip r:embed="rId32"/>
                    <a:stretch>
                      <a:fillRect l="-11765" t="-5263" r="-5882"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1A6AE5DF-9915-9045-9DB2-774C90F8F42D}"/>
                      </a:ext>
                    </a:extLst>
                  </p:cNvPr>
                  <p:cNvSpPr txBox="1"/>
                  <p:nvPr/>
                </p:nvSpPr>
                <p:spPr>
                  <a:xfrm>
                    <a:off x="10425952" y="3758589"/>
                    <a:ext cx="234680"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𝜈</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Cambria Math" panose="02040503050406030204" pitchFamily="18" charset="0"/>
                                  <a:cs typeface="+mn-cs"/>
                                </a:rPr>
                                <m:t>𝑒</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14" name="TextBox 213">
                    <a:extLst>
                      <a:ext uri="{FF2B5EF4-FFF2-40B4-BE49-F238E27FC236}">
                        <a16:creationId xmlns:a16="http://schemas.microsoft.com/office/drawing/2014/main" id="{1A6AE5DF-9915-9045-9DB2-774C90F8F42D}"/>
                      </a:ext>
                    </a:extLst>
                  </p:cNvPr>
                  <p:cNvSpPr txBox="1">
                    <a:spLocks noRot="1" noChangeAspect="1" noMove="1" noResize="1" noEditPoints="1" noAdjustHandles="1" noChangeArrowheads="1" noChangeShapeType="1" noTextEdit="1"/>
                  </p:cNvSpPr>
                  <p:nvPr/>
                </p:nvSpPr>
                <p:spPr>
                  <a:xfrm>
                    <a:off x="10425952" y="3758589"/>
                    <a:ext cx="234680" cy="247632"/>
                  </a:xfrm>
                  <a:prstGeom prst="rect">
                    <a:avLst/>
                  </a:prstGeom>
                  <a:blipFill>
                    <a:blip r:embed="rId33"/>
                    <a:stretch>
                      <a:fillRect l="-10000" t="-5000" r="-5000"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6" name="TextBox 215">
                    <a:extLst>
                      <a:ext uri="{FF2B5EF4-FFF2-40B4-BE49-F238E27FC236}">
                        <a16:creationId xmlns:a16="http://schemas.microsoft.com/office/drawing/2014/main" id="{6A5E6587-ACEF-2842-AFE9-736B4D8120FE}"/>
                      </a:ext>
                    </a:extLst>
                  </p:cNvPr>
                  <p:cNvSpPr txBox="1"/>
                  <p:nvPr/>
                </p:nvSpPr>
                <p:spPr>
                  <a:xfrm>
                    <a:off x="8060189" y="3505251"/>
                    <a:ext cx="157479" cy="17690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SupPr>
                            <m:e>
                              <m:bar>
                                <m:barPr>
                                  <m:pos m:val="top"/>
                                  <m:ctrlP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m:ctrlPr>
                                </m:barPr>
                                <m:e>
                                  <m: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𝜈</m:t>
                                  </m:r>
                                </m:e>
                              </m:bar>
                            </m:e>
                            <m:sub>
                              <m:r>
                                <a:rPr kumimoji="0" lang="en-US" sz="10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𝜏</m:t>
                              </m:r>
                            </m:sub>
                            <m:sup>
                              <m:r>
                                <a:rPr kumimoji="0" lang="en-US" sz="10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m:t>𝐿</m:t>
                              </m:r>
                            </m:sup>
                          </m:sSubSup>
                        </m:oMath>
                      </m:oMathPara>
                    </a14:m>
                    <a:endParaRPr kumimoji="0" lang="en-US" sz="10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mc:Choice>
            <mc:Fallback xmlns="">
              <p:sp>
                <p:nvSpPr>
                  <p:cNvPr id="216" name="TextBox 215">
                    <a:extLst>
                      <a:ext uri="{FF2B5EF4-FFF2-40B4-BE49-F238E27FC236}">
                        <a16:creationId xmlns:a16="http://schemas.microsoft.com/office/drawing/2014/main" id="{6A5E6587-ACEF-2842-AFE9-736B4D8120FE}"/>
                      </a:ext>
                    </a:extLst>
                  </p:cNvPr>
                  <p:cNvSpPr txBox="1">
                    <a:spLocks noRot="1" noChangeAspect="1" noMove="1" noResize="1" noEditPoints="1" noAdjustHandles="1" noChangeArrowheads="1" noChangeShapeType="1" noTextEdit="1"/>
                  </p:cNvSpPr>
                  <p:nvPr/>
                </p:nvSpPr>
                <p:spPr>
                  <a:xfrm>
                    <a:off x="8060189" y="3505251"/>
                    <a:ext cx="157479" cy="176908"/>
                  </a:xfrm>
                  <a:prstGeom prst="rect">
                    <a:avLst/>
                  </a:prstGeom>
                  <a:blipFill>
                    <a:blip r:embed="rId34"/>
                    <a:stretch>
                      <a:fillRect l="-7143"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7" name="TextBox 216">
                    <a:extLst>
                      <a:ext uri="{FF2B5EF4-FFF2-40B4-BE49-F238E27FC236}">
                        <a16:creationId xmlns:a16="http://schemas.microsoft.com/office/drawing/2014/main" id="{29D247DE-2716-B94C-8BB2-11F074E4292A}"/>
                      </a:ext>
                    </a:extLst>
                  </p:cNvPr>
                  <p:cNvSpPr txBox="1"/>
                  <p:nvPr/>
                </p:nvSpPr>
                <p:spPr>
                  <a:xfrm>
                    <a:off x="7437401" y="3625903"/>
                    <a:ext cx="189346" cy="23147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2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SupPr>
                            <m:e>
                              <m:bar>
                                <m:barPr>
                                  <m:pos m:val="top"/>
                                  <m:ctrlP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m:ctrlPr>
                                </m:barPr>
                                <m:e>
                                  <m: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𝜈</m:t>
                                  </m:r>
                                </m:e>
                              </m:bar>
                            </m:e>
                            <m:sub>
                              <m: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𝜇</m:t>
                              </m:r>
                            </m:sub>
                            <m:sup>
                              <m:r>
                                <a:rPr kumimoji="0" lang="en-US" sz="12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𝐿</m:t>
                              </m:r>
                            </m:sup>
                          </m:sSubSup>
                        </m:oMath>
                      </m:oMathPara>
                    </a14:m>
                    <a:endParaRPr kumimoji="0" lang="en-US" sz="12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mc:Choice>
            <mc:Fallback xmlns="">
              <p:sp>
                <p:nvSpPr>
                  <p:cNvPr id="217" name="TextBox 216">
                    <a:extLst>
                      <a:ext uri="{FF2B5EF4-FFF2-40B4-BE49-F238E27FC236}">
                        <a16:creationId xmlns:a16="http://schemas.microsoft.com/office/drawing/2014/main" id="{29D247DE-2716-B94C-8BB2-11F074E4292A}"/>
                      </a:ext>
                    </a:extLst>
                  </p:cNvPr>
                  <p:cNvSpPr txBox="1">
                    <a:spLocks noRot="1" noChangeAspect="1" noMove="1" noResize="1" noEditPoints="1" noAdjustHandles="1" noChangeArrowheads="1" noChangeShapeType="1" noTextEdit="1"/>
                  </p:cNvSpPr>
                  <p:nvPr/>
                </p:nvSpPr>
                <p:spPr>
                  <a:xfrm>
                    <a:off x="7437401" y="3625903"/>
                    <a:ext cx="189346" cy="231474"/>
                  </a:xfrm>
                  <a:prstGeom prst="rect">
                    <a:avLst/>
                  </a:prstGeom>
                  <a:blipFill>
                    <a:blip r:embed="rId35"/>
                    <a:stretch>
                      <a:fillRect l="-12500" r="-6250"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8" name="TextBox 217">
                    <a:extLst>
                      <a:ext uri="{FF2B5EF4-FFF2-40B4-BE49-F238E27FC236}">
                        <a16:creationId xmlns:a16="http://schemas.microsoft.com/office/drawing/2014/main" id="{AEF0BB38-24E9-5E42-AE0D-991FF2211C85}"/>
                      </a:ext>
                    </a:extLst>
                  </p:cNvPr>
                  <p:cNvSpPr txBox="1"/>
                  <p:nvPr/>
                </p:nvSpPr>
                <p:spPr>
                  <a:xfrm>
                    <a:off x="6763652" y="3776821"/>
                    <a:ext cx="219804"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𝜈</m:t>
                                  </m:r>
                                </m:e>
                              </m:bar>
                            </m:e>
                            <m:sub>
                              <m:r>
                                <a:rPr kumimoji="0" lang="en-US" sz="1400" b="0" i="1" u="none" strike="noStrike" kern="1200" cap="none" spc="0" normalizeH="0" baseline="0" noProof="0" smtClean="0">
                                  <a:ln>
                                    <a:noFill/>
                                  </a:ln>
                                  <a:solidFill>
                                    <a:srgbClr val="7030A0"/>
                                  </a:solidFill>
                                  <a:effectLst/>
                                  <a:uLnTx/>
                                  <a:uFillTx/>
                                  <a:latin typeface="Cambria Math" panose="02040503050406030204" pitchFamily="18" charset="0"/>
                                  <a:ea typeface="Cambria Math" panose="02040503050406030204" pitchFamily="18" charset="0"/>
                                  <a:cs typeface="+mn-cs"/>
                                </a:rPr>
                                <m:t>𝑒</m:t>
                              </m:r>
                            </m:sub>
                            <m:sup>
                              <m:r>
                                <a:rPr kumimoji="0" lang="en-US" sz="1400" b="0" i="1" u="none" strike="noStrike" kern="1200" cap="none" spc="0" normalizeH="0" baseline="0" noProof="0">
                                  <a:ln>
                                    <a:noFill/>
                                  </a:ln>
                                  <a:solidFill>
                                    <a:srgbClr val="7030A0"/>
                                  </a:solidFill>
                                  <a:effectLst/>
                                  <a:uLnTx/>
                                  <a:uFillTx/>
                                  <a:latin typeface="Cambria Math" panose="02040503050406030204" pitchFamily="18" charset="0"/>
                                  <a:ea typeface="Cambria Math" panose="02040503050406030204" pitchFamily="18" charset="0"/>
                                  <a:cs typeface="+mn-cs"/>
                                </a:rPr>
                                <m:t>𝐿</m:t>
                              </m:r>
                            </m:sup>
                          </m:sSubSup>
                        </m:oMath>
                      </m:oMathPara>
                    </a14:m>
                    <a:endParaRPr kumimoji="0" lang="en-US" sz="1400" b="0" i="0" u="none" strike="noStrike" kern="1200" cap="none" spc="0" normalizeH="0" baseline="0" noProof="0" dirty="0">
                      <a:ln>
                        <a:noFill/>
                      </a:ln>
                      <a:solidFill>
                        <a:srgbClr val="7030A0"/>
                      </a:solidFill>
                      <a:effectLst/>
                      <a:uLnTx/>
                      <a:uFillTx/>
                      <a:latin typeface="Calibri" panose="020F0502020204030204"/>
                      <a:ea typeface="+mn-ea"/>
                      <a:cs typeface="+mn-cs"/>
                    </a:endParaRPr>
                  </a:p>
                </p:txBody>
              </p:sp>
            </mc:Choice>
            <mc:Fallback xmlns="">
              <p:sp>
                <p:nvSpPr>
                  <p:cNvPr id="218" name="TextBox 217">
                    <a:extLst>
                      <a:ext uri="{FF2B5EF4-FFF2-40B4-BE49-F238E27FC236}">
                        <a16:creationId xmlns:a16="http://schemas.microsoft.com/office/drawing/2014/main" id="{AEF0BB38-24E9-5E42-AE0D-991FF2211C85}"/>
                      </a:ext>
                    </a:extLst>
                  </p:cNvPr>
                  <p:cNvSpPr txBox="1">
                    <a:spLocks noRot="1" noChangeAspect="1" noMove="1" noResize="1" noEditPoints="1" noAdjustHandles="1" noChangeArrowheads="1" noChangeShapeType="1" noTextEdit="1"/>
                  </p:cNvSpPr>
                  <p:nvPr/>
                </p:nvSpPr>
                <p:spPr>
                  <a:xfrm>
                    <a:off x="6763652" y="3776821"/>
                    <a:ext cx="219804" cy="247632"/>
                  </a:xfrm>
                  <a:prstGeom prst="rect">
                    <a:avLst/>
                  </a:prstGeom>
                  <a:blipFill>
                    <a:blip r:embed="rId36"/>
                    <a:stretch>
                      <a:fillRect l="-10526" t="-5000" r="-5263"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357CECAF-A17C-1742-A553-EDD57BEBDFF7}"/>
                      </a:ext>
                    </a:extLst>
                  </p:cNvPr>
                  <p:cNvSpPr txBox="1"/>
                  <p:nvPr/>
                </p:nvSpPr>
                <p:spPr>
                  <a:xfrm>
                    <a:off x="6795031" y="2828166"/>
                    <a:ext cx="223330"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Cambria Math" panose="02040503050406030204" pitchFamily="18" charset="0"/>
                                  <a:cs typeface="+mn-cs"/>
                                </a:rPr>
                                <m:t>𝜈</m:t>
                              </m:r>
                            </m:e>
                            <m:sub>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m:t>𝑒</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Cambria Math" panose="02040503050406030204" pitchFamily="18" charset="0"/>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10" name="TextBox 209">
                    <a:extLst>
                      <a:ext uri="{FF2B5EF4-FFF2-40B4-BE49-F238E27FC236}">
                        <a16:creationId xmlns:a16="http://schemas.microsoft.com/office/drawing/2014/main" id="{357CECAF-A17C-1742-A553-EDD57BEBDFF7}"/>
                      </a:ext>
                    </a:extLst>
                  </p:cNvPr>
                  <p:cNvSpPr txBox="1">
                    <a:spLocks noRot="1" noChangeAspect="1" noMove="1" noResize="1" noEditPoints="1" noAdjustHandles="1" noChangeArrowheads="1" noChangeShapeType="1" noTextEdit="1"/>
                  </p:cNvSpPr>
                  <p:nvPr/>
                </p:nvSpPr>
                <p:spPr>
                  <a:xfrm>
                    <a:off x="6795031" y="2828166"/>
                    <a:ext cx="223330" cy="215444"/>
                  </a:xfrm>
                  <a:prstGeom prst="rect">
                    <a:avLst/>
                  </a:prstGeom>
                  <a:blipFill>
                    <a:blip r:embed="rId37"/>
                    <a:stretch>
                      <a:fillRect l="-16667" r="-5556" b="-11111"/>
                    </a:stretch>
                  </a:blipFill>
                </p:spPr>
                <p:txBody>
                  <a:bodyPr/>
                  <a:lstStyle/>
                  <a:p>
                    <a:r>
                      <a:rPr lang="en-US">
                        <a:noFill/>
                      </a:rPr>
                      <a:t> </a:t>
                    </a:r>
                  </a:p>
                </p:txBody>
              </p:sp>
            </mc:Fallback>
          </mc:AlternateContent>
          <p:grpSp>
            <p:nvGrpSpPr>
              <p:cNvPr id="534" name="Group 533">
                <a:extLst>
                  <a:ext uri="{FF2B5EF4-FFF2-40B4-BE49-F238E27FC236}">
                    <a16:creationId xmlns:a16="http://schemas.microsoft.com/office/drawing/2014/main" id="{3623431D-1750-944D-8A9F-582C327A0386}"/>
                  </a:ext>
                </a:extLst>
              </p:cNvPr>
              <p:cNvGrpSpPr/>
              <p:nvPr/>
            </p:nvGrpSpPr>
            <p:grpSpPr>
              <a:xfrm>
                <a:off x="10662169" y="4422994"/>
                <a:ext cx="856350" cy="611904"/>
                <a:chOff x="10662169" y="4422994"/>
                <a:chExt cx="856350" cy="611904"/>
              </a:xfrm>
            </p:grpSpPr>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9F8E670A-2B85-2846-8039-03A6C8097655}"/>
                        </a:ext>
                      </a:extLst>
                    </p:cNvPr>
                    <p:cNvSpPr txBox="1"/>
                    <p:nvPr/>
                  </p:nvSpPr>
                  <p:spPr>
                    <a:xfrm flipH="1">
                      <a:off x="10662169" y="4422994"/>
                      <a:ext cx="203774"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𝑡</m:t>
                                </m: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22" name="TextBox 221">
                      <a:extLst>
                        <a:ext uri="{FF2B5EF4-FFF2-40B4-BE49-F238E27FC236}">
                          <a16:creationId xmlns:a16="http://schemas.microsoft.com/office/drawing/2014/main" id="{9F8E670A-2B85-2846-8039-03A6C8097655}"/>
                        </a:ext>
                      </a:extLst>
                    </p:cNvPr>
                    <p:cNvSpPr txBox="1">
                      <a:spLocks noRot="1" noChangeAspect="1" noMove="1" noResize="1" noEditPoints="1" noAdjustHandles="1" noChangeArrowheads="1" noChangeShapeType="1" noTextEdit="1"/>
                    </p:cNvSpPr>
                    <p:nvPr/>
                  </p:nvSpPr>
                  <p:spPr>
                    <a:xfrm flipH="1">
                      <a:off x="10662169" y="4422994"/>
                      <a:ext cx="203774" cy="215444"/>
                    </a:xfrm>
                    <a:prstGeom prst="rect">
                      <a:avLst/>
                    </a:prstGeom>
                    <a:blipFill>
                      <a:blip r:embed="rId38"/>
                      <a:stretch>
                        <a:fillRect l="-11765" r="-5882"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16FBCD3E-26DA-614B-9559-4434F2F219FC}"/>
                        </a:ext>
                      </a:extLst>
                    </p:cNvPr>
                    <p:cNvSpPr txBox="1"/>
                    <p:nvPr/>
                  </p:nvSpPr>
                  <p:spPr>
                    <a:xfrm flipH="1">
                      <a:off x="10976050" y="4621224"/>
                      <a:ext cx="21531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𝑐</m:t>
                                </m: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23" name="TextBox 222">
                      <a:extLst>
                        <a:ext uri="{FF2B5EF4-FFF2-40B4-BE49-F238E27FC236}">
                          <a16:creationId xmlns:a16="http://schemas.microsoft.com/office/drawing/2014/main" id="{16FBCD3E-26DA-614B-9559-4434F2F219FC}"/>
                        </a:ext>
                      </a:extLst>
                    </p:cNvPr>
                    <p:cNvSpPr txBox="1">
                      <a:spLocks noRot="1" noChangeAspect="1" noMove="1" noResize="1" noEditPoints="1" noAdjustHandles="1" noChangeArrowheads="1" noChangeShapeType="1" noTextEdit="1"/>
                    </p:cNvSpPr>
                    <p:nvPr/>
                  </p:nvSpPr>
                  <p:spPr>
                    <a:xfrm flipH="1">
                      <a:off x="10976050" y="4621224"/>
                      <a:ext cx="215315" cy="215444"/>
                    </a:xfrm>
                    <a:prstGeom prst="rect">
                      <a:avLst/>
                    </a:prstGeom>
                    <a:blipFill>
                      <a:blip r:embed="rId39"/>
                      <a:stretch>
                        <a:fillRect l="-11111" b="-388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99EB5225-3E49-374A-9975-43B06F89FE51}"/>
                        </a:ext>
                      </a:extLst>
                    </p:cNvPr>
                    <p:cNvSpPr txBox="1"/>
                    <p:nvPr/>
                  </p:nvSpPr>
                  <p:spPr>
                    <a:xfrm flipH="1">
                      <a:off x="11288200" y="4819454"/>
                      <a:ext cx="230319"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𝑢</m:t>
                                </m: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24" name="TextBox 223">
                      <a:extLst>
                        <a:ext uri="{FF2B5EF4-FFF2-40B4-BE49-F238E27FC236}">
                          <a16:creationId xmlns:a16="http://schemas.microsoft.com/office/drawing/2014/main" id="{99EB5225-3E49-374A-9975-43B06F89FE51}"/>
                        </a:ext>
                      </a:extLst>
                    </p:cNvPr>
                    <p:cNvSpPr txBox="1">
                      <a:spLocks noRot="1" noChangeAspect="1" noMove="1" noResize="1" noEditPoints="1" noAdjustHandles="1" noChangeArrowheads="1" noChangeShapeType="1" noTextEdit="1"/>
                    </p:cNvSpPr>
                    <p:nvPr/>
                  </p:nvSpPr>
                  <p:spPr>
                    <a:xfrm flipH="1">
                      <a:off x="11288200" y="4819454"/>
                      <a:ext cx="230319" cy="215444"/>
                    </a:xfrm>
                    <a:prstGeom prst="rect">
                      <a:avLst/>
                    </a:prstGeom>
                    <a:blipFill>
                      <a:blip r:embed="rId40"/>
                      <a:stretch>
                        <a:fillRect l="-10000" b="-33333"/>
                      </a:stretch>
                    </a:blipFill>
                  </p:spPr>
                  <p:txBody>
                    <a:bodyPr/>
                    <a:lstStyle/>
                    <a:p>
                      <a:r>
                        <a:rPr lang="en-US">
                          <a:noFill/>
                        </a:rPr>
                        <a:t> </a:t>
                      </a:r>
                    </a:p>
                  </p:txBody>
                </p:sp>
              </mc:Fallback>
            </mc:AlternateContent>
          </p:grpSp>
          <p:grpSp>
            <p:nvGrpSpPr>
              <p:cNvPr id="544" name="Group 543">
                <a:extLst>
                  <a:ext uri="{FF2B5EF4-FFF2-40B4-BE49-F238E27FC236}">
                    <a16:creationId xmlns:a16="http://schemas.microsoft.com/office/drawing/2014/main" id="{CDEF59A9-8859-7649-8D18-B09033DA90D3}"/>
                  </a:ext>
                </a:extLst>
              </p:cNvPr>
              <p:cNvGrpSpPr/>
              <p:nvPr/>
            </p:nvGrpSpPr>
            <p:grpSpPr>
              <a:xfrm>
                <a:off x="9806576" y="5336848"/>
                <a:ext cx="590245" cy="876873"/>
                <a:chOff x="9809751" y="5232073"/>
                <a:chExt cx="590245" cy="876873"/>
              </a:xfrm>
            </p:grpSpPr>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8B7DDA41-9724-684B-9200-875221E8D4E3}"/>
                        </a:ext>
                      </a:extLst>
                    </p:cNvPr>
                    <p:cNvSpPr txBox="1"/>
                    <p:nvPr/>
                  </p:nvSpPr>
                  <p:spPr>
                    <a:xfrm flipH="1">
                      <a:off x="9809751" y="5232073"/>
                      <a:ext cx="218650"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𝑡</m:t>
                                </m: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25" name="TextBox 224">
                      <a:extLst>
                        <a:ext uri="{FF2B5EF4-FFF2-40B4-BE49-F238E27FC236}">
                          <a16:creationId xmlns:a16="http://schemas.microsoft.com/office/drawing/2014/main" id="{8B7DDA41-9724-684B-9200-875221E8D4E3}"/>
                        </a:ext>
                      </a:extLst>
                    </p:cNvPr>
                    <p:cNvSpPr txBox="1">
                      <a:spLocks noRot="1" noChangeAspect="1" noMove="1" noResize="1" noEditPoints="1" noAdjustHandles="1" noChangeArrowheads="1" noChangeShapeType="1" noTextEdit="1"/>
                    </p:cNvSpPr>
                    <p:nvPr/>
                  </p:nvSpPr>
                  <p:spPr>
                    <a:xfrm flipH="1">
                      <a:off x="9809751" y="5232073"/>
                      <a:ext cx="218650" cy="215444"/>
                    </a:xfrm>
                    <a:prstGeom prst="rect">
                      <a:avLst/>
                    </a:prstGeom>
                    <a:blipFill>
                      <a:blip r:embed="rId41"/>
                      <a:stretch>
                        <a:fillRect l="-16667" r="-5556"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6" name="TextBox 225">
                      <a:extLst>
                        <a:ext uri="{FF2B5EF4-FFF2-40B4-BE49-F238E27FC236}">
                          <a16:creationId xmlns:a16="http://schemas.microsoft.com/office/drawing/2014/main" id="{FCB67222-F8E9-AF4F-8884-80342EF2966E}"/>
                        </a:ext>
                      </a:extLst>
                    </p:cNvPr>
                    <p:cNvSpPr txBox="1"/>
                    <p:nvPr/>
                  </p:nvSpPr>
                  <p:spPr>
                    <a:xfrm rot="21541345" flipH="1">
                      <a:off x="9983142" y="5562788"/>
                      <a:ext cx="230191"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𝑐</m:t>
                                </m: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26" name="TextBox 225">
                      <a:extLst>
                        <a:ext uri="{FF2B5EF4-FFF2-40B4-BE49-F238E27FC236}">
                          <a16:creationId xmlns:a16="http://schemas.microsoft.com/office/drawing/2014/main" id="{FCB67222-F8E9-AF4F-8884-80342EF2966E}"/>
                        </a:ext>
                      </a:extLst>
                    </p:cNvPr>
                    <p:cNvSpPr txBox="1">
                      <a:spLocks noRot="1" noChangeAspect="1" noMove="1" noResize="1" noEditPoints="1" noAdjustHandles="1" noChangeArrowheads="1" noChangeShapeType="1" noTextEdit="1"/>
                    </p:cNvSpPr>
                    <p:nvPr/>
                  </p:nvSpPr>
                  <p:spPr>
                    <a:xfrm rot="21541345" flipH="1">
                      <a:off x="9983142" y="5562788"/>
                      <a:ext cx="230191" cy="215444"/>
                    </a:xfrm>
                    <a:prstGeom prst="rect">
                      <a:avLst/>
                    </a:prstGeom>
                    <a:blipFill>
                      <a:blip r:embed="rId42"/>
                      <a:stretch>
                        <a:fillRect l="-10000" b="-31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7" name="TextBox 226">
                      <a:extLst>
                        <a:ext uri="{FF2B5EF4-FFF2-40B4-BE49-F238E27FC236}">
                          <a16:creationId xmlns:a16="http://schemas.microsoft.com/office/drawing/2014/main" id="{8422728C-ED99-104B-9467-B70001A72035}"/>
                        </a:ext>
                      </a:extLst>
                    </p:cNvPr>
                    <p:cNvSpPr txBox="1"/>
                    <p:nvPr/>
                  </p:nvSpPr>
                  <p:spPr>
                    <a:xfrm rot="21541345" flipH="1">
                      <a:off x="10154801" y="5893502"/>
                      <a:ext cx="245195"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𝑢</m:t>
                                </m: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227" name="TextBox 226">
                      <a:extLst>
                        <a:ext uri="{FF2B5EF4-FFF2-40B4-BE49-F238E27FC236}">
                          <a16:creationId xmlns:a16="http://schemas.microsoft.com/office/drawing/2014/main" id="{8422728C-ED99-104B-9467-B70001A72035}"/>
                        </a:ext>
                      </a:extLst>
                    </p:cNvPr>
                    <p:cNvSpPr txBox="1">
                      <a:spLocks noRot="1" noChangeAspect="1" noMove="1" noResize="1" noEditPoints="1" noAdjustHandles="1" noChangeArrowheads="1" noChangeShapeType="1" noTextEdit="1"/>
                    </p:cNvSpPr>
                    <p:nvPr/>
                  </p:nvSpPr>
                  <p:spPr>
                    <a:xfrm rot="21541345" flipH="1">
                      <a:off x="10154801" y="5893502"/>
                      <a:ext cx="245195" cy="215444"/>
                    </a:xfrm>
                    <a:prstGeom prst="rect">
                      <a:avLst/>
                    </a:prstGeom>
                    <a:blipFill>
                      <a:blip r:embed="rId43"/>
                      <a:stretch>
                        <a:fillRect l="-4762" r="-4762" b="-31579"/>
                      </a:stretch>
                    </a:blipFill>
                  </p:spPr>
                  <p:txBody>
                    <a:bodyPr/>
                    <a:lstStyle/>
                    <a:p>
                      <a:r>
                        <a:rPr lang="en-US">
                          <a:noFill/>
                        </a:rPr>
                        <a:t> </a:t>
                      </a:r>
                    </a:p>
                  </p:txBody>
                </p:sp>
              </mc:Fallback>
            </mc:AlternateContent>
          </p:grpSp>
          <p:grpSp>
            <p:nvGrpSpPr>
              <p:cNvPr id="547" name="Group 546">
                <a:extLst>
                  <a:ext uri="{FF2B5EF4-FFF2-40B4-BE49-F238E27FC236}">
                    <a16:creationId xmlns:a16="http://schemas.microsoft.com/office/drawing/2014/main" id="{526CF091-9C3A-0942-9515-991EAC54A50F}"/>
                  </a:ext>
                </a:extLst>
              </p:cNvPr>
              <p:cNvGrpSpPr/>
              <p:nvPr/>
            </p:nvGrpSpPr>
            <p:grpSpPr>
              <a:xfrm>
                <a:off x="10082928" y="5163951"/>
                <a:ext cx="391337" cy="475535"/>
                <a:chOff x="9986619" y="5070818"/>
                <a:chExt cx="391337" cy="475535"/>
              </a:xfrm>
            </p:grpSpPr>
            <p:sp>
              <p:nvSpPr>
                <p:cNvPr id="245" name="Oval 244">
                  <a:extLst>
                    <a:ext uri="{FF2B5EF4-FFF2-40B4-BE49-F238E27FC236}">
                      <a16:creationId xmlns:a16="http://schemas.microsoft.com/office/drawing/2014/main" id="{4DBB9F77-8DD9-284B-A361-248ED8F5EF01}"/>
                    </a:ext>
                  </a:extLst>
                </p:cNvPr>
                <p:cNvSpPr/>
                <p:nvPr/>
              </p:nvSpPr>
              <p:spPr>
                <a:xfrm rot="19281100">
                  <a:off x="10187792" y="5322387"/>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Oval 245">
                  <a:extLst>
                    <a:ext uri="{FF2B5EF4-FFF2-40B4-BE49-F238E27FC236}">
                      <a16:creationId xmlns:a16="http://schemas.microsoft.com/office/drawing/2014/main" id="{8AFF4F67-FE59-3F42-A676-4D0020594D49}"/>
                    </a:ext>
                  </a:extLst>
                </p:cNvPr>
                <p:cNvSpPr/>
                <p:nvPr/>
              </p:nvSpPr>
              <p:spPr>
                <a:xfrm rot="19281100">
                  <a:off x="10330331" y="550063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Oval 246">
                  <a:extLst>
                    <a:ext uri="{FF2B5EF4-FFF2-40B4-BE49-F238E27FC236}">
                      <a16:creationId xmlns:a16="http://schemas.microsoft.com/office/drawing/2014/main" id="{C9689C7C-17B5-E44B-834F-8C3CAD493385}"/>
                    </a:ext>
                  </a:extLst>
                </p:cNvPr>
                <p:cNvSpPr/>
                <p:nvPr/>
              </p:nvSpPr>
              <p:spPr>
                <a:xfrm rot="19281100">
                  <a:off x="10129157" y="524906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Oval 247">
                  <a:extLst>
                    <a:ext uri="{FF2B5EF4-FFF2-40B4-BE49-F238E27FC236}">
                      <a16:creationId xmlns:a16="http://schemas.microsoft.com/office/drawing/2014/main" id="{303228AE-936E-0B40-9102-289924136E9B}"/>
                    </a:ext>
                  </a:extLst>
                </p:cNvPr>
                <p:cNvSpPr/>
                <p:nvPr/>
              </p:nvSpPr>
              <p:spPr>
                <a:xfrm rot="19281100">
                  <a:off x="9986619" y="50708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9" name="Oval 248">
                  <a:extLst>
                    <a:ext uri="{FF2B5EF4-FFF2-40B4-BE49-F238E27FC236}">
                      <a16:creationId xmlns:a16="http://schemas.microsoft.com/office/drawing/2014/main" id="{93A2FC5E-8F28-B447-A97C-DDFD435B2800}"/>
                    </a:ext>
                  </a:extLst>
                </p:cNvPr>
                <p:cNvSpPr/>
                <p:nvPr/>
              </p:nvSpPr>
              <p:spPr>
                <a:xfrm rot="19281100">
                  <a:off x="10045254" y="514414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0" name="Oval 249">
                  <a:extLst>
                    <a:ext uri="{FF2B5EF4-FFF2-40B4-BE49-F238E27FC236}">
                      <a16:creationId xmlns:a16="http://schemas.microsoft.com/office/drawing/2014/main" id="{3A54880E-93BB-A141-A5A5-E7BD9210E0C1}"/>
                    </a:ext>
                  </a:extLst>
                </p:cNvPr>
                <p:cNvSpPr/>
                <p:nvPr/>
              </p:nvSpPr>
              <p:spPr>
                <a:xfrm rot="19281100">
                  <a:off x="10271696" y="542731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27" name="Group 526">
                <a:extLst>
                  <a:ext uri="{FF2B5EF4-FFF2-40B4-BE49-F238E27FC236}">
                    <a16:creationId xmlns:a16="http://schemas.microsoft.com/office/drawing/2014/main" id="{339116BA-01FC-0449-A92E-0DE7D303905E}"/>
                  </a:ext>
                </a:extLst>
              </p:cNvPr>
              <p:cNvGrpSpPr/>
              <p:nvPr/>
            </p:nvGrpSpPr>
            <p:grpSpPr>
              <a:xfrm>
                <a:off x="10477868" y="1655468"/>
                <a:ext cx="471079" cy="396837"/>
                <a:chOff x="10373093" y="1724259"/>
                <a:chExt cx="471079" cy="396837"/>
              </a:xfrm>
            </p:grpSpPr>
            <p:sp>
              <p:nvSpPr>
                <p:cNvPr id="259" name="Oval 258">
                  <a:extLst>
                    <a:ext uri="{FF2B5EF4-FFF2-40B4-BE49-F238E27FC236}">
                      <a16:creationId xmlns:a16="http://schemas.microsoft.com/office/drawing/2014/main" id="{63C49052-2BF7-FD42-81C7-93D8351F8C85}"/>
                    </a:ext>
                  </a:extLst>
                </p:cNvPr>
                <p:cNvSpPr/>
                <p:nvPr/>
              </p:nvSpPr>
              <p:spPr>
                <a:xfrm rot="3036878">
                  <a:off x="10548539" y="192960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0" name="Oval 259">
                  <a:extLst>
                    <a:ext uri="{FF2B5EF4-FFF2-40B4-BE49-F238E27FC236}">
                      <a16:creationId xmlns:a16="http://schemas.microsoft.com/office/drawing/2014/main" id="{A54650C3-AFA1-DA43-B7B4-D14C6BE5D53A}"/>
                    </a:ext>
                  </a:extLst>
                </p:cNvPr>
                <p:cNvSpPr/>
                <p:nvPr/>
              </p:nvSpPr>
              <p:spPr>
                <a:xfrm rot="3036878">
                  <a:off x="10372140" y="207442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1" name="Oval 260">
                  <a:extLst>
                    <a:ext uri="{FF2B5EF4-FFF2-40B4-BE49-F238E27FC236}">
                      <a16:creationId xmlns:a16="http://schemas.microsoft.com/office/drawing/2014/main" id="{167C63AC-609E-7445-9040-0EB71CF108F8}"/>
                    </a:ext>
                  </a:extLst>
                </p:cNvPr>
                <p:cNvSpPr/>
                <p:nvPr/>
              </p:nvSpPr>
              <p:spPr>
                <a:xfrm rot="3036878">
                  <a:off x="10621102" y="18700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2" name="Oval 261">
                  <a:extLst>
                    <a:ext uri="{FF2B5EF4-FFF2-40B4-BE49-F238E27FC236}">
                      <a16:creationId xmlns:a16="http://schemas.microsoft.com/office/drawing/2014/main" id="{3E3D975C-57CA-A14A-A84D-4B8B91FAE429}"/>
                    </a:ext>
                  </a:extLst>
                </p:cNvPr>
                <p:cNvSpPr/>
                <p:nvPr/>
              </p:nvSpPr>
              <p:spPr>
                <a:xfrm rot="3036878">
                  <a:off x="10797500" y="172521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3" name="Oval 262">
                  <a:extLst>
                    <a:ext uri="{FF2B5EF4-FFF2-40B4-BE49-F238E27FC236}">
                      <a16:creationId xmlns:a16="http://schemas.microsoft.com/office/drawing/2014/main" id="{9A3E5D71-9C53-2144-AC24-BFB68873338F}"/>
                    </a:ext>
                  </a:extLst>
                </p:cNvPr>
                <p:cNvSpPr/>
                <p:nvPr/>
              </p:nvSpPr>
              <p:spPr>
                <a:xfrm rot="3036878">
                  <a:off x="10724937" y="178478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4" name="Oval 263">
                  <a:extLst>
                    <a:ext uri="{FF2B5EF4-FFF2-40B4-BE49-F238E27FC236}">
                      <a16:creationId xmlns:a16="http://schemas.microsoft.com/office/drawing/2014/main" id="{3FE63055-5247-E54E-B1F7-D820105F9A3D}"/>
                    </a:ext>
                  </a:extLst>
                </p:cNvPr>
                <p:cNvSpPr/>
                <p:nvPr/>
              </p:nvSpPr>
              <p:spPr>
                <a:xfrm rot="3036878">
                  <a:off x="10444704" y="201485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49" name="Group 548">
                <a:extLst>
                  <a:ext uri="{FF2B5EF4-FFF2-40B4-BE49-F238E27FC236}">
                    <a16:creationId xmlns:a16="http://schemas.microsoft.com/office/drawing/2014/main" id="{AA0AB287-307B-854A-839C-968234B5824D}"/>
                  </a:ext>
                </a:extLst>
              </p:cNvPr>
              <p:cNvGrpSpPr/>
              <p:nvPr/>
            </p:nvGrpSpPr>
            <p:grpSpPr>
              <a:xfrm>
                <a:off x="6504000" y="4770628"/>
                <a:ext cx="476247" cy="390445"/>
                <a:chOff x="6599250" y="4675378"/>
                <a:chExt cx="476247" cy="390445"/>
              </a:xfrm>
            </p:grpSpPr>
            <p:sp>
              <p:nvSpPr>
                <p:cNvPr id="273" name="Oval 272">
                  <a:extLst>
                    <a:ext uri="{FF2B5EF4-FFF2-40B4-BE49-F238E27FC236}">
                      <a16:creationId xmlns:a16="http://schemas.microsoft.com/office/drawing/2014/main" id="{6C70A3B9-38B1-5842-A93C-5B91C05F4BB8}"/>
                    </a:ext>
                  </a:extLst>
                </p:cNvPr>
                <p:cNvSpPr/>
                <p:nvPr/>
              </p:nvSpPr>
              <p:spPr>
                <a:xfrm rot="3088231">
                  <a:off x="6776839" y="487698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4" name="Oval 273">
                  <a:extLst>
                    <a:ext uri="{FF2B5EF4-FFF2-40B4-BE49-F238E27FC236}">
                      <a16:creationId xmlns:a16="http://schemas.microsoft.com/office/drawing/2014/main" id="{FD88033F-7B48-D54D-A24C-170BA3435DC5}"/>
                    </a:ext>
                  </a:extLst>
                </p:cNvPr>
                <p:cNvSpPr/>
                <p:nvPr/>
              </p:nvSpPr>
              <p:spPr>
                <a:xfrm rot="3088231">
                  <a:off x="6598297" y="501915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5" name="Oval 274">
                  <a:extLst>
                    <a:ext uri="{FF2B5EF4-FFF2-40B4-BE49-F238E27FC236}">
                      <a16:creationId xmlns:a16="http://schemas.microsoft.com/office/drawing/2014/main" id="{CED92A55-7F52-7B4F-9D97-EE63DBC99863}"/>
                    </a:ext>
                  </a:extLst>
                </p:cNvPr>
                <p:cNvSpPr/>
                <p:nvPr/>
              </p:nvSpPr>
              <p:spPr>
                <a:xfrm rot="3088231">
                  <a:off x="6850284" y="48184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6" name="Oval 275">
                  <a:extLst>
                    <a:ext uri="{FF2B5EF4-FFF2-40B4-BE49-F238E27FC236}">
                      <a16:creationId xmlns:a16="http://schemas.microsoft.com/office/drawing/2014/main" id="{1E529B0E-25A1-6C4B-8934-D0AD1D6BAD8A}"/>
                    </a:ext>
                  </a:extLst>
                </p:cNvPr>
                <p:cNvSpPr/>
                <p:nvPr/>
              </p:nvSpPr>
              <p:spPr>
                <a:xfrm rot="3088231">
                  <a:off x="7028825" y="46763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7" name="Oval 276">
                  <a:extLst>
                    <a:ext uri="{FF2B5EF4-FFF2-40B4-BE49-F238E27FC236}">
                      <a16:creationId xmlns:a16="http://schemas.microsoft.com/office/drawing/2014/main" id="{1C140F0A-C407-1144-ABCE-5C00B5542385}"/>
                    </a:ext>
                  </a:extLst>
                </p:cNvPr>
                <p:cNvSpPr/>
                <p:nvPr/>
              </p:nvSpPr>
              <p:spPr>
                <a:xfrm rot="3088231">
                  <a:off x="6955380" y="473481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8" name="Oval 277">
                  <a:extLst>
                    <a:ext uri="{FF2B5EF4-FFF2-40B4-BE49-F238E27FC236}">
                      <a16:creationId xmlns:a16="http://schemas.microsoft.com/office/drawing/2014/main" id="{C0997738-07E6-8043-966F-D2F469CADD83}"/>
                    </a:ext>
                  </a:extLst>
                </p:cNvPr>
                <p:cNvSpPr/>
                <p:nvPr/>
              </p:nvSpPr>
              <p:spPr>
                <a:xfrm rot="3088231">
                  <a:off x="6671742" y="496066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280" name="TextBox 279">
                    <a:extLst>
                      <a:ext uri="{FF2B5EF4-FFF2-40B4-BE49-F238E27FC236}">
                        <a16:creationId xmlns:a16="http://schemas.microsoft.com/office/drawing/2014/main" id="{1C23865B-4D77-4E4F-8B9B-A684AEC3D0FD}"/>
                      </a:ext>
                    </a:extLst>
                  </p:cNvPr>
                  <p:cNvSpPr txBox="1"/>
                  <p:nvPr/>
                </p:nvSpPr>
                <p:spPr>
                  <a:xfrm flipH="1">
                    <a:off x="10130924" y="660188"/>
                    <a:ext cx="23307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𝑑</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80" name="TextBox 279">
                    <a:extLst>
                      <a:ext uri="{FF2B5EF4-FFF2-40B4-BE49-F238E27FC236}">
                        <a16:creationId xmlns:a16="http://schemas.microsoft.com/office/drawing/2014/main" id="{1C23865B-4D77-4E4F-8B9B-A684AEC3D0FD}"/>
                      </a:ext>
                    </a:extLst>
                  </p:cNvPr>
                  <p:cNvSpPr txBox="1">
                    <a:spLocks noRot="1" noChangeAspect="1" noMove="1" noResize="1" noEditPoints="1" noAdjustHandles="1" noChangeArrowheads="1" noChangeShapeType="1" noTextEdit="1"/>
                  </p:cNvSpPr>
                  <p:nvPr/>
                </p:nvSpPr>
                <p:spPr>
                  <a:xfrm flipH="1">
                    <a:off x="10130924" y="660188"/>
                    <a:ext cx="233077" cy="215444"/>
                  </a:xfrm>
                  <a:prstGeom prst="rect">
                    <a:avLst/>
                  </a:prstGeom>
                  <a:blipFill>
                    <a:blip r:embed="rId44"/>
                    <a:stretch>
                      <a:fillRect l="-20000" b="-31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1" name="TextBox 280">
                    <a:extLst>
                      <a:ext uri="{FF2B5EF4-FFF2-40B4-BE49-F238E27FC236}">
                        <a16:creationId xmlns:a16="http://schemas.microsoft.com/office/drawing/2014/main" id="{63C362A5-82C4-8641-A124-09E0B13D2BCC}"/>
                      </a:ext>
                    </a:extLst>
                  </p:cNvPr>
                  <p:cNvSpPr txBox="1"/>
                  <p:nvPr/>
                </p:nvSpPr>
                <p:spPr>
                  <a:xfrm flipH="1">
                    <a:off x="9970886" y="973122"/>
                    <a:ext cx="214994"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𝑠</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81" name="TextBox 280">
                    <a:extLst>
                      <a:ext uri="{FF2B5EF4-FFF2-40B4-BE49-F238E27FC236}">
                        <a16:creationId xmlns:a16="http://schemas.microsoft.com/office/drawing/2014/main" id="{63C362A5-82C4-8641-A124-09E0B13D2BCC}"/>
                      </a:ext>
                    </a:extLst>
                  </p:cNvPr>
                  <p:cNvSpPr txBox="1">
                    <a:spLocks noRot="1" noChangeAspect="1" noMove="1" noResize="1" noEditPoints="1" noAdjustHandles="1" noChangeArrowheads="1" noChangeShapeType="1" noTextEdit="1"/>
                  </p:cNvSpPr>
                  <p:nvPr/>
                </p:nvSpPr>
                <p:spPr>
                  <a:xfrm flipH="1">
                    <a:off x="9970886" y="973122"/>
                    <a:ext cx="214994" cy="215444"/>
                  </a:xfrm>
                  <a:prstGeom prst="rect">
                    <a:avLst/>
                  </a:prstGeom>
                  <a:blipFill>
                    <a:blip r:embed="rId45"/>
                    <a:stretch>
                      <a:fillRect l="-16667"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2" name="TextBox 281">
                    <a:extLst>
                      <a:ext uri="{FF2B5EF4-FFF2-40B4-BE49-F238E27FC236}">
                        <a16:creationId xmlns:a16="http://schemas.microsoft.com/office/drawing/2014/main" id="{1FDAE246-D400-0545-B6C2-3BB454754F8D}"/>
                      </a:ext>
                    </a:extLst>
                  </p:cNvPr>
                  <p:cNvSpPr txBox="1"/>
                  <p:nvPr/>
                </p:nvSpPr>
                <p:spPr>
                  <a:xfrm flipH="1">
                    <a:off x="9795877" y="1279784"/>
                    <a:ext cx="225062"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𝑏</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82" name="TextBox 281">
                    <a:extLst>
                      <a:ext uri="{FF2B5EF4-FFF2-40B4-BE49-F238E27FC236}">
                        <a16:creationId xmlns:a16="http://schemas.microsoft.com/office/drawing/2014/main" id="{1FDAE246-D400-0545-B6C2-3BB454754F8D}"/>
                      </a:ext>
                    </a:extLst>
                  </p:cNvPr>
                  <p:cNvSpPr txBox="1">
                    <a:spLocks noRot="1" noChangeAspect="1" noMove="1" noResize="1" noEditPoints="1" noAdjustHandles="1" noChangeArrowheads="1" noChangeShapeType="1" noTextEdit="1"/>
                  </p:cNvSpPr>
                  <p:nvPr/>
                </p:nvSpPr>
                <p:spPr>
                  <a:xfrm flipH="1">
                    <a:off x="9795877" y="1279784"/>
                    <a:ext cx="225062" cy="215444"/>
                  </a:xfrm>
                  <a:prstGeom prst="rect">
                    <a:avLst/>
                  </a:prstGeom>
                  <a:blipFill>
                    <a:blip r:embed="rId46"/>
                    <a:stretch>
                      <a:fillRect l="-21053" b="-38889"/>
                    </a:stretch>
                  </a:blipFill>
                </p:spPr>
                <p:txBody>
                  <a:bodyPr/>
                  <a:lstStyle/>
                  <a:p>
                    <a:r>
                      <a:rPr lang="en-US">
                        <a:noFill/>
                      </a:rPr>
                      <a:t> </a:t>
                    </a:r>
                  </a:p>
                </p:txBody>
              </p:sp>
            </mc:Fallback>
          </mc:AlternateContent>
          <p:grpSp>
            <p:nvGrpSpPr>
              <p:cNvPr id="526" name="Group 525">
                <a:extLst>
                  <a:ext uri="{FF2B5EF4-FFF2-40B4-BE49-F238E27FC236}">
                    <a16:creationId xmlns:a16="http://schemas.microsoft.com/office/drawing/2014/main" id="{086AAE10-10E2-F743-B717-D49E9477DD49}"/>
                  </a:ext>
                </a:extLst>
              </p:cNvPr>
              <p:cNvGrpSpPr/>
              <p:nvPr/>
            </p:nvGrpSpPr>
            <p:grpSpPr>
              <a:xfrm>
                <a:off x="10630434" y="1736863"/>
                <a:ext cx="848370" cy="597058"/>
                <a:chOff x="10643134" y="1727338"/>
                <a:chExt cx="848370" cy="597058"/>
              </a:xfrm>
            </p:grpSpPr>
            <mc:AlternateContent xmlns:mc="http://schemas.openxmlformats.org/markup-compatibility/2006" xmlns:a14="http://schemas.microsoft.com/office/drawing/2010/main">
              <mc:Choice Requires="a14">
                <p:sp>
                  <p:nvSpPr>
                    <p:cNvPr id="284" name="TextBox 283">
                      <a:extLst>
                        <a:ext uri="{FF2B5EF4-FFF2-40B4-BE49-F238E27FC236}">
                          <a16:creationId xmlns:a16="http://schemas.microsoft.com/office/drawing/2014/main" id="{C73DBEFD-D1B9-3748-AE29-AB9BBCC90862}"/>
                        </a:ext>
                      </a:extLst>
                    </p:cNvPr>
                    <p:cNvSpPr txBox="1"/>
                    <p:nvPr/>
                  </p:nvSpPr>
                  <p:spPr>
                    <a:xfrm flipH="1">
                      <a:off x="11243552" y="1727338"/>
                      <a:ext cx="247952"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𝑑</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84" name="TextBox 283">
                      <a:extLst>
                        <a:ext uri="{FF2B5EF4-FFF2-40B4-BE49-F238E27FC236}">
                          <a16:creationId xmlns:a16="http://schemas.microsoft.com/office/drawing/2014/main" id="{C73DBEFD-D1B9-3748-AE29-AB9BBCC90862}"/>
                        </a:ext>
                      </a:extLst>
                    </p:cNvPr>
                    <p:cNvSpPr txBox="1">
                      <a:spLocks noRot="1" noChangeAspect="1" noMove="1" noResize="1" noEditPoints="1" noAdjustHandles="1" noChangeArrowheads="1" noChangeShapeType="1" noTextEdit="1"/>
                    </p:cNvSpPr>
                    <p:nvPr/>
                  </p:nvSpPr>
                  <p:spPr>
                    <a:xfrm flipH="1">
                      <a:off x="11243552" y="1727338"/>
                      <a:ext cx="247952" cy="215444"/>
                    </a:xfrm>
                    <a:prstGeom prst="rect">
                      <a:avLst/>
                    </a:prstGeom>
                    <a:blipFill>
                      <a:blip r:embed="rId47"/>
                      <a:stretch>
                        <a:fillRect l="-20000" r="-5000"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5" name="TextBox 284">
                      <a:extLst>
                        <a:ext uri="{FF2B5EF4-FFF2-40B4-BE49-F238E27FC236}">
                          <a16:creationId xmlns:a16="http://schemas.microsoft.com/office/drawing/2014/main" id="{8E463E55-66ED-EB44-90DE-F3C1834BFA67}"/>
                        </a:ext>
                      </a:extLst>
                    </p:cNvPr>
                    <p:cNvSpPr txBox="1"/>
                    <p:nvPr/>
                  </p:nvSpPr>
                  <p:spPr>
                    <a:xfrm flipH="1">
                      <a:off x="10960049" y="1912035"/>
                      <a:ext cx="229870"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𝑠</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85" name="TextBox 284">
                      <a:extLst>
                        <a:ext uri="{FF2B5EF4-FFF2-40B4-BE49-F238E27FC236}">
                          <a16:creationId xmlns:a16="http://schemas.microsoft.com/office/drawing/2014/main" id="{8E463E55-66ED-EB44-90DE-F3C1834BFA67}"/>
                        </a:ext>
                      </a:extLst>
                    </p:cNvPr>
                    <p:cNvSpPr txBox="1">
                      <a:spLocks noRot="1" noChangeAspect="1" noMove="1" noResize="1" noEditPoints="1" noAdjustHandles="1" noChangeArrowheads="1" noChangeShapeType="1" noTextEdit="1"/>
                    </p:cNvSpPr>
                    <p:nvPr/>
                  </p:nvSpPr>
                  <p:spPr>
                    <a:xfrm flipH="1">
                      <a:off x="10960049" y="1912035"/>
                      <a:ext cx="229870" cy="215444"/>
                    </a:xfrm>
                    <a:prstGeom prst="rect">
                      <a:avLst/>
                    </a:prstGeom>
                    <a:blipFill>
                      <a:blip r:embed="rId48"/>
                      <a:stretch>
                        <a:fillRect l="-15789"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6" name="TextBox 285">
                      <a:extLst>
                        <a:ext uri="{FF2B5EF4-FFF2-40B4-BE49-F238E27FC236}">
                          <a16:creationId xmlns:a16="http://schemas.microsoft.com/office/drawing/2014/main" id="{A1E8F560-14C4-5C46-9561-6DFF95CFC88A}"/>
                        </a:ext>
                      </a:extLst>
                    </p:cNvPr>
                    <p:cNvSpPr txBox="1"/>
                    <p:nvPr/>
                  </p:nvSpPr>
                  <p:spPr>
                    <a:xfrm flipH="1">
                      <a:off x="10643134" y="2108952"/>
                      <a:ext cx="239937"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𝑏</m:t>
                                </m:r>
                              </m:e>
                              <m:sub>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0070C0"/>
                        </a:solidFill>
                        <a:effectLst/>
                        <a:uLnTx/>
                        <a:uFillTx/>
                        <a:latin typeface="Calibri" panose="020F0502020204030204"/>
                        <a:ea typeface="+mn-ea"/>
                        <a:cs typeface="+mn-cs"/>
                      </a:endParaRPr>
                    </a:p>
                  </p:txBody>
                </p:sp>
              </mc:Choice>
              <mc:Fallback xmlns="">
                <p:sp>
                  <p:nvSpPr>
                    <p:cNvPr id="286" name="TextBox 285">
                      <a:extLst>
                        <a:ext uri="{FF2B5EF4-FFF2-40B4-BE49-F238E27FC236}">
                          <a16:creationId xmlns:a16="http://schemas.microsoft.com/office/drawing/2014/main" id="{A1E8F560-14C4-5C46-9561-6DFF95CFC88A}"/>
                        </a:ext>
                      </a:extLst>
                    </p:cNvPr>
                    <p:cNvSpPr txBox="1">
                      <a:spLocks noRot="1" noChangeAspect="1" noMove="1" noResize="1" noEditPoints="1" noAdjustHandles="1" noChangeArrowheads="1" noChangeShapeType="1" noTextEdit="1"/>
                    </p:cNvSpPr>
                    <p:nvPr/>
                  </p:nvSpPr>
                  <p:spPr>
                    <a:xfrm flipH="1">
                      <a:off x="10643134" y="2108952"/>
                      <a:ext cx="239937" cy="215444"/>
                    </a:xfrm>
                    <a:prstGeom prst="rect">
                      <a:avLst/>
                    </a:prstGeom>
                    <a:blipFill>
                      <a:blip r:embed="rId49"/>
                      <a:stretch>
                        <a:fillRect l="-21053" r="-5263" b="-41176"/>
                      </a:stretch>
                    </a:blipFill>
                  </p:spPr>
                  <p:txBody>
                    <a:bodyPr/>
                    <a:lstStyle/>
                    <a:p>
                      <a:r>
                        <a:rPr lang="en-US">
                          <a:noFill/>
                        </a:rPr>
                        <a:t> </a:t>
                      </a:r>
                    </a:p>
                  </p:txBody>
                </p:sp>
              </mc:Fallback>
            </mc:AlternateContent>
          </p:grpSp>
          <p:grpSp>
            <p:nvGrpSpPr>
              <p:cNvPr id="524" name="Group 523">
                <a:extLst>
                  <a:ext uri="{FF2B5EF4-FFF2-40B4-BE49-F238E27FC236}">
                    <a16:creationId xmlns:a16="http://schemas.microsoft.com/office/drawing/2014/main" id="{EF07F0B4-BCC4-404A-ACCC-37D886E7F535}"/>
                  </a:ext>
                </a:extLst>
              </p:cNvPr>
              <p:cNvGrpSpPr/>
              <p:nvPr/>
            </p:nvGrpSpPr>
            <p:grpSpPr>
              <a:xfrm rot="21127697">
                <a:off x="10927418" y="3037346"/>
                <a:ext cx="596065" cy="47625"/>
                <a:chOff x="10821658" y="3162631"/>
                <a:chExt cx="596065" cy="47625"/>
              </a:xfrm>
            </p:grpSpPr>
            <p:sp>
              <p:nvSpPr>
                <p:cNvPr id="288" name="Oval 287">
                  <a:extLst>
                    <a:ext uri="{FF2B5EF4-FFF2-40B4-BE49-F238E27FC236}">
                      <a16:creationId xmlns:a16="http://schemas.microsoft.com/office/drawing/2014/main" id="{8BFADAC6-FD2B-DD43-B422-BB1CFF11FE82}"/>
                    </a:ext>
                  </a:extLst>
                </p:cNvPr>
                <p:cNvSpPr/>
                <p:nvPr/>
              </p:nvSpPr>
              <p:spPr>
                <a:xfrm rot="5400000">
                  <a:off x="1104893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9" name="Oval 288">
                  <a:extLst>
                    <a:ext uri="{FF2B5EF4-FFF2-40B4-BE49-F238E27FC236}">
                      <a16:creationId xmlns:a16="http://schemas.microsoft.com/office/drawing/2014/main" id="{8A5337EE-51D2-8443-A7C3-E8F1C50AF1FA}"/>
                    </a:ext>
                  </a:extLst>
                </p:cNvPr>
                <p:cNvSpPr/>
                <p:nvPr/>
              </p:nvSpPr>
              <p:spPr>
                <a:xfrm rot="5400000">
                  <a:off x="10820705"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0" name="Oval 289">
                  <a:extLst>
                    <a:ext uri="{FF2B5EF4-FFF2-40B4-BE49-F238E27FC236}">
                      <a16:creationId xmlns:a16="http://schemas.microsoft.com/office/drawing/2014/main" id="{9CA68E63-8415-0140-A63B-4DE7F2A27497}"/>
                    </a:ext>
                  </a:extLst>
                </p:cNvPr>
                <p:cNvSpPr/>
                <p:nvPr/>
              </p:nvSpPr>
              <p:spPr>
                <a:xfrm rot="5400000">
                  <a:off x="1114282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1" name="Oval 290">
                  <a:extLst>
                    <a:ext uri="{FF2B5EF4-FFF2-40B4-BE49-F238E27FC236}">
                      <a16:creationId xmlns:a16="http://schemas.microsoft.com/office/drawing/2014/main" id="{431158A9-AC85-764D-A7B2-422E4DB9D87B}"/>
                    </a:ext>
                  </a:extLst>
                </p:cNvPr>
                <p:cNvSpPr/>
                <p:nvPr/>
              </p:nvSpPr>
              <p:spPr>
                <a:xfrm rot="5400000">
                  <a:off x="1137105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2" name="Oval 291">
                  <a:extLst>
                    <a:ext uri="{FF2B5EF4-FFF2-40B4-BE49-F238E27FC236}">
                      <a16:creationId xmlns:a16="http://schemas.microsoft.com/office/drawing/2014/main" id="{76A1C457-DD81-A042-BAAE-1C73C8A67DED}"/>
                    </a:ext>
                  </a:extLst>
                </p:cNvPr>
                <p:cNvSpPr/>
                <p:nvPr/>
              </p:nvSpPr>
              <p:spPr>
                <a:xfrm rot="5400000">
                  <a:off x="1127716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3" name="Oval 292">
                  <a:extLst>
                    <a:ext uri="{FF2B5EF4-FFF2-40B4-BE49-F238E27FC236}">
                      <a16:creationId xmlns:a16="http://schemas.microsoft.com/office/drawing/2014/main" id="{9C2EDB21-0F79-124D-94F1-8A26324B8B68}"/>
                    </a:ext>
                  </a:extLst>
                </p:cNvPr>
                <p:cNvSpPr/>
                <p:nvPr/>
              </p:nvSpPr>
              <p:spPr>
                <a:xfrm rot="5400000">
                  <a:off x="1091459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548" name="Group 547">
                <a:extLst>
                  <a:ext uri="{FF2B5EF4-FFF2-40B4-BE49-F238E27FC236}">
                    <a16:creationId xmlns:a16="http://schemas.microsoft.com/office/drawing/2014/main" id="{64DC99D1-EF1D-164C-A814-524F4EEC3ACE}"/>
                  </a:ext>
                </a:extLst>
              </p:cNvPr>
              <p:cNvGrpSpPr/>
              <p:nvPr/>
            </p:nvGrpSpPr>
            <p:grpSpPr>
              <a:xfrm rot="21153085">
                <a:off x="5930597" y="3744319"/>
                <a:ext cx="596065" cy="47625"/>
                <a:chOff x="6042780" y="3645891"/>
                <a:chExt cx="596065" cy="47625"/>
              </a:xfrm>
            </p:grpSpPr>
            <p:sp>
              <p:nvSpPr>
                <p:cNvPr id="295" name="Oval 294">
                  <a:extLst>
                    <a:ext uri="{FF2B5EF4-FFF2-40B4-BE49-F238E27FC236}">
                      <a16:creationId xmlns:a16="http://schemas.microsoft.com/office/drawing/2014/main" id="{9BEA393D-0035-0444-B471-373126A5D83B}"/>
                    </a:ext>
                  </a:extLst>
                </p:cNvPr>
                <p:cNvSpPr/>
                <p:nvPr/>
              </p:nvSpPr>
              <p:spPr>
                <a:xfrm rot="5400000">
                  <a:off x="627005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6" name="Oval 295">
                  <a:extLst>
                    <a:ext uri="{FF2B5EF4-FFF2-40B4-BE49-F238E27FC236}">
                      <a16:creationId xmlns:a16="http://schemas.microsoft.com/office/drawing/2014/main" id="{4B7F8780-98D5-2440-8823-12857F19F102}"/>
                    </a:ext>
                  </a:extLst>
                </p:cNvPr>
                <p:cNvSpPr/>
                <p:nvPr/>
              </p:nvSpPr>
              <p:spPr>
                <a:xfrm rot="5400000">
                  <a:off x="6041827"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0" name="Oval 299">
                  <a:extLst>
                    <a:ext uri="{FF2B5EF4-FFF2-40B4-BE49-F238E27FC236}">
                      <a16:creationId xmlns:a16="http://schemas.microsoft.com/office/drawing/2014/main" id="{EFB551F4-AE1A-8A49-8BD7-77DB6B5F79D9}"/>
                    </a:ext>
                  </a:extLst>
                </p:cNvPr>
                <p:cNvSpPr/>
                <p:nvPr/>
              </p:nvSpPr>
              <p:spPr>
                <a:xfrm rot="5400000">
                  <a:off x="613571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7" name="Oval 296">
                  <a:extLst>
                    <a:ext uri="{FF2B5EF4-FFF2-40B4-BE49-F238E27FC236}">
                      <a16:creationId xmlns:a16="http://schemas.microsoft.com/office/drawing/2014/main" id="{2E4E4C0F-67D9-044C-8CC3-8CC2E672DD13}"/>
                    </a:ext>
                  </a:extLst>
                </p:cNvPr>
                <p:cNvSpPr/>
                <p:nvPr/>
              </p:nvSpPr>
              <p:spPr>
                <a:xfrm rot="5400000">
                  <a:off x="636394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8" name="Oval 297">
                  <a:extLst>
                    <a:ext uri="{FF2B5EF4-FFF2-40B4-BE49-F238E27FC236}">
                      <a16:creationId xmlns:a16="http://schemas.microsoft.com/office/drawing/2014/main" id="{4D85058B-5ABE-AB42-B620-B2DED0E990BE}"/>
                    </a:ext>
                  </a:extLst>
                </p:cNvPr>
                <p:cNvSpPr/>
                <p:nvPr/>
              </p:nvSpPr>
              <p:spPr>
                <a:xfrm rot="5400000">
                  <a:off x="659217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9" name="Oval 298">
                  <a:extLst>
                    <a:ext uri="{FF2B5EF4-FFF2-40B4-BE49-F238E27FC236}">
                      <a16:creationId xmlns:a16="http://schemas.microsoft.com/office/drawing/2014/main" id="{D50768EF-93D4-7349-9733-854B141A6400}"/>
                    </a:ext>
                  </a:extLst>
                </p:cNvPr>
                <p:cNvSpPr/>
                <p:nvPr/>
              </p:nvSpPr>
              <p:spPr>
                <a:xfrm rot="5400000">
                  <a:off x="649828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1F65FBF-B8B2-C24E-9A04-318B8D975F54}"/>
                      </a:ext>
                    </a:extLst>
                  </p:cNvPr>
                  <p:cNvSpPr txBox="1"/>
                  <p:nvPr/>
                </p:nvSpPr>
                <p:spPr>
                  <a:xfrm>
                    <a:off x="11575092" y="3995402"/>
                    <a:ext cx="243143" cy="215444"/>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𝛾</m:t>
                              </m:r>
                            </m:e>
                            <m:sub>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40" name="TextBox 39">
                    <a:extLst>
                      <a:ext uri="{FF2B5EF4-FFF2-40B4-BE49-F238E27FC236}">
                        <a16:creationId xmlns:a16="http://schemas.microsoft.com/office/drawing/2014/main" id="{81F65FBF-B8B2-C24E-9A04-318B8D975F54}"/>
                      </a:ext>
                    </a:extLst>
                  </p:cNvPr>
                  <p:cNvSpPr txBox="1">
                    <a:spLocks noRot="1" noChangeAspect="1" noMove="1" noResize="1" noEditPoints="1" noAdjustHandles="1" noChangeArrowheads="1" noChangeShapeType="1" noTextEdit="1"/>
                  </p:cNvSpPr>
                  <p:nvPr/>
                </p:nvSpPr>
                <p:spPr>
                  <a:xfrm>
                    <a:off x="11575092" y="3995402"/>
                    <a:ext cx="243143" cy="215444"/>
                  </a:xfrm>
                  <a:prstGeom prst="rect">
                    <a:avLst/>
                  </a:prstGeom>
                  <a:blipFill>
                    <a:blip r:embed="rId50"/>
                    <a:stretch>
                      <a:fillRect l="-20000" r="-5000"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FBB4F6B-6A39-8146-878E-20CD4F075177}"/>
                      </a:ext>
                    </a:extLst>
                  </p:cNvPr>
                  <p:cNvSpPr txBox="1"/>
                  <p:nvPr/>
                </p:nvSpPr>
                <p:spPr>
                  <a:xfrm>
                    <a:off x="5643125" y="4078031"/>
                    <a:ext cx="237436" cy="27097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𝛾</m:t>
                                  </m:r>
                                </m:e>
                              </m:bar>
                            </m:e>
                            <m:sub>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3" name="TextBox 52">
                    <a:extLst>
                      <a:ext uri="{FF2B5EF4-FFF2-40B4-BE49-F238E27FC236}">
                        <a16:creationId xmlns:a16="http://schemas.microsoft.com/office/drawing/2014/main" id="{2FBB4F6B-6A39-8146-878E-20CD4F075177}"/>
                      </a:ext>
                    </a:extLst>
                  </p:cNvPr>
                  <p:cNvSpPr txBox="1">
                    <a:spLocks noRot="1" noChangeAspect="1" noMove="1" noResize="1" noEditPoints="1" noAdjustHandles="1" noChangeArrowheads="1" noChangeShapeType="1" noTextEdit="1"/>
                  </p:cNvSpPr>
                  <p:nvPr/>
                </p:nvSpPr>
                <p:spPr>
                  <a:xfrm>
                    <a:off x="5643125" y="4078031"/>
                    <a:ext cx="237436" cy="270972"/>
                  </a:xfrm>
                  <a:prstGeom prst="rect">
                    <a:avLst/>
                  </a:prstGeom>
                  <a:blipFill>
                    <a:blip r:embed="rId51"/>
                    <a:stretch>
                      <a:fillRect l="-20000" t="-4545" r="-5000" b="-3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2" name="TextBox 311">
                    <a:extLst>
                      <a:ext uri="{FF2B5EF4-FFF2-40B4-BE49-F238E27FC236}">
                        <a16:creationId xmlns:a16="http://schemas.microsoft.com/office/drawing/2014/main" id="{5FEE1EF8-DF16-B940-ADAF-71327A605B5C}"/>
                      </a:ext>
                    </a:extLst>
                  </p:cNvPr>
                  <p:cNvSpPr txBox="1"/>
                  <p:nvPr/>
                </p:nvSpPr>
                <p:spPr>
                  <a:xfrm rot="18033198" flipH="1">
                    <a:off x="11424736" y="4940291"/>
                    <a:ext cx="652294"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𝟐</m:t>
                              </m:r>
                            </m:den>
                          </m:f>
                        </m:oMath>
                      </m:oMathPara>
                    </a1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mc:Choice>
            <mc:Fallback xmlns="">
              <p:sp>
                <p:nvSpPr>
                  <p:cNvPr id="312" name="TextBox 311">
                    <a:extLst>
                      <a:ext uri="{FF2B5EF4-FFF2-40B4-BE49-F238E27FC236}">
                        <a16:creationId xmlns:a16="http://schemas.microsoft.com/office/drawing/2014/main" id="{5FEE1EF8-DF16-B940-ADAF-71327A605B5C}"/>
                      </a:ext>
                    </a:extLst>
                  </p:cNvPr>
                  <p:cNvSpPr txBox="1">
                    <a:spLocks noRot="1" noChangeAspect="1" noMove="1" noResize="1" noEditPoints="1" noAdjustHandles="1" noChangeArrowheads="1" noChangeShapeType="1" noTextEdit="1"/>
                  </p:cNvSpPr>
                  <p:nvPr/>
                </p:nvSpPr>
                <p:spPr>
                  <a:xfrm rot="18033198" flipH="1">
                    <a:off x="11424736" y="4940291"/>
                    <a:ext cx="652294" cy="276999"/>
                  </a:xfrm>
                  <a:prstGeom prst="rect">
                    <a:avLst/>
                  </a:prstGeom>
                  <a:blipFill>
                    <a:blip r:embed="rId52"/>
                    <a:stretch>
                      <a:fillRect l="-8511" t="-21429" r="-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3" name="TextBox 312">
                    <a:extLst>
                      <a:ext uri="{FF2B5EF4-FFF2-40B4-BE49-F238E27FC236}">
                        <a16:creationId xmlns:a16="http://schemas.microsoft.com/office/drawing/2014/main" id="{7C77AE53-E8FA-AA42-9C1D-562EEAAE37B3}"/>
                      </a:ext>
                    </a:extLst>
                  </p:cNvPr>
                  <p:cNvSpPr txBox="1"/>
                  <p:nvPr/>
                </p:nvSpPr>
                <p:spPr>
                  <a:xfrm rot="19481505" flipH="1">
                    <a:off x="10202415" y="6223347"/>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𝟎</m:t>
                          </m:r>
                        </m:oMath>
                      </m:oMathPara>
                    </a1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𝟒</m:t>
                            </m:r>
                          </m:num>
                          <m:den>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mc:Choice>
            <mc:Fallback xmlns="">
              <p:sp>
                <p:nvSpPr>
                  <p:cNvPr id="313" name="TextBox 312">
                    <a:extLst>
                      <a:ext uri="{FF2B5EF4-FFF2-40B4-BE49-F238E27FC236}">
                        <a16:creationId xmlns:a16="http://schemas.microsoft.com/office/drawing/2014/main" id="{7C77AE53-E8FA-AA42-9C1D-562EEAAE37B3}"/>
                      </a:ext>
                    </a:extLst>
                  </p:cNvPr>
                  <p:cNvSpPr txBox="1">
                    <a:spLocks noRot="1" noChangeAspect="1" noMove="1" noResize="1" noEditPoints="1" noAdjustHandles="1" noChangeArrowheads="1" noChangeShapeType="1" noTextEdit="1"/>
                  </p:cNvSpPr>
                  <p:nvPr/>
                </p:nvSpPr>
                <p:spPr>
                  <a:xfrm rot="19481505" flipH="1">
                    <a:off x="10202415" y="6223347"/>
                    <a:ext cx="567271" cy="276999"/>
                  </a:xfrm>
                  <a:prstGeom prst="rect">
                    <a:avLst/>
                  </a:prstGeom>
                  <a:blipFill>
                    <a:blip r:embed="rId53"/>
                    <a:stretch>
                      <a:fillRect t="-22222" r="-40000" b="-2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4" name="TextBox 313">
                    <a:extLst>
                      <a:ext uri="{FF2B5EF4-FFF2-40B4-BE49-F238E27FC236}">
                        <a16:creationId xmlns:a16="http://schemas.microsoft.com/office/drawing/2014/main" id="{174A4B64-53F9-E846-A3D7-DF72EA88A231}"/>
                      </a:ext>
                    </a:extLst>
                  </p:cNvPr>
                  <p:cNvSpPr txBox="1"/>
                  <p:nvPr/>
                </p:nvSpPr>
                <p:spPr>
                  <a:xfrm rot="3644842" flipH="1">
                    <a:off x="11400418" y="1475864"/>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𝟎</m:t>
                          </m:r>
                        </m:oMath>
                      </m:oMathPara>
                    </a1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𝟐</m:t>
                            </m:r>
                          </m:num>
                          <m:den>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mc:Choice>
            <mc:Fallback xmlns="">
              <p:sp>
                <p:nvSpPr>
                  <p:cNvPr id="314" name="TextBox 313">
                    <a:extLst>
                      <a:ext uri="{FF2B5EF4-FFF2-40B4-BE49-F238E27FC236}">
                        <a16:creationId xmlns:a16="http://schemas.microsoft.com/office/drawing/2014/main" id="{174A4B64-53F9-E846-A3D7-DF72EA88A231}"/>
                      </a:ext>
                    </a:extLst>
                  </p:cNvPr>
                  <p:cNvSpPr txBox="1">
                    <a:spLocks noRot="1" noChangeAspect="1" noMove="1" noResize="1" noEditPoints="1" noAdjustHandles="1" noChangeArrowheads="1" noChangeShapeType="1" noTextEdit="1"/>
                  </p:cNvSpPr>
                  <p:nvPr/>
                </p:nvSpPr>
                <p:spPr>
                  <a:xfrm rot="3644842" flipH="1">
                    <a:off x="11400418" y="1475864"/>
                    <a:ext cx="567271" cy="276999"/>
                  </a:xfrm>
                  <a:prstGeom prst="rect">
                    <a:avLst/>
                  </a:prstGeom>
                  <a:blipFill>
                    <a:blip r:embed="rId54"/>
                    <a:stretch>
                      <a:fillRect l="-35714" r="-21429" b="-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5" name="TextBox 314">
                    <a:extLst>
                      <a:ext uri="{FF2B5EF4-FFF2-40B4-BE49-F238E27FC236}">
                        <a16:creationId xmlns:a16="http://schemas.microsoft.com/office/drawing/2014/main" id="{750EF560-0D12-DD42-97A3-F92CFD23AA15}"/>
                      </a:ext>
                    </a:extLst>
                  </p:cNvPr>
                  <p:cNvSpPr txBox="1"/>
                  <p:nvPr/>
                </p:nvSpPr>
                <p:spPr>
                  <a:xfrm rot="1832462" flipH="1">
                    <a:off x="10101077" y="314637"/>
                    <a:ext cx="627479"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𝟐</m:t>
                              </m:r>
                            </m:den>
                          </m:f>
                        </m:oMath>
                      </m:oMathPara>
                    </a1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mc:Choice>
            <mc:Fallback xmlns="">
              <p:sp>
                <p:nvSpPr>
                  <p:cNvPr id="315" name="TextBox 314">
                    <a:extLst>
                      <a:ext uri="{FF2B5EF4-FFF2-40B4-BE49-F238E27FC236}">
                        <a16:creationId xmlns:a16="http://schemas.microsoft.com/office/drawing/2014/main" id="{750EF560-0D12-DD42-97A3-F92CFD23AA15}"/>
                      </a:ext>
                    </a:extLst>
                  </p:cNvPr>
                  <p:cNvSpPr txBox="1">
                    <a:spLocks noRot="1" noChangeAspect="1" noMove="1" noResize="1" noEditPoints="1" noAdjustHandles="1" noChangeArrowheads="1" noChangeShapeType="1" noTextEdit="1"/>
                  </p:cNvSpPr>
                  <p:nvPr/>
                </p:nvSpPr>
                <p:spPr>
                  <a:xfrm rot="1832462" flipH="1">
                    <a:off x="10101077" y="314637"/>
                    <a:ext cx="627479" cy="276999"/>
                  </a:xfrm>
                  <a:prstGeom prst="rect">
                    <a:avLst/>
                  </a:prstGeom>
                  <a:blipFill>
                    <a:blip r:embed="rId55"/>
                    <a:stretch>
                      <a:fillRect t="-10870" r="-21429" b="-521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5" name="TextBox 534">
                    <a:extLst>
                      <a:ext uri="{FF2B5EF4-FFF2-40B4-BE49-F238E27FC236}">
                        <a16:creationId xmlns:a16="http://schemas.microsoft.com/office/drawing/2014/main" id="{1032871B-69F5-DD49-A9C2-EA9F1953C025}"/>
                      </a:ext>
                    </a:extLst>
                  </p:cNvPr>
                  <p:cNvSpPr txBox="1"/>
                  <p:nvPr/>
                </p:nvSpPr>
                <p:spPr>
                  <a:xfrm rot="20591616" flipH="1">
                    <a:off x="7427524" y="59972"/>
                    <a:ext cx="586635"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𝑻</m:t>
                          </m:r>
                          <m: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𝟑</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f>
                            <m:fPr>
                              <m:type m:val="lin"/>
                              <m:ctrlP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fPr>
                            <m:num>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𝟏</m:t>
                              </m:r>
                            </m:num>
                            <m:den>
                              <m: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𝟐</m:t>
                              </m:r>
                            </m:den>
                          </m:f>
                        </m:oMath>
                      </m:oMathPara>
                    </a14:m>
                    <a:b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br>
                    <a14:m>
                      <m:oMath xmlns:m="http://schemas.openxmlformats.org/officeDocument/2006/math">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𝒀</m:t>
                        </m:r>
                        <m: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𝒘</m:t>
                        </m:r>
                      </m:oMath>
                    </a14:m>
                    <a: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t> </a:t>
                    </a:r>
                    <a14:m>
                      <m:oMath xmlns:m="http://schemas.openxmlformats.org/officeDocument/2006/math">
                        <m: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𝟏</m:t>
                        </m:r>
                      </m:oMath>
                    </a14:m>
                    <a:endParaRPr kumimoji="0" lang="en-US" sz="8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mc:Choice>
            <mc:Fallback xmlns="">
              <p:sp>
                <p:nvSpPr>
                  <p:cNvPr id="535" name="TextBox 534">
                    <a:extLst>
                      <a:ext uri="{FF2B5EF4-FFF2-40B4-BE49-F238E27FC236}">
                        <a16:creationId xmlns:a16="http://schemas.microsoft.com/office/drawing/2014/main" id="{1032871B-69F5-DD49-A9C2-EA9F1953C025}"/>
                      </a:ext>
                    </a:extLst>
                  </p:cNvPr>
                  <p:cNvSpPr txBox="1">
                    <a:spLocks noRot="1" noChangeAspect="1" noMove="1" noResize="1" noEditPoints="1" noAdjustHandles="1" noChangeArrowheads="1" noChangeShapeType="1" noTextEdit="1"/>
                  </p:cNvSpPr>
                  <p:nvPr/>
                </p:nvSpPr>
                <p:spPr>
                  <a:xfrm rot="20591616" flipH="1">
                    <a:off x="7427524" y="59972"/>
                    <a:ext cx="586635" cy="246221"/>
                  </a:xfrm>
                  <a:prstGeom prst="rect">
                    <a:avLst/>
                  </a:prstGeom>
                  <a:blipFill>
                    <a:blip r:embed="rId56"/>
                    <a:stretch>
                      <a:fillRect t="-48485" r="-11538" b="-242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7" name="TextBox 536">
                    <a:extLst>
                      <a:ext uri="{FF2B5EF4-FFF2-40B4-BE49-F238E27FC236}">
                        <a16:creationId xmlns:a16="http://schemas.microsoft.com/office/drawing/2014/main" id="{D21DBAFB-6FDE-8640-804C-DE0E3A53CFA8}"/>
                      </a:ext>
                    </a:extLst>
                  </p:cNvPr>
                  <p:cNvSpPr txBox="1"/>
                  <p:nvPr/>
                </p:nvSpPr>
                <p:spPr>
                  <a:xfrm rot="877378" flipH="1">
                    <a:off x="9372565" y="24543"/>
                    <a:ext cx="391517"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𝑻</m:t>
                          </m:r>
                          <m: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𝟑</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𝟎</m:t>
                          </m:r>
                        </m:oMath>
                      </m:oMathPara>
                    </a14:m>
                    <a:b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br>
                    <a14:m>
                      <m:oMath xmlns:m="http://schemas.openxmlformats.org/officeDocument/2006/math">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𝒀</m:t>
                        </m:r>
                        <m: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𝒘</m:t>
                        </m:r>
                      </m:oMath>
                    </a14:m>
                    <a: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t> </a:t>
                    </a:r>
                    <a14:m>
                      <m:oMath xmlns:m="http://schemas.openxmlformats.org/officeDocument/2006/math">
                        <m: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𝟐</m:t>
                        </m:r>
                      </m:oMath>
                    </a14:m>
                    <a:endParaRPr kumimoji="0" lang="en-US" sz="8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mc:Choice>
            <mc:Fallback xmlns="">
              <p:sp>
                <p:nvSpPr>
                  <p:cNvPr id="537" name="TextBox 536">
                    <a:extLst>
                      <a:ext uri="{FF2B5EF4-FFF2-40B4-BE49-F238E27FC236}">
                        <a16:creationId xmlns:a16="http://schemas.microsoft.com/office/drawing/2014/main" id="{D21DBAFB-6FDE-8640-804C-DE0E3A53CFA8}"/>
                      </a:ext>
                    </a:extLst>
                  </p:cNvPr>
                  <p:cNvSpPr txBox="1">
                    <a:spLocks noRot="1" noChangeAspect="1" noMove="1" noResize="1" noEditPoints="1" noAdjustHandles="1" noChangeArrowheads="1" noChangeShapeType="1" noTextEdit="1"/>
                  </p:cNvSpPr>
                  <p:nvPr/>
                </p:nvSpPr>
                <p:spPr>
                  <a:xfrm rot="877378" flipH="1">
                    <a:off x="9372565" y="24543"/>
                    <a:ext cx="391517" cy="246221"/>
                  </a:xfrm>
                  <a:prstGeom prst="rect">
                    <a:avLst/>
                  </a:prstGeom>
                  <a:blipFill>
                    <a:blip r:embed="rId57"/>
                    <a:stretch>
                      <a:fillRect l="-5556"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8" name="TextBox 537">
                    <a:extLst>
                      <a:ext uri="{FF2B5EF4-FFF2-40B4-BE49-F238E27FC236}">
                        <a16:creationId xmlns:a16="http://schemas.microsoft.com/office/drawing/2014/main" id="{B8DA80DC-BD15-F946-9ABE-B93C96975A11}"/>
                      </a:ext>
                    </a:extLst>
                  </p:cNvPr>
                  <p:cNvSpPr txBox="1"/>
                  <p:nvPr/>
                </p:nvSpPr>
                <p:spPr>
                  <a:xfrm flipH="1">
                    <a:off x="6792905" y="3232072"/>
                    <a:ext cx="598690"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𝑻</m:t>
                          </m:r>
                          <m: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𝟑</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f>
                            <m:fPr>
                              <m:type m:val="lin"/>
                              <m:ctrlP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fPr>
                            <m:num>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𝟏</m:t>
                              </m:r>
                            </m:num>
                            <m:den>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𝟐</m:t>
                              </m:r>
                            </m:den>
                          </m:f>
                        </m:oMath>
                      </m:oMathPara>
                    </a14:m>
                    <a:b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br>
                    <a14:m>
                      <m:oMath xmlns:m="http://schemas.openxmlformats.org/officeDocument/2006/math">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𝒀</m:t>
                        </m:r>
                        <m:r>
                          <a:rPr kumimoji="0" lang="en-US" sz="8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𝒘</m:t>
                        </m:r>
                      </m:oMath>
                    </a14:m>
                    <a:r>
                      <a:rPr kumimoji="0" lang="en-US" sz="800" b="1" i="0" u="none" strike="noStrike" kern="1200" cap="none" spc="0" normalizeH="0" baseline="0" noProof="0" dirty="0">
                        <a:ln>
                          <a:noFill/>
                        </a:ln>
                        <a:solidFill>
                          <a:srgbClr val="0070C0"/>
                        </a:solidFill>
                        <a:effectLst/>
                        <a:uLnTx/>
                        <a:uFillTx/>
                        <a:latin typeface="Calibri" panose="020F0502020204030204"/>
                        <a:ea typeface="+mn-ea"/>
                        <a:cs typeface="+mn-cs"/>
                      </a:rPr>
                      <a:t> </a:t>
                    </a:r>
                    <a14:m>
                      <m:oMath xmlns:m="http://schemas.openxmlformats.org/officeDocument/2006/math">
                        <m:r>
                          <a:rPr kumimoji="0" lang="en-US" sz="8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𝟏</m:t>
                        </m:r>
                      </m:oMath>
                    </a14:m>
                    <a:endParaRPr kumimoji="0" lang="en-US" sz="8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mc:Choice>
            <mc:Fallback xmlns="">
              <p:sp>
                <p:nvSpPr>
                  <p:cNvPr id="538" name="TextBox 537">
                    <a:extLst>
                      <a:ext uri="{FF2B5EF4-FFF2-40B4-BE49-F238E27FC236}">
                        <a16:creationId xmlns:a16="http://schemas.microsoft.com/office/drawing/2014/main" id="{B8DA80DC-BD15-F946-9ABE-B93C96975A11}"/>
                      </a:ext>
                    </a:extLst>
                  </p:cNvPr>
                  <p:cNvSpPr txBox="1">
                    <a:spLocks noRot="1" noChangeAspect="1" noMove="1" noResize="1" noEditPoints="1" noAdjustHandles="1" noChangeArrowheads="1" noChangeShapeType="1" noTextEdit="1"/>
                  </p:cNvSpPr>
                  <p:nvPr/>
                </p:nvSpPr>
                <p:spPr>
                  <a:xfrm flipH="1">
                    <a:off x="6792905" y="3232072"/>
                    <a:ext cx="598690" cy="246221"/>
                  </a:xfrm>
                  <a:prstGeom prst="rect">
                    <a:avLst/>
                  </a:prstGeom>
                  <a:blipFill>
                    <a:blip r:embed="rId58"/>
                    <a:stretch>
                      <a:fillRect t="-71429" r="-4082" b="-66667"/>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FEE4B41F-B2B3-D745-B5CC-BF2D7EDF4EE5}"/>
                  </a:ext>
                </a:extLst>
              </p:cNvPr>
              <p:cNvGrpSpPr/>
              <p:nvPr/>
            </p:nvGrpSpPr>
            <p:grpSpPr>
              <a:xfrm>
                <a:off x="8327743" y="174721"/>
                <a:ext cx="774571" cy="6497072"/>
                <a:chOff x="8327743" y="174721"/>
                <a:chExt cx="774571" cy="6497072"/>
              </a:xfrm>
            </p:grpSpPr>
            <p:grpSp>
              <p:nvGrpSpPr>
                <p:cNvPr id="3" name="Group 2">
                  <a:extLst>
                    <a:ext uri="{FF2B5EF4-FFF2-40B4-BE49-F238E27FC236}">
                      <a16:creationId xmlns:a16="http://schemas.microsoft.com/office/drawing/2014/main" id="{4EC70902-5B45-D744-B28C-6164CC71CE18}"/>
                    </a:ext>
                  </a:extLst>
                </p:cNvPr>
                <p:cNvGrpSpPr/>
                <p:nvPr/>
              </p:nvGrpSpPr>
              <p:grpSpPr>
                <a:xfrm>
                  <a:off x="8618583" y="174721"/>
                  <a:ext cx="223150" cy="6497072"/>
                  <a:chOff x="8618583" y="174721"/>
                  <a:chExt cx="223150" cy="6497072"/>
                </a:xfrm>
              </p:grpSpPr>
              <p:sp>
                <p:nvSpPr>
                  <p:cNvPr id="12" name="TextBox 11">
                    <a:extLst>
                      <a:ext uri="{FF2B5EF4-FFF2-40B4-BE49-F238E27FC236}">
                        <a16:creationId xmlns:a16="http://schemas.microsoft.com/office/drawing/2014/main" id="{7342E6B6-BA5B-3740-8731-B6AB415D2C30}"/>
                      </a:ext>
                    </a:extLst>
                  </p:cNvPr>
                  <p:cNvSpPr txBox="1"/>
                  <p:nvPr/>
                </p:nvSpPr>
                <p:spPr>
                  <a:xfrm>
                    <a:off x="8620569" y="2678523"/>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27" name="TextBox 26">
                    <a:extLst>
                      <a:ext uri="{FF2B5EF4-FFF2-40B4-BE49-F238E27FC236}">
                        <a16:creationId xmlns:a16="http://schemas.microsoft.com/office/drawing/2014/main" id="{C0409712-8766-D84C-AF2E-590D28DAA32D}"/>
                      </a:ext>
                    </a:extLst>
                  </p:cNvPr>
                  <p:cNvSpPr txBox="1"/>
                  <p:nvPr/>
                </p:nvSpPr>
                <p:spPr>
                  <a:xfrm>
                    <a:off x="8656637" y="2024149"/>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28" name="TextBox 27">
                    <a:extLst>
                      <a:ext uri="{FF2B5EF4-FFF2-40B4-BE49-F238E27FC236}">
                        <a16:creationId xmlns:a16="http://schemas.microsoft.com/office/drawing/2014/main" id="{0FD9DC3D-F519-E040-AB08-BE487194FFB8}"/>
                      </a:ext>
                    </a:extLst>
                  </p:cNvPr>
                  <p:cNvSpPr txBox="1"/>
                  <p:nvPr/>
                </p:nvSpPr>
                <p:spPr>
                  <a:xfrm>
                    <a:off x="8692704" y="1370616"/>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29" name="TextBox 28">
                    <a:extLst>
                      <a:ext uri="{FF2B5EF4-FFF2-40B4-BE49-F238E27FC236}">
                        <a16:creationId xmlns:a16="http://schemas.microsoft.com/office/drawing/2014/main" id="{7346BC90-5A74-494B-A53A-25D36798A7B1}"/>
                      </a:ext>
                    </a:extLst>
                  </p:cNvPr>
                  <p:cNvSpPr txBox="1"/>
                  <p:nvPr/>
                </p:nvSpPr>
                <p:spPr>
                  <a:xfrm flipV="1">
                    <a:off x="8619173" y="3874255"/>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30" name="TextBox 29">
                    <a:extLst>
                      <a:ext uri="{FF2B5EF4-FFF2-40B4-BE49-F238E27FC236}">
                        <a16:creationId xmlns:a16="http://schemas.microsoft.com/office/drawing/2014/main" id="{4F2A4F43-4E53-7A47-90EE-140E616AF793}"/>
                      </a:ext>
                    </a:extLst>
                  </p:cNvPr>
                  <p:cNvSpPr txBox="1"/>
                  <p:nvPr/>
                </p:nvSpPr>
                <p:spPr>
                  <a:xfrm flipV="1">
                    <a:off x="8657800" y="4527811"/>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31" name="TextBox 30">
                    <a:extLst>
                      <a:ext uri="{FF2B5EF4-FFF2-40B4-BE49-F238E27FC236}">
                        <a16:creationId xmlns:a16="http://schemas.microsoft.com/office/drawing/2014/main" id="{BCBC2D31-3479-C849-93DA-74F3CF095F80}"/>
                      </a:ext>
                    </a:extLst>
                  </p:cNvPr>
                  <p:cNvSpPr txBox="1"/>
                  <p:nvPr/>
                </p:nvSpPr>
                <p:spPr>
                  <a:xfrm flipV="1">
                    <a:off x="8688675" y="5179142"/>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42" name="TextBox 41">
                    <a:extLst>
                      <a:ext uri="{FF2B5EF4-FFF2-40B4-BE49-F238E27FC236}">
                        <a16:creationId xmlns:a16="http://schemas.microsoft.com/office/drawing/2014/main" id="{DDFA2184-C463-8541-A155-6CE4A915220B}"/>
                      </a:ext>
                    </a:extLst>
                  </p:cNvPr>
                  <p:cNvSpPr txBox="1"/>
                  <p:nvPr/>
                </p:nvSpPr>
                <p:spPr>
                  <a:xfrm>
                    <a:off x="8618583" y="989961"/>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43" name="TextBox 42">
                    <a:extLst>
                      <a:ext uri="{FF2B5EF4-FFF2-40B4-BE49-F238E27FC236}">
                        <a16:creationId xmlns:a16="http://schemas.microsoft.com/office/drawing/2014/main" id="{B7259393-7B81-A843-B4D8-AF7FE8958AA7}"/>
                      </a:ext>
                    </a:extLst>
                  </p:cNvPr>
                  <p:cNvSpPr txBox="1"/>
                  <p:nvPr/>
                </p:nvSpPr>
                <p:spPr>
                  <a:xfrm>
                    <a:off x="8652608" y="586328"/>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44" name="TextBox 43">
                    <a:extLst>
                      <a:ext uri="{FF2B5EF4-FFF2-40B4-BE49-F238E27FC236}">
                        <a16:creationId xmlns:a16="http://schemas.microsoft.com/office/drawing/2014/main" id="{9322DDA5-10F0-AD45-BF13-DC828B53F33D}"/>
                      </a:ext>
                    </a:extLst>
                  </p:cNvPr>
                  <p:cNvSpPr txBox="1"/>
                  <p:nvPr/>
                </p:nvSpPr>
                <p:spPr>
                  <a:xfrm>
                    <a:off x="8688675" y="174721"/>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135" name="TextBox 134">
                    <a:extLst>
                      <a:ext uri="{FF2B5EF4-FFF2-40B4-BE49-F238E27FC236}">
                        <a16:creationId xmlns:a16="http://schemas.microsoft.com/office/drawing/2014/main" id="{334C205A-9979-D341-A08B-B98AF84B7451}"/>
                      </a:ext>
                    </a:extLst>
                  </p:cNvPr>
                  <p:cNvSpPr txBox="1"/>
                  <p:nvPr/>
                </p:nvSpPr>
                <p:spPr>
                  <a:xfrm>
                    <a:off x="8625327" y="5609145"/>
                    <a:ext cx="21640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sp>
                <p:nvSpPr>
                  <p:cNvPr id="137" name="TextBox 136">
                    <a:extLst>
                      <a:ext uri="{FF2B5EF4-FFF2-40B4-BE49-F238E27FC236}">
                        <a16:creationId xmlns:a16="http://schemas.microsoft.com/office/drawing/2014/main" id="{6F6BD28E-829B-F845-8CBF-A6895C6007FD}"/>
                      </a:ext>
                    </a:extLst>
                  </p:cNvPr>
                  <p:cNvSpPr txBox="1"/>
                  <p:nvPr/>
                </p:nvSpPr>
                <p:spPr>
                  <a:xfrm>
                    <a:off x="8688675" y="6394794"/>
                    <a:ext cx="72136"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a:t>
                    </a:r>
                  </a:p>
                </p:txBody>
              </p:sp>
              <p:sp>
                <p:nvSpPr>
                  <p:cNvPr id="138" name="TextBox 137">
                    <a:extLst>
                      <a:ext uri="{FF2B5EF4-FFF2-40B4-BE49-F238E27FC236}">
                        <a16:creationId xmlns:a16="http://schemas.microsoft.com/office/drawing/2014/main" id="{6B5B2230-F465-7F43-8B8A-80098861B643}"/>
                      </a:ext>
                    </a:extLst>
                  </p:cNvPr>
                  <p:cNvSpPr txBox="1"/>
                  <p:nvPr/>
                </p:nvSpPr>
                <p:spPr>
                  <a:xfrm flipV="1">
                    <a:off x="8656537" y="6000190"/>
                    <a:ext cx="144270" cy="276999"/>
                  </a:xfrm>
                  <a:prstGeom prst="rect">
                    <a:avLst/>
                  </a:prstGeom>
                  <a:solidFill>
                    <a:schemeClr val="bg1"/>
                  </a:solid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rPr>
                      <a:t>II</a:t>
                    </a:r>
                    <a:endParaRPr kumimoji="0" lang="en-US" sz="2000" b="0" i="0" u="none" strike="noStrike" kern="1200" cap="none" spc="0" normalizeH="0" baseline="0" noProof="0" dirty="0">
                      <a:ln>
                        <a:noFill/>
                      </a:ln>
                      <a:solidFill>
                        <a:prstClr val="white">
                          <a:lumMod val="75000"/>
                        </a:prstClr>
                      </a:solidFill>
                      <a:effectLst/>
                      <a:uLnTx/>
                      <a:uFillTx/>
                      <a:latin typeface="Britannic Bold" panose="020B0903060703020204" pitchFamily="34" charset="77"/>
                      <a:ea typeface="+mn-ea"/>
                      <a:cs typeface="Biome" panose="020B0604020202020204" pitchFamily="34" charset="0"/>
                    </a:endParaRPr>
                  </a:p>
                </p:txBody>
              </p:sp>
            </p:grpSp>
            <p:sp>
              <p:nvSpPr>
                <p:cNvPr id="1079" name="Rectangle 1078">
                  <a:extLst>
                    <a:ext uri="{FF2B5EF4-FFF2-40B4-BE49-F238E27FC236}">
                      <a16:creationId xmlns:a16="http://schemas.microsoft.com/office/drawing/2014/main" id="{6B23CD30-788C-7747-8B5C-EFAB8D4C87AF}"/>
                    </a:ext>
                  </a:extLst>
                </p:cNvPr>
                <p:cNvSpPr/>
                <p:nvPr/>
              </p:nvSpPr>
              <p:spPr>
                <a:xfrm>
                  <a:off x="8327743" y="3164407"/>
                  <a:ext cx="774571" cy="46166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a:t>
                  </a:r>
                  <a:br>
                    <a:rPr kumimoji="0" lang="en-US" sz="12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br>
                  <a:r>
                    <a:rPr kumimoji="0" lang="en-US" sz="12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Core</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9" name="Group 278">
                <a:extLst>
                  <a:ext uri="{FF2B5EF4-FFF2-40B4-BE49-F238E27FC236}">
                    <a16:creationId xmlns:a16="http://schemas.microsoft.com/office/drawing/2014/main" id="{023747A5-E438-754F-AAFC-F948CBC4A00D}"/>
                  </a:ext>
                </a:extLst>
              </p:cNvPr>
              <p:cNvGrpSpPr/>
              <p:nvPr/>
            </p:nvGrpSpPr>
            <p:grpSpPr>
              <a:xfrm rot="425005">
                <a:off x="10929656" y="3696025"/>
                <a:ext cx="596065" cy="47625"/>
                <a:chOff x="10821658" y="3162631"/>
                <a:chExt cx="596065" cy="47625"/>
              </a:xfrm>
            </p:grpSpPr>
            <p:sp>
              <p:nvSpPr>
                <p:cNvPr id="283" name="Oval 282">
                  <a:extLst>
                    <a:ext uri="{FF2B5EF4-FFF2-40B4-BE49-F238E27FC236}">
                      <a16:creationId xmlns:a16="http://schemas.microsoft.com/office/drawing/2014/main" id="{3CE8316D-96DE-2F4C-A870-4C3E36795B88}"/>
                    </a:ext>
                  </a:extLst>
                </p:cNvPr>
                <p:cNvSpPr/>
                <p:nvPr/>
              </p:nvSpPr>
              <p:spPr>
                <a:xfrm rot="5400000">
                  <a:off x="1104893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8" name="Oval 307">
                  <a:extLst>
                    <a:ext uri="{FF2B5EF4-FFF2-40B4-BE49-F238E27FC236}">
                      <a16:creationId xmlns:a16="http://schemas.microsoft.com/office/drawing/2014/main" id="{BBFDF349-B6CB-0041-BBEB-E8C9D2AB86B3}"/>
                    </a:ext>
                  </a:extLst>
                </p:cNvPr>
                <p:cNvSpPr/>
                <p:nvPr/>
              </p:nvSpPr>
              <p:spPr>
                <a:xfrm rot="5400000">
                  <a:off x="10820705"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9" name="Oval 308">
                  <a:extLst>
                    <a:ext uri="{FF2B5EF4-FFF2-40B4-BE49-F238E27FC236}">
                      <a16:creationId xmlns:a16="http://schemas.microsoft.com/office/drawing/2014/main" id="{9F68E60C-4C1A-B848-996D-13D4C9604ADD}"/>
                    </a:ext>
                  </a:extLst>
                </p:cNvPr>
                <p:cNvSpPr/>
                <p:nvPr/>
              </p:nvSpPr>
              <p:spPr>
                <a:xfrm rot="5400000">
                  <a:off x="1114282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0" name="Oval 309">
                  <a:extLst>
                    <a:ext uri="{FF2B5EF4-FFF2-40B4-BE49-F238E27FC236}">
                      <a16:creationId xmlns:a16="http://schemas.microsoft.com/office/drawing/2014/main" id="{126B41C0-8ED4-8F42-8A8C-C1DC20A0A88B}"/>
                    </a:ext>
                  </a:extLst>
                </p:cNvPr>
                <p:cNvSpPr/>
                <p:nvPr/>
              </p:nvSpPr>
              <p:spPr>
                <a:xfrm rot="5400000">
                  <a:off x="1137105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1" name="Oval 310">
                  <a:extLst>
                    <a:ext uri="{FF2B5EF4-FFF2-40B4-BE49-F238E27FC236}">
                      <a16:creationId xmlns:a16="http://schemas.microsoft.com/office/drawing/2014/main" id="{3521CE81-1FAD-AC42-ABB8-1BD22B8C8D1D}"/>
                    </a:ext>
                  </a:extLst>
                </p:cNvPr>
                <p:cNvSpPr/>
                <p:nvPr/>
              </p:nvSpPr>
              <p:spPr>
                <a:xfrm rot="5400000">
                  <a:off x="11277166" y="31635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6" name="Oval 315">
                  <a:extLst>
                    <a:ext uri="{FF2B5EF4-FFF2-40B4-BE49-F238E27FC236}">
                      <a16:creationId xmlns:a16="http://schemas.microsoft.com/office/drawing/2014/main" id="{5479FDC2-857A-9F40-AFA4-0DAEE7975FA9}"/>
                    </a:ext>
                  </a:extLst>
                </p:cNvPr>
                <p:cNvSpPr/>
                <p:nvPr/>
              </p:nvSpPr>
              <p:spPr>
                <a:xfrm rot="5400000">
                  <a:off x="10914591" y="316358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17" name="Group 316">
                <a:extLst>
                  <a:ext uri="{FF2B5EF4-FFF2-40B4-BE49-F238E27FC236}">
                    <a16:creationId xmlns:a16="http://schemas.microsoft.com/office/drawing/2014/main" id="{F5ED883E-61FD-6042-A1F8-D43F86EF9199}"/>
                  </a:ext>
                </a:extLst>
              </p:cNvPr>
              <p:cNvGrpSpPr/>
              <p:nvPr/>
            </p:nvGrpSpPr>
            <p:grpSpPr>
              <a:xfrm rot="20711058">
                <a:off x="10008871" y="1206232"/>
                <a:ext cx="471079" cy="396837"/>
                <a:chOff x="10373093" y="1724259"/>
                <a:chExt cx="471079" cy="396837"/>
              </a:xfrm>
            </p:grpSpPr>
            <p:sp>
              <p:nvSpPr>
                <p:cNvPr id="318" name="Oval 317">
                  <a:extLst>
                    <a:ext uri="{FF2B5EF4-FFF2-40B4-BE49-F238E27FC236}">
                      <a16:creationId xmlns:a16="http://schemas.microsoft.com/office/drawing/2014/main" id="{4270B82F-4491-6D4F-BF19-94E6687D1D8A}"/>
                    </a:ext>
                  </a:extLst>
                </p:cNvPr>
                <p:cNvSpPr/>
                <p:nvPr/>
              </p:nvSpPr>
              <p:spPr>
                <a:xfrm rot="3036878">
                  <a:off x="10548539" y="192960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9" name="Oval 318">
                  <a:extLst>
                    <a:ext uri="{FF2B5EF4-FFF2-40B4-BE49-F238E27FC236}">
                      <a16:creationId xmlns:a16="http://schemas.microsoft.com/office/drawing/2014/main" id="{C344BA6E-30CA-CA47-8165-A751F5C12F29}"/>
                    </a:ext>
                  </a:extLst>
                </p:cNvPr>
                <p:cNvSpPr/>
                <p:nvPr/>
              </p:nvSpPr>
              <p:spPr>
                <a:xfrm rot="3036878">
                  <a:off x="10372140" y="207442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0" name="Oval 319">
                  <a:extLst>
                    <a:ext uri="{FF2B5EF4-FFF2-40B4-BE49-F238E27FC236}">
                      <a16:creationId xmlns:a16="http://schemas.microsoft.com/office/drawing/2014/main" id="{75FDAEAE-48EB-1D49-B677-05C18C5171F1}"/>
                    </a:ext>
                  </a:extLst>
                </p:cNvPr>
                <p:cNvSpPr/>
                <p:nvPr/>
              </p:nvSpPr>
              <p:spPr>
                <a:xfrm rot="3036878">
                  <a:off x="10621102" y="18700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1" name="Oval 320">
                  <a:extLst>
                    <a:ext uri="{FF2B5EF4-FFF2-40B4-BE49-F238E27FC236}">
                      <a16:creationId xmlns:a16="http://schemas.microsoft.com/office/drawing/2014/main" id="{53F141FE-7A08-7F4E-B4F5-E71C2EEC4920}"/>
                    </a:ext>
                  </a:extLst>
                </p:cNvPr>
                <p:cNvSpPr/>
                <p:nvPr/>
              </p:nvSpPr>
              <p:spPr>
                <a:xfrm rot="3036878">
                  <a:off x="10797500" y="172521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2" name="Oval 321">
                  <a:extLst>
                    <a:ext uri="{FF2B5EF4-FFF2-40B4-BE49-F238E27FC236}">
                      <a16:creationId xmlns:a16="http://schemas.microsoft.com/office/drawing/2014/main" id="{9451C5AB-3453-4746-958D-3109FB77EEF0}"/>
                    </a:ext>
                  </a:extLst>
                </p:cNvPr>
                <p:cNvSpPr/>
                <p:nvPr/>
              </p:nvSpPr>
              <p:spPr>
                <a:xfrm rot="3036878">
                  <a:off x="10724937" y="178478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3" name="Oval 322">
                  <a:extLst>
                    <a:ext uri="{FF2B5EF4-FFF2-40B4-BE49-F238E27FC236}">
                      <a16:creationId xmlns:a16="http://schemas.microsoft.com/office/drawing/2014/main" id="{4A26EF92-C1F5-3748-9893-F9BA557C8D55}"/>
                    </a:ext>
                  </a:extLst>
                </p:cNvPr>
                <p:cNvSpPr/>
                <p:nvPr/>
              </p:nvSpPr>
              <p:spPr>
                <a:xfrm rot="3036878">
                  <a:off x="10444704" y="201485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24" name="Group 323">
                <a:extLst>
                  <a:ext uri="{FF2B5EF4-FFF2-40B4-BE49-F238E27FC236}">
                    <a16:creationId xmlns:a16="http://schemas.microsoft.com/office/drawing/2014/main" id="{65E08575-D050-1E44-9A8E-31687461D172}"/>
                  </a:ext>
                </a:extLst>
              </p:cNvPr>
              <p:cNvGrpSpPr/>
              <p:nvPr/>
            </p:nvGrpSpPr>
            <p:grpSpPr>
              <a:xfrm rot="20732011">
                <a:off x="10543305" y="4695108"/>
                <a:ext cx="391337" cy="475535"/>
                <a:chOff x="9986619" y="5070818"/>
                <a:chExt cx="391337" cy="475535"/>
              </a:xfrm>
            </p:grpSpPr>
            <p:sp>
              <p:nvSpPr>
                <p:cNvPr id="325" name="Oval 324">
                  <a:extLst>
                    <a:ext uri="{FF2B5EF4-FFF2-40B4-BE49-F238E27FC236}">
                      <a16:creationId xmlns:a16="http://schemas.microsoft.com/office/drawing/2014/main" id="{ADC6FA1D-B79E-4544-9431-10B42438944C}"/>
                    </a:ext>
                  </a:extLst>
                </p:cNvPr>
                <p:cNvSpPr/>
                <p:nvPr/>
              </p:nvSpPr>
              <p:spPr>
                <a:xfrm rot="19281100">
                  <a:off x="10187792" y="5322387"/>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6" name="Oval 325">
                  <a:extLst>
                    <a:ext uri="{FF2B5EF4-FFF2-40B4-BE49-F238E27FC236}">
                      <a16:creationId xmlns:a16="http://schemas.microsoft.com/office/drawing/2014/main" id="{045F63C2-1F65-CE4B-99D3-EEB6DEAE89AE}"/>
                    </a:ext>
                  </a:extLst>
                </p:cNvPr>
                <p:cNvSpPr/>
                <p:nvPr/>
              </p:nvSpPr>
              <p:spPr>
                <a:xfrm rot="19281100">
                  <a:off x="10330331" y="550063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7" name="Oval 326">
                  <a:extLst>
                    <a:ext uri="{FF2B5EF4-FFF2-40B4-BE49-F238E27FC236}">
                      <a16:creationId xmlns:a16="http://schemas.microsoft.com/office/drawing/2014/main" id="{3949CA2B-3040-A244-A29B-8742E1B3978F}"/>
                    </a:ext>
                  </a:extLst>
                </p:cNvPr>
                <p:cNvSpPr/>
                <p:nvPr/>
              </p:nvSpPr>
              <p:spPr>
                <a:xfrm rot="19281100">
                  <a:off x="10129157" y="524906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8" name="Oval 327">
                  <a:extLst>
                    <a:ext uri="{FF2B5EF4-FFF2-40B4-BE49-F238E27FC236}">
                      <a16:creationId xmlns:a16="http://schemas.microsoft.com/office/drawing/2014/main" id="{81859588-241B-324B-AB65-E38F4288D0DB}"/>
                    </a:ext>
                  </a:extLst>
                </p:cNvPr>
                <p:cNvSpPr/>
                <p:nvPr/>
              </p:nvSpPr>
              <p:spPr>
                <a:xfrm rot="19281100">
                  <a:off x="9986619" y="507081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9" name="Oval 328">
                  <a:extLst>
                    <a:ext uri="{FF2B5EF4-FFF2-40B4-BE49-F238E27FC236}">
                      <a16:creationId xmlns:a16="http://schemas.microsoft.com/office/drawing/2014/main" id="{FBBC4723-F598-F642-B035-544724EB7E5F}"/>
                    </a:ext>
                  </a:extLst>
                </p:cNvPr>
                <p:cNvSpPr/>
                <p:nvPr/>
              </p:nvSpPr>
              <p:spPr>
                <a:xfrm rot="19281100">
                  <a:off x="10045254" y="514414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0" name="Oval 329">
                  <a:extLst>
                    <a:ext uri="{FF2B5EF4-FFF2-40B4-BE49-F238E27FC236}">
                      <a16:creationId xmlns:a16="http://schemas.microsoft.com/office/drawing/2014/main" id="{E3CAD3A4-8417-8E4D-B91C-4886BBA52861}"/>
                    </a:ext>
                  </a:extLst>
                </p:cNvPr>
                <p:cNvSpPr/>
                <p:nvPr/>
              </p:nvSpPr>
              <p:spPr>
                <a:xfrm rot="19281100">
                  <a:off x="10271696" y="542731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31" name="Group 330">
                <a:extLst>
                  <a:ext uri="{FF2B5EF4-FFF2-40B4-BE49-F238E27FC236}">
                    <a16:creationId xmlns:a16="http://schemas.microsoft.com/office/drawing/2014/main" id="{8328468D-A6F5-054B-89AB-D4B660A49153}"/>
                  </a:ext>
                </a:extLst>
              </p:cNvPr>
              <p:cNvGrpSpPr/>
              <p:nvPr/>
            </p:nvGrpSpPr>
            <p:grpSpPr>
              <a:xfrm rot="435413">
                <a:off x="5927623" y="3087023"/>
                <a:ext cx="596065" cy="47625"/>
                <a:chOff x="6042780" y="3645891"/>
                <a:chExt cx="596065" cy="47625"/>
              </a:xfrm>
            </p:grpSpPr>
            <p:sp>
              <p:nvSpPr>
                <p:cNvPr id="332" name="Oval 331">
                  <a:extLst>
                    <a:ext uri="{FF2B5EF4-FFF2-40B4-BE49-F238E27FC236}">
                      <a16:creationId xmlns:a16="http://schemas.microsoft.com/office/drawing/2014/main" id="{9E6C7687-BA71-7B42-A8B2-B0E3FE80B7D4}"/>
                    </a:ext>
                  </a:extLst>
                </p:cNvPr>
                <p:cNvSpPr/>
                <p:nvPr/>
              </p:nvSpPr>
              <p:spPr>
                <a:xfrm rot="5400000">
                  <a:off x="627005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3" name="Oval 332">
                  <a:extLst>
                    <a:ext uri="{FF2B5EF4-FFF2-40B4-BE49-F238E27FC236}">
                      <a16:creationId xmlns:a16="http://schemas.microsoft.com/office/drawing/2014/main" id="{5437E6E2-E0D0-2C48-9AF5-13FB436620F5}"/>
                    </a:ext>
                  </a:extLst>
                </p:cNvPr>
                <p:cNvSpPr/>
                <p:nvPr/>
              </p:nvSpPr>
              <p:spPr>
                <a:xfrm rot="5400000">
                  <a:off x="6041827"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4" name="Oval 333">
                  <a:extLst>
                    <a:ext uri="{FF2B5EF4-FFF2-40B4-BE49-F238E27FC236}">
                      <a16:creationId xmlns:a16="http://schemas.microsoft.com/office/drawing/2014/main" id="{C0C290AB-41D4-F04A-9FF1-E2EA74E594A4}"/>
                    </a:ext>
                  </a:extLst>
                </p:cNvPr>
                <p:cNvSpPr/>
                <p:nvPr/>
              </p:nvSpPr>
              <p:spPr>
                <a:xfrm rot="5400000">
                  <a:off x="613571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5" name="Oval 334">
                  <a:extLst>
                    <a:ext uri="{FF2B5EF4-FFF2-40B4-BE49-F238E27FC236}">
                      <a16:creationId xmlns:a16="http://schemas.microsoft.com/office/drawing/2014/main" id="{CC4E33C2-07AA-A24A-86BA-7364E44C7A32}"/>
                    </a:ext>
                  </a:extLst>
                </p:cNvPr>
                <p:cNvSpPr/>
                <p:nvPr/>
              </p:nvSpPr>
              <p:spPr>
                <a:xfrm rot="5400000">
                  <a:off x="636394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6" name="Oval 335">
                  <a:extLst>
                    <a:ext uri="{FF2B5EF4-FFF2-40B4-BE49-F238E27FC236}">
                      <a16:creationId xmlns:a16="http://schemas.microsoft.com/office/drawing/2014/main" id="{41CAEA85-7959-A042-A590-DE26A528E85B}"/>
                    </a:ext>
                  </a:extLst>
                </p:cNvPr>
                <p:cNvSpPr/>
                <p:nvPr/>
              </p:nvSpPr>
              <p:spPr>
                <a:xfrm rot="5400000">
                  <a:off x="6592173" y="364684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 name="Oval 336">
                  <a:extLst>
                    <a:ext uri="{FF2B5EF4-FFF2-40B4-BE49-F238E27FC236}">
                      <a16:creationId xmlns:a16="http://schemas.microsoft.com/office/drawing/2014/main" id="{ED8AD5A9-52C9-2048-90EC-932E11812F3F}"/>
                    </a:ext>
                  </a:extLst>
                </p:cNvPr>
                <p:cNvSpPr/>
                <p:nvPr/>
              </p:nvSpPr>
              <p:spPr>
                <a:xfrm rot="5400000">
                  <a:off x="6498288" y="364684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38" name="Group 337">
                <a:extLst>
                  <a:ext uri="{FF2B5EF4-FFF2-40B4-BE49-F238E27FC236}">
                    <a16:creationId xmlns:a16="http://schemas.microsoft.com/office/drawing/2014/main" id="{B29F8B55-AD3A-7649-A54F-1FF88476A2DD}"/>
                  </a:ext>
                </a:extLst>
              </p:cNvPr>
              <p:cNvGrpSpPr/>
              <p:nvPr/>
            </p:nvGrpSpPr>
            <p:grpSpPr>
              <a:xfrm rot="20748994">
                <a:off x="6972370" y="5237039"/>
                <a:ext cx="476247" cy="390445"/>
                <a:chOff x="6599250" y="4675378"/>
                <a:chExt cx="476247" cy="390445"/>
              </a:xfrm>
            </p:grpSpPr>
            <p:sp>
              <p:nvSpPr>
                <p:cNvPr id="339" name="Oval 338">
                  <a:extLst>
                    <a:ext uri="{FF2B5EF4-FFF2-40B4-BE49-F238E27FC236}">
                      <a16:creationId xmlns:a16="http://schemas.microsoft.com/office/drawing/2014/main" id="{BD86AC20-9A37-5440-A824-E437E3E5A69A}"/>
                    </a:ext>
                  </a:extLst>
                </p:cNvPr>
                <p:cNvSpPr/>
                <p:nvPr/>
              </p:nvSpPr>
              <p:spPr>
                <a:xfrm rot="3088231">
                  <a:off x="6776839" y="487698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0" name="Oval 339">
                  <a:extLst>
                    <a:ext uri="{FF2B5EF4-FFF2-40B4-BE49-F238E27FC236}">
                      <a16:creationId xmlns:a16="http://schemas.microsoft.com/office/drawing/2014/main" id="{989795D0-E5CB-8048-887E-3EC70F99E656}"/>
                    </a:ext>
                  </a:extLst>
                </p:cNvPr>
                <p:cNvSpPr/>
                <p:nvPr/>
              </p:nvSpPr>
              <p:spPr>
                <a:xfrm rot="3088231">
                  <a:off x="6598297" y="501915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1" name="Oval 340">
                  <a:extLst>
                    <a:ext uri="{FF2B5EF4-FFF2-40B4-BE49-F238E27FC236}">
                      <a16:creationId xmlns:a16="http://schemas.microsoft.com/office/drawing/2014/main" id="{E0F2320F-BA1B-DB4A-B58F-ED87A408E1B8}"/>
                    </a:ext>
                  </a:extLst>
                </p:cNvPr>
                <p:cNvSpPr/>
                <p:nvPr/>
              </p:nvSpPr>
              <p:spPr>
                <a:xfrm rot="3088231">
                  <a:off x="6850284" y="48184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2" name="Oval 341">
                  <a:extLst>
                    <a:ext uri="{FF2B5EF4-FFF2-40B4-BE49-F238E27FC236}">
                      <a16:creationId xmlns:a16="http://schemas.microsoft.com/office/drawing/2014/main" id="{FE54466F-B429-5B40-8B2B-95AD01304D18}"/>
                    </a:ext>
                  </a:extLst>
                </p:cNvPr>
                <p:cNvSpPr/>
                <p:nvPr/>
              </p:nvSpPr>
              <p:spPr>
                <a:xfrm rot="3088231">
                  <a:off x="7028825" y="467633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3" name="Oval 342">
                  <a:extLst>
                    <a:ext uri="{FF2B5EF4-FFF2-40B4-BE49-F238E27FC236}">
                      <a16:creationId xmlns:a16="http://schemas.microsoft.com/office/drawing/2014/main" id="{759CA47C-0829-B54E-B1BE-3A9B6016B5A5}"/>
                    </a:ext>
                  </a:extLst>
                </p:cNvPr>
                <p:cNvSpPr/>
                <p:nvPr/>
              </p:nvSpPr>
              <p:spPr>
                <a:xfrm rot="3088231">
                  <a:off x="6955380" y="473481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4" name="Oval 343">
                  <a:extLst>
                    <a:ext uri="{FF2B5EF4-FFF2-40B4-BE49-F238E27FC236}">
                      <a16:creationId xmlns:a16="http://schemas.microsoft.com/office/drawing/2014/main" id="{4E6275D7-19EA-6C4F-A6E0-EBCFBB1DFC29}"/>
                    </a:ext>
                  </a:extLst>
                </p:cNvPr>
                <p:cNvSpPr/>
                <p:nvPr/>
              </p:nvSpPr>
              <p:spPr>
                <a:xfrm rot="3088231">
                  <a:off x="6671742" y="496066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346" name="TextBox 345">
                    <a:extLst>
                      <a:ext uri="{FF2B5EF4-FFF2-40B4-BE49-F238E27FC236}">
                        <a16:creationId xmlns:a16="http://schemas.microsoft.com/office/drawing/2014/main" id="{22D9F3C8-553C-0D4F-B01A-40C6C09DCA27}"/>
                      </a:ext>
                    </a:extLst>
                  </p:cNvPr>
                  <p:cNvSpPr txBox="1"/>
                  <p:nvPr/>
                </p:nvSpPr>
                <p:spPr>
                  <a:xfrm>
                    <a:off x="7439579" y="5342441"/>
                    <a:ext cx="238206"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𝑏</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346" name="TextBox 345">
                    <a:extLst>
                      <a:ext uri="{FF2B5EF4-FFF2-40B4-BE49-F238E27FC236}">
                        <a16:creationId xmlns:a16="http://schemas.microsoft.com/office/drawing/2014/main" id="{22D9F3C8-553C-0D4F-B01A-40C6C09DCA27}"/>
                      </a:ext>
                    </a:extLst>
                  </p:cNvPr>
                  <p:cNvSpPr txBox="1">
                    <a:spLocks noRot="1" noChangeAspect="1" noMove="1" noResize="1" noEditPoints="1" noAdjustHandles="1" noChangeArrowheads="1" noChangeShapeType="1" noTextEdit="1"/>
                  </p:cNvSpPr>
                  <p:nvPr/>
                </p:nvSpPr>
                <p:spPr>
                  <a:xfrm>
                    <a:off x="7439579" y="5342441"/>
                    <a:ext cx="238206" cy="287771"/>
                  </a:xfrm>
                  <a:prstGeom prst="rect">
                    <a:avLst/>
                  </a:prstGeom>
                  <a:blipFill>
                    <a:blip r:embed="rId59"/>
                    <a:stretch>
                      <a:fillRect l="-15000" r="-50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7" name="TextBox 346">
                    <a:extLst>
                      <a:ext uri="{FF2B5EF4-FFF2-40B4-BE49-F238E27FC236}">
                        <a16:creationId xmlns:a16="http://schemas.microsoft.com/office/drawing/2014/main" id="{085AE74C-0F64-9B45-8020-9BD0A88D3297}"/>
                      </a:ext>
                    </a:extLst>
                  </p:cNvPr>
                  <p:cNvSpPr txBox="1"/>
                  <p:nvPr/>
                </p:nvSpPr>
                <p:spPr>
                  <a:xfrm>
                    <a:off x="7286864" y="5640281"/>
                    <a:ext cx="225062"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𝑠</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347" name="TextBox 346">
                    <a:extLst>
                      <a:ext uri="{FF2B5EF4-FFF2-40B4-BE49-F238E27FC236}">
                        <a16:creationId xmlns:a16="http://schemas.microsoft.com/office/drawing/2014/main" id="{085AE74C-0F64-9B45-8020-9BD0A88D3297}"/>
                      </a:ext>
                    </a:extLst>
                  </p:cNvPr>
                  <p:cNvSpPr txBox="1">
                    <a:spLocks noRot="1" noChangeAspect="1" noMove="1" noResize="1" noEditPoints="1" noAdjustHandles="1" noChangeArrowheads="1" noChangeShapeType="1" noTextEdit="1"/>
                  </p:cNvSpPr>
                  <p:nvPr/>
                </p:nvSpPr>
                <p:spPr>
                  <a:xfrm>
                    <a:off x="7286864" y="5640281"/>
                    <a:ext cx="225062" cy="247632"/>
                  </a:xfrm>
                  <a:prstGeom prst="rect">
                    <a:avLst/>
                  </a:prstGeom>
                  <a:blipFill>
                    <a:blip r:embed="rId60"/>
                    <a:stretch>
                      <a:fillRect l="-10526" t="-5000" r="-5263"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8" name="TextBox 347">
                    <a:extLst>
                      <a:ext uri="{FF2B5EF4-FFF2-40B4-BE49-F238E27FC236}">
                        <a16:creationId xmlns:a16="http://schemas.microsoft.com/office/drawing/2014/main" id="{B9EE7010-B680-3745-8DD1-790FD325E1D5}"/>
                      </a:ext>
                    </a:extLst>
                  </p:cNvPr>
                  <p:cNvSpPr txBox="1"/>
                  <p:nvPr/>
                </p:nvSpPr>
                <p:spPr>
                  <a:xfrm>
                    <a:off x="7099713" y="5936851"/>
                    <a:ext cx="247953"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𝑑</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𝑅</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348" name="TextBox 347">
                    <a:extLst>
                      <a:ext uri="{FF2B5EF4-FFF2-40B4-BE49-F238E27FC236}">
                        <a16:creationId xmlns:a16="http://schemas.microsoft.com/office/drawing/2014/main" id="{B9EE7010-B680-3745-8DD1-790FD325E1D5}"/>
                      </a:ext>
                    </a:extLst>
                  </p:cNvPr>
                  <p:cNvSpPr txBox="1">
                    <a:spLocks noRot="1" noChangeAspect="1" noMove="1" noResize="1" noEditPoints="1" noAdjustHandles="1" noChangeArrowheads="1" noChangeShapeType="1" noTextEdit="1"/>
                  </p:cNvSpPr>
                  <p:nvPr/>
                </p:nvSpPr>
                <p:spPr>
                  <a:xfrm>
                    <a:off x="7099713" y="5936851"/>
                    <a:ext cx="247953" cy="287771"/>
                  </a:xfrm>
                  <a:prstGeom prst="rect">
                    <a:avLst/>
                  </a:prstGeom>
                  <a:blipFill>
                    <a:blip r:embed="rId61"/>
                    <a:stretch>
                      <a:fillRect l="-20000" t="-4167" r="-5000"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9" name="TextBox 348">
                    <a:extLst>
                      <a:ext uri="{FF2B5EF4-FFF2-40B4-BE49-F238E27FC236}">
                        <a16:creationId xmlns:a16="http://schemas.microsoft.com/office/drawing/2014/main" id="{685DD286-06AB-4541-B46E-647D2D33E065}"/>
                      </a:ext>
                    </a:extLst>
                  </p:cNvPr>
                  <p:cNvSpPr txBox="1"/>
                  <p:nvPr/>
                </p:nvSpPr>
                <p:spPr>
                  <a:xfrm>
                    <a:off x="6589708" y="4496937"/>
                    <a:ext cx="223330"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𝑏</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349" name="TextBox 348">
                    <a:extLst>
                      <a:ext uri="{FF2B5EF4-FFF2-40B4-BE49-F238E27FC236}">
                        <a16:creationId xmlns:a16="http://schemas.microsoft.com/office/drawing/2014/main" id="{685DD286-06AB-4541-B46E-647D2D33E065}"/>
                      </a:ext>
                    </a:extLst>
                  </p:cNvPr>
                  <p:cNvSpPr txBox="1">
                    <a:spLocks noRot="1" noChangeAspect="1" noMove="1" noResize="1" noEditPoints="1" noAdjustHandles="1" noChangeArrowheads="1" noChangeShapeType="1" noTextEdit="1"/>
                  </p:cNvSpPr>
                  <p:nvPr/>
                </p:nvSpPr>
                <p:spPr>
                  <a:xfrm>
                    <a:off x="6589708" y="4496937"/>
                    <a:ext cx="223330" cy="287771"/>
                  </a:xfrm>
                  <a:prstGeom prst="rect">
                    <a:avLst/>
                  </a:prstGeom>
                  <a:blipFill>
                    <a:blip r:embed="rId62"/>
                    <a:stretch>
                      <a:fillRect l="-15789" t="-4348" r="-5263"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0" name="TextBox 349">
                    <a:extLst>
                      <a:ext uri="{FF2B5EF4-FFF2-40B4-BE49-F238E27FC236}">
                        <a16:creationId xmlns:a16="http://schemas.microsoft.com/office/drawing/2014/main" id="{2096B1B2-B9D7-9846-B5DE-65326C62363E}"/>
                      </a:ext>
                    </a:extLst>
                  </p:cNvPr>
                  <p:cNvSpPr txBox="1"/>
                  <p:nvPr/>
                </p:nvSpPr>
                <p:spPr>
                  <a:xfrm>
                    <a:off x="6288231" y="4684404"/>
                    <a:ext cx="210186" cy="24763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𝑠</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350" name="TextBox 349">
                    <a:extLst>
                      <a:ext uri="{FF2B5EF4-FFF2-40B4-BE49-F238E27FC236}">
                        <a16:creationId xmlns:a16="http://schemas.microsoft.com/office/drawing/2014/main" id="{2096B1B2-B9D7-9846-B5DE-65326C62363E}"/>
                      </a:ext>
                    </a:extLst>
                  </p:cNvPr>
                  <p:cNvSpPr txBox="1">
                    <a:spLocks noRot="1" noChangeAspect="1" noMove="1" noResize="1" noEditPoints="1" noAdjustHandles="1" noChangeArrowheads="1" noChangeShapeType="1" noTextEdit="1"/>
                  </p:cNvSpPr>
                  <p:nvPr/>
                </p:nvSpPr>
                <p:spPr>
                  <a:xfrm>
                    <a:off x="6288231" y="4684404"/>
                    <a:ext cx="210186" cy="247632"/>
                  </a:xfrm>
                  <a:prstGeom prst="rect">
                    <a:avLst/>
                  </a:prstGeom>
                  <a:blipFill>
                    <a:blip r:embed="rId63"/>
                    <a:stretch>
                      <a:fillRect l="-17647" r="-11765"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1" name="TextBox 350">
                    <a:extLst>
                      <a:ext uri="{FF2B5EF4-FFF2-40B4-BE49-F238E27FC236}">
                        <a16:creationId xmlns:a16="http://schemas.microsoft.com/office/drawing/2014/main" id="{A0D92967-CAA9-5648-B0C6-1F91D32B10E1}"/>
                      </a:ext>
                    </a:extLst>
                  </p:cNvPr>
                  <p:cNvSpPr txBox="1"/>
                  <p:nvPr/>
                </p:nvSpPr>
                <p:spPr>
                  <a:xfrm>
                    <a:off x="5951091" y="4838975"/>
                    <a:ext cx="233077" cy="28777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𝑑</m:t>
                                  </m:r>
                                </m:e>
                              </m:bar>
                            </m:e>
                            <m:sub>
                              <m:r>
                                <a:rPr kumimoji="0" lang="en-US" sz="1400" b="0"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mc:Choice>
            <mc:Fallback xmlns="">
              <p:sp>
                <p:nvSpPr>
                  <p:cNvPr id="351" name="TextBox 350">
                    <a:extLst>
                      <a:ext uri="{FF2B5EF4-FFF2-40B4-BE49-F238E27FC236}">
                        <a16:creationId xmlns:a16="http://schemas.microsoft.com/office/drawing/2014/main" id="{A0D92967-CAA9-5648-B0C6-1F91D32B10E1}"/>
                      </a:ext>
                    </a:extLst>
                  </p:cNvPr>
                  <p:cNvSpPr txBox="1">
                    <a:spLocks noRot="1" noChangeAspect="1" noMove="1" noResize="1" noEditPoints="1" noAdjustHandles="1" noChangeArrowheads="1" noChangeShapeType="1" noTextEdit="1"/>
                  </p:cNvSpPr>
                  <p:nvPr/>
                </p:nvSpPr>
                <p:spPr>
                  <a:xfrm>
                    <a:off x="5951091" y="4838975"/>
                    <a:ext cx="233077" cy="287771"/>
                  </a:xfrm>
                  <a:prstGeom prst="rect">
                    <a:avLst/>
                  </a:prstGeom>
                  <a:blipFill>
                    <a:blip r:embed="rId64"/>
                    <a:stretch>
                      <a:fillRect l="-15789" t="-4348" r="-10526" b="-3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2" name="TextBox 351">
                    <a:extLst>
                      <a:ext uri="{FF2B5EF4-FFF2-40B4-BE49-F238E27FC236}">
                        <a16:creationId xmlns:a16="http://schemas.microsoft.com/office/drawing/2014/main" id="{E3926BEF-197B-2644-9FEE-EE117AF78D7F}"/>
                      </a:ext>
                    </a:extLst>
                  </p:cNvPr>
                  <p:cNvSpPr txBox="1"/>
                  <p:nvPr/>
                </p:nvSpPr>
                <p:spPr>
                  <a:xfrm>
                    <a:off x="5643125" y="2535230"/>
                    <a:ext cx="222560" cy="270972"/>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SupPr>
                            <m:e>
                              <m:bar>
                                <m:barPr>
                                  <m:pos m:val="top"/>
                                  <m:ctrlP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barPr>
                                <m:e>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𝛾</m:t>
                                  </m:r>
                                </m:e>
                              </m:bar>
                            </m:e>
                            <m:sub>
                              <m:r>
                                <a:rPr kumimoji="0" lang="en-US" sz="1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sub>
                            <m:sup>
                              <m:r>
                                <a:rPr kumimoji="0" lang="en-US" sz="1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𝐿</m:t>
                              </m:r>
                            </m:sup>
                          </m:sSubSup>
                        </m:oMath>
                      </m:oMathPara>
                    </a14:m>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352" name="TextBox 351">
                    <a:extLst>
                      <a:ext uri="{FF2B5EF4-FFF2-40B4-BE49-F238E27FC236}">
                        <a16:creationId xmlns:a16="http://schemas.microsoft.com/office/drawing/2014/main" id="{E3926BEF-197B-2644-9FEE-EE117AF78D7F}"/>
                      </a:ext>
                    </a:extLst>
                  </p:cNvPr>
                  <p:cNvSpPr txBox="1">
                    <a:spLocks noRot="1" noChangeAspect="1" noMove="1" noResize="1" noEditPoints="1" noAdjustHandles="1" noChangeArrowheads="1" noChangeShapeType="1" noTextEdit="1"/>
                  </p:cNvSpPr>
                  <p:nvPr/>
                </p:nvSpPr>
                <p:spPr>
                  <a:xfrm>
                    <a:off x="5643125" y="2535230"/>
                    <a:ext cx="222560" cy="270972"/>
                  </a:xfrm>
                  <a:prstGeom prst="rect">
                    <a:avLst/>
                  </a:prstGeom>
                  <a:blipFill>
                    <a:blip r:embed="rId65"/>
                    <a:stretch>
                      <a:fillRect l="-22222" t="-4545" r="-11111" b="-36364"/>
                    </a:stretch>
                  </a:blipFill>
                </p:spPr>
                <p:txBody>
                  <a:bodyPr/>
                  <a:lstStyle/>
                  <a:p>
                    <a:r>
                      <a:rPr lang="en-US">
                        <a:noFill/>
                      </a:rPr>
                      <a:t> </a:t>
                    </a:r>
                  </a:p>
                </p:txBody>
              </p:sp>
            </mc:Fallback>
          </mc:AlternateContent>
          <p:grpSp>
            <p:nvGrpSpPr>
              <p:cNvPr id="353" name="Group 352">
                <a:extLst>
                  <a:ext uri="{FF2B5EF4-FFF2-40B4-BE49-F238E27FC236}">
                    <a16:creationId xmlns:a16="http://schemas.microsoft.com/office/drawing/2014/main" id="{CBBC9D75-C17B-4E45-A860-54CD0D3AA17F}"/>
                  </a:ext>
                </a:extLst>
              </p:cNvPr>
              <p:cNvGrpSpPr/>
              <p:nvPr/>
            </p:nvGrpSpPr>
            <p:grpSpPr>
              <a:xfrm rot="20692905">
                <a:off x="6521222" y="1657693"/>
                <a:ext cx="381363" cy="483325"/>
                <a:chOff x="7085320" y="1265046"/>
                <a:chExt cx="381363" cy="483325"/>
              </a:xfrm>
            </p:grpSpPr>
            <p:sp>
              <p:nvSpPr>
                <p:cNvPr id="354" name="Oval 353">
                  <a:extLst>
                    <a:ext uri="{FF2B5EF4-FFF2-40B4-BE49-F238E27FC236}">
                      <a16:creationId xmlns:a16="http://schemas.microsoft.com/office/drawing/2014/main" id="{33023E13-F217-DD40-8101-67297B63CB49}"/>
                    </a:ext>
                  </a:extLst>
                </p:cNvPr>
                <p:cNvSpPr/>
                <p:nvPr/>
              </p:nvSpPr>
              <p:spPr>
                <a:xfrm rot="19360158">
                  <a:off x="7280655" y="152117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5" name="Oval 354">
                  <a:extLst>
                    <a:ext uri="{FF2B5EF4-FFF2-40B4-BE49-F238E27FC236}">
                      <a16:creationId xmlns:a16="http://schemas.microsoft.com/office/drawing/2014/main" id="{6CB91945-E181-6F42-A434-AD24EB156598}"/>
                    </a:ext>
                  </a:extLst>
                </p:cNvPr>
                <p:cNvSpPr/>
                <p:nvPr/>
              </p:nvSpPr>
              <p:spPr>
                <a:xfrm rot="19360158">
                  <a:off x="7419058" y="1702652"/>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6" name="Oval 355">
                  <a:extLst>
                    <a:ext uri="{FF2B5EF4-FFF2-40B4-BE49-F238E27FC236}">
                      <a16:creationId xmlns:a16="http://schemas.microsoft.com/office/drawing/2014/main" id="{AEA6C649-091F-924E-8D6B-CB94646B57AD}"/>
                    </a:ext>
                  </a:extLst>
                </p:cNvPr>
                <p:cNvSpPr/>
                <p:nvPr/>
              </p:nvSpPr>
              <p:spPr>
                <a:xfrm rot="19360158">
                  <a:off x="7223722" y="1446522"/>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7" name="Oval 356">
                  <a:extLst>
                    <a:ext uri="{FF2B5EF4-FFF2-40B4-BE49-F238E27FC236}">
                      <a16:creationId xmlns:a16="http://schemas.microsoft.com/office/drawing/2014/main" id="{C08E41C9-D8BE-8A4F-A14E-870B072C3627}"/>
                    </a:ext>
                  </a:extLst>
                </p:cNvPr>
                <p:cNvSpPr/>
                <p:nvPr/>
              </p:nvSpPr>
              <p:spPr>
                <a:xfrm rot="19360158">
                  <a:off x="7085320" y="126504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 name="Oval 357">
                  <a:extLst>
                    <a:ext uri="{FF2B5EF4-FFF2-40B4-BE49-F238E27FC236}">
                      <a16:creationId xmlns:a16="http://schemas.microsoft.com/office/drawing/2014/main" id="{83FA2659-CA46-0B44-9F30-31CAF0022A7F}"/>
                    </a:ext>
                  </a:extLst>
                </p:cNvPr>
                <p:cNvSpPr/>
                <p:nvPr/>
              </p:nvSpPr>
              <p:spPr>
                <a:xfrm rot="19360158">
                  <a:off x="7142253" y="133969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9" name="Oval 358">
                  <a:extLst>
                    <a:ext uri="{FF2B5EF4-FFF2-40B4-BE49-F238E27FC236}">
                      <a16:creationId xmlns:a16="http://schemas.microsoft.com/office/drawing/2014/main" id="{FF7B379A-BD62-C347-8A6F-395427A88C3A}"/>
                    </a:ext>
                  </a:extLst>
                </p:cNvPr>
                <p:cNvSpPr/>
                <p:nvPr/>
              </p:nvSpPr>
              <p:spPr>
                <a:xfrm rot="19360158">
                  <a:off x="7362124" y="162799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cxnSp>
            <p:nvCxnSpPr>
              <p:cNvPr id="560" name="Straight Connector 559">
                <a:extLst>
                  <a:ext uri="{FF2B5EF4-FFF2-40B4-BE49-F238E27FC236}">
                    <a16:creationId xmlns:a16="http://schemas.microsoft.com/office/drawing/2014/main" id="{53159D03-EEE9-5745-A30F-1A12996D9A28}"/>
                  </a:ext>
                </a:extLst>
              </p:cNvPr>
              <p:cNvCxnSpPr/>
              <p:nvPr/>
            </p:nvCxnSpPr>
            <p:spPr>
              <a:xfrm>
                <a:off x="5643125" y="-23430"/>
                <a:ext cx="3542150" cy="0"/>
              </a:xfrm>
              <a:prstGeom prst="line">
                <a:avLst/>
              </a:prstGeom>
            </p:spPr>
            <p:style>
              <a:lnRef idx="1">
                <a:schemeClr val="accent1"/>
              </a:lnRef>
              <a:fillRef idx="0">
                <a:schemeClr val="accent1"/>
              </a:fillRef>
              <a:effectRef idx="0">
                <a:schemeClr val="accent1"/>
              </a:effectRef>
              <a:fontRef idx="minor">
                <a:schemeClr val="tx1"/>
              </a:fontRef>
            </p:style>
          </p:cxnSp>
          <p:sp>
            <p:nvSpPr>
              <p:cNvPr id="561" name="Oval 560">
                <a:extLst>
                  <a:ext uri="{FF2B5EF4-FFF2-40B4-BE49-F238E27FC236}">
                    <a16:creationId xmlns:a16="http://schemas.microsoft.com/office/drawing/2014/main" id="{32EB1AC6-E9EE-594D-9839-CA9C59EB7BC4}"/>
                  </a:ext>
                </a:extLst>
              </p:cNvPr>
              <p:cNvSpPr/>
              <p:nvPr/>
            </p:nvSpPr>
            <p:spPr>
              <a:xfrm>
                <a:off x="6593562" y="1290102"/>
                <a:ext cx="4250975" cy="4250975"/>
              </a:xfrm>
              <a:prstGeom prst="ellipse">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360" name="TextBox 359">
                    <a:extLst>
                      <a:ext uri="{FF2B5EF4-FFF2-40B4-BE49-F238E27FC236}">
                        <a16:creationId xmlns:a16="http://schemas.microsoft.com/office/drawing/2014/main" id="{D07BAA92-FB87-1D47-9D87-B52CAEC19816}"/>
                      </a:ext>
                    </a:extLst>
                  </p:cNvPr>
                  <p:cNvSpPr txBox="1"/>
                  <p:nvPr/>
                </p:nvSpPr>
                <p:spPr>
                  <a:xfrm rot="1832462" flipH="1">
                    <a:off x="6700872" y="6271889"/>
                    <a:ext cx="605037"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𝟐</m:t>
                              </m:r>
                            </m:den>
                          </m:f>
                        </m:oMath>
                      </m:oMathPara>
                    </a1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mc:Choice>
            <mc:Fallback xmlns="">
              <p:sp>
                <p:nvSpPr>
                  <p:cNvPr id="360" name="TextBox 359">
                    <a:extLst>
                      <a:ext uri="{FF2B5EF4-FFF2-40B4-BE49-F238E27FC236}">
                        <a16:creationId xmlns:a16="http://schemas.microsoft.com/office/drawing/2014/main" id="{D07BAA92-FB87-1D47-9D87-B52CAEC19816}"/>
                      </a:ext>
                    </a:extLst>
                  </p:cNvPr>
                  <p:cNvSpPr txBox="1">
                    <a:spLocks noRot="1" noChangeAspect="1" noMove="1" noResize="1" noEditPoints="1" noAdjustHandles="1" noChangeArrowheads="1" noChangeShapeType="1" noTextEdit="1"/>
                  </p:cNvSpPr>
                  <p:nvPr/>
                </p:nvSpPr>
                <p:spPr>
                  <a:xfrm rot="1832462" flipH="1">
                    <a:off x="6700872" y="6271889"/>
                    <a:ext cx="605037" cy="276999"/>
                  </a:xfrm>
                  <a:prstGeom prst="rect">
                    <a:avLst/>
                  </a:prstGeom>
                  <a:blipFill>
                    <a:blip r:embed="rId66"/>
                    <a:stretch>
                      <a:fillRect l="-1887" t="-11111" r="-24528" b="-5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1" name="TextBox 360">
                    <a:extLst>
                      <a:ext uri="{FF2B5EF4-FFF2-40B4-BE49-F238E27FC236}">
                        <a16:creationId xmlns:a16="http://schemas.microsoft.com/office/drawing/2014/main" id="{8DB39792-1083-0B4F-BED7-0F971A9C7146}"/>
                      </a:ext>
                    </a:extLst>
                  </p:cNvPr>
                  <p:cNvSpPr txBox="1"/>
                  <p:nvPr/>
                </p:nvSpPr>
                <p:spPr>
                  <a:xfrm rot="20749439" flipH="1">
                    <a:off x="9386414" y="6543598"/>
                    <a:ext cx="536172"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𝑻</m:t>
                          </m:r>
                          <m: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𝟑</m:t>
                          </m:r>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f>
                            <m:fPr>
                              <m:type m:val="lin"/>
                              <m:ctrlP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fPr>
                            <m:num>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𝟏</m:t>
                              </m:r>
                            </m:num>
                            <m:den>
                              <m: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𝟐</m:t>
                              </m:r>
                            </m:den>
                          </m:f>
                        </m:oMath>
                      </m:oMathPara>
                    </a14:m>
                    <a:b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br>
                    <a14:m>
                      <m:oMath xmlns:m="http://schemas.openxmlformats.org/officeDocument/2006/math">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𝒀</m:t>
                        </m:r>
                        <m: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𝒘</m:t>
                        </m:r>
                      </m:oMath>
                    </a14:m>
                    <a: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t> </a:t>
                    </a:r>
                    <a14:m>
                      <m:oMath xmlns:m="http://schemas.openxmlformats.org/officeDocument/2006/math">
                        <m: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𝟏</m:t>
                        </m:r>
                      </m:oMath>
                    </a14:m>
                    <a:endParaRPr kumimoji="0" lang="en-US" sz="8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mc:Choice>
            <mc:Fallback xmlns="">
              <p:sp>
                <p:nvSpPr>
                  <p:cNvPr id="361" name="TextBox 360">
                    <a:extLst>
                      <a:ext uri="{FF2B5EF4-FFF2-40B4-BE49-F238E27FC236}">
                        <a16:creationId xmlns:a16="http://schemas.microsoft.com/office/drawing/2014/main" id="{8DB39792-1083-0B4F-BED7-0F971A9C7146}"/>
                      </a:ext>
                    </a:extLst>
                  </p:cNvPr>
                  <p:cNvSpPr txBox="1">
                    <a:spLocks noRot="1" noChangeAspect="1" noMove="1" noResize="1" noEditPoints="1" noAdjustHandles="1" noChangeArrowheads="1" noChangeShapeType="1" noTextEdit="1"/>
                  </p:cNvSpPr>
                  <p:nvPr/>
                </p:nvSpPr>
                <p:spPr>
                  <a:xfrm rot="20749439" flipH="1">
                    <a:off x="9386414" y="6543598"/>
                    <a:ext cx="536172" cy="246221"/>
                  </a:xfrm>
                  <a:prstGeom prst="rect">
                    <a:avLst/>
                  </a:prstGeom>
                  <a:blipFill>
                    <a:blip r:embed="rId67"/>
                    <a:stretch>
                      <a:fillRect l="-2128" t="-53333" r="-12766"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2" name="TextBox 361">
                    <a:extLst>
                      <a:ext uri="{FF2B5EF4-FFF2-40B4-BE49-F238E27FC236}">
                        <a16:creationId xmlns:a16="http://schemas.microsoft.com/office/drawing/2014/main" id="{EEA3440A-B7A2-224A-A87D-DADAD16380BC}"/>
                      </a:ext>
                    </a:extLst>
                  </p:cNvPr>
                  <p:cNvSpPr txBox="1"/>
                  <p:nvPr/>
                </p:nvSpPr>
                <p:spPr>
                  <a:xfrm rot="877378" flipH="1">
                    <a:off x="7647543" y="6568958"/>
                    <a:ext cx="369909" cy="246221"/>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𝑻</m:t>
                          </m:r>
                          <m: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𝟑</m:t>
                          </m:r>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𝟎</m:t>
                          </m:r>
                        </m:oMath>
                      </m:oMathPara>
                    </a14:m>
                    <a:b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br>
                    <a14:m>
                      <m:oMath xmlns:m="http://schemas.openxmlformats.org/officeDocument/2006/math">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𝒀</m:t>
                        </m:r>
                        <m:r>
                          <a:rPr kumimoji="0" lang="en-US" sz="8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𝒘</m:t>
                        </m:r>
                      </m:oMath>
                    </a14:m>
                    <a:r>
                      <a:rPr kumimoji="0" lang="en-US" sz="800" b="1" i="0" u="none" strike="noStrike" kern="1200" cap="none" spc="0" normalizeH="0" baseline="0" noProof="0" dirty="0">
                        <a:ln>
                          <a:noFill/>
                        </a:ln>
                        <a:solidFill>
                          <a:srgbClr val="FF0000"/>
                        </a:solidFill>
                        <a:effectLst/>
                        <a:uLnTx/>
                        <a:uFillTx/>
                        <a:latin typeface="Calibri" panose="020F0502020204030204"/>
                        <a:ea typeface="+mn-ea"/>
                        <a:cs typeface="+mn-cs"/>
                      </a:rPr>
                      <a:t> </a:t>
                    </a:r>
                    <a14:m>
                      <m:oMath xmlns:m="http://schemas.openxmlformats.org/officeDocument/2006/math">
                        <m:r>
                          <a:rPr kumimoji="0" lang="en-US" sz="8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r>
                          <a:rPr kumimoji="0" lang="en-US" sz="8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𝟐</m:t>
                        </m:r>
                      </m:oMath>
                    </a14:m>
                    <a:endParaRPr kumimoji="0" lang="en-US" sz="8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mc:Choice>
            <mc:Fallback xmlns="">
              <p:sp>
                <p:nvSpPr>
                  <p:cNvPr id="362" name="TextBox 361">
                    <a:extLst>
                      <a:ext uri="{FF2B5EF4-FFF2-40B4-BE49-F238E27FC236}">
                        <a16:creationId xmlns:a16="http://schemas.microsoft.com/office/drawing/2014/main" id="{EEA3440A-B7A2-224A-A87D-DADAD16380BC}"/>
                      </a:ext>
                    </a:extLst>
                  </p:cNvPr>
                  <p:cNvSpPr txBox="1">
                    <a:spLocks noRot="1" noChangeAspect="1" noMove="1" noResize="1" noEditPoints="1" noAdjustHandles="1" noChangeArrowheads="1" noChangeShapeType="1" noTextEdit="1"/>
                  </p:cNvSpPr>
                  <p:nvPr/>
                </p:nvSpPr>
                <p:spPr>
                  <a:xfrm rot="877378" flipH="1">
                    <a:off x="7647543" y="6568958"/>
                    <a:ext cx="369909" cy="246221"/>
                  </a:xfrm>
                  <a:prstGeom prst="rect">
                    <a:avLst/>
                  </a:prstGeom>
                  <a:blipFill>
                    <a:blip r:embed="rId68"/>
                    <a:stretch>
                      <a:fillRect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3" name="TextBox 362">
                    <a:extLst>
                      <a:ext uri="{FF2B5EF4-FFF2-40B4-BE49-F238E27FC236}">
                        <a16:creationId xmlns:a16="http://schemas.microsoft.com/office/drawing/2014/main" id="{03C770DA-2861-B647-889D-7591562BB76D}"/>
                      </a:ext>
                    </a:extLst>
                  </p:cNvPr>
                  <p:cNvSpPr txBox="1"/>
                  <p:nvPr/>
                </p:nvSpPr>
                <p:spPr>
                  <a:xfrm rot="3644842" flipH="1">
                    <a:off x="5445274" y="5005347"/>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𝟎</m:t>
                          </m:r>
                        </m:oMath>
                      </m:oMathPara>
                    </a14:m>
                    <a:b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FF000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FF000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FF000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𝟐</m:t>
                            </m:r>
                          </m:num>
                          <m:den>
                            <m:r>
                              <a:rPr kumimoji="0" lang="en-US" sz="900" b="1"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FF0000"/>
                      </a:solidFill>
                      <a:effectLst/>
                      <a:uLnTx/>
                      <a:uFillTx/>
                      <a:latin typeface="Calibri" panose="020F0502020204030204"/>
                      <a:ea typeface="+mn-ea"/>
                      <a:cs typeface="+mn-cs"/>
                    </a:endParaRPr>
                  </a:p>
                </p:txBody>
              </p:sp>
            </mc:Choice>
            <mc:Fallback xmlns="">
              <p:sp>
                <p:nvSpPr>
                  <p:cNvPr id="363" name="TextBox 362">
                    <a:extLst>
                      <a:ext uri="{FF2B5EF4-FFF2-40B4-BE49-F238E27FC236}">
                        <a16:creationId xmlns:a16="http://schemas.microsoft.com/office/drawing/2014/main" id="{03C770DA-2861-B647-889D-7591562BB76D}"/>
                      </a:ext>
                    </a:extLst>
                  </p:cNvPr>
                  <p:cNvSpPr txBox="1">
                    <a:spLocks noRot="1" noChangeAspect="1" noMove="1" noResize="1" noEditPoints="1" noAdjustHandles="1" noChangeArrowheads="1" noChangeShapeType="1" noTextEdit="1"/>
                  </p:cNvSpPr>
                  <p:nvPr/>
                </p:nvSpPr>
                <p:spPr>
                  <a:xfrm rot="3644842" flipH="1">
                    <a:off x="5445274" y="5005347"/>
                    <a:ext cx="567271" cy="276999"/>
                  </a:xfrm>
                  <a:prstGeom prst="rect">
                    <a:avLst/>
                  </a:prstGeom>
                  <a:blipFill>
                    <a:blip r:embed="rId69"/>
                    <a:stretch>
                      <a:fillRect l="-33333" r="-21429" b="-35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4" name="TextBox 363">
                    <a:extLst>
                      <a:ext uri="{FF2B5EF4-FFF2-40B4-BE49-F238E27FC236}">
                        <a16:creationId xmlns:a16="http://schemas.microsoft.com/office/drawing/2014/main" id="{E6FB4306-53A0-0149-B3F0-3F846477E8BA}"/>
                      </a:ext>
                    </a:extLst>
                  </p:cNvPr>
                  <p:cNvSpPr txBox="1"/>
                  <p:nvPr/>
                </p:nvSpPr>
                <p:spPr>
                  <a:xfrm rot="18033198" flipH="1">
                    <a:off x="5445771" y="1571286"/>
                    <a:ext cx="608243"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𝟐</m:t>
                              </m:r>
                            </m:den>
                          </m:f>
                        </m:oMath>
                      </m:oMathPara>
                    </a1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𝟏</m:t>
                            </m:r>
                          </m:num>
                          <m:den>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mc:Choice>
            <mc:Fallback xmlns="">
              <p:sp>
                <p:nvSpPr>
                  <p:cNvPr id="364" name="TextBox 363">
                    <a:extLst>
                      <a:ext uri="{FF2B5EF4-FFF2-40B4-BE49-F238E27FC236}">
                        <a16:creationId xmlns:a16="http://schemas.microsoft.com/office/drawing/2014/main" id="{E6FB4306-53A0-0149-B3F0-3F846477E8BA}"/>
                      </a:ext>
                    </a:extLst>
                  </p:cNvPr>
                  <p:cNvSpPr txBox="1">
                    <a:spLocks noRot="1" noChangeAspect="1" noMove="1" noResize="1" noEditPoints="1" noAdjustHandles="1" noChangeArrowheads="1" noChangeShapeType="1" noTextEdit="1"/>
                  </p:cNvSpPr>
                  <p:nvPr/>
                </p:nvSpPr>
                <p:spPr>
                  <a:xfrm rot="18033198" flipH="1">
                    <a:off x="5445771" y="1571286"/>
                    <a:ext cx="608243" cy="276999"/>
                  </a:xfrm>
                  <a:prstGeom prst="rect">
                    <a:avLst/>
                  </a:prstGeom>
                  <a:blipFill>
                    <a:blip r:embed="rId70"/>
                    <a:stretch>
                      <a:fillRect l="-15909" t="-22642" r="-56818" b="-37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5" name="TextBox 364">
                    <a:extLst>
                      <a:ext uri="{FF2B5EF4-FFF2-40B4-BE49-F238E27FC236}">
                        <a16:creationId xmlns:a16="http://schemas.microsoft.com/office/drawing/2014/main" id="{4B11694B-8E28-AE4F-B349-BA371487F3F1}"/>
                      </a:ext>
                    </a:extLst>
                  </p:cNvPr>
                  <p:cNvSpPr txBox="1"/>
                  <p:nvPr/>
                </p:nvSpPr>
                <p:spPr>
                  <a:xfrm rot="19481505" flipH="1">
                    <a:off x="6666608" y="342883"/>
                    <a:ext cx="5672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𝟎</m:t>
                          </m:r>
                        </m:oMath>
                      </m:oMathPara>
                    </a14:m>
                    <a:b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srgbClr val="0070C0"/>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srgbClr val="0070C0"/>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t>=</m:t>
                        </m:r>
                        <m:f>
                          <m:fPr>
                            <m:type m:val="lin"/>
                            <m:ctrlPr>
                              <a:rPr kumimoji="0" lang="en-US" sz="900" b="1" i="1" u="none" strike="noStrike" kern="1200" cap="none" spc="0" normalizeH="0" baseline="0" noProof="0">
                                <a:ln>
                                  <a:noFill/>
                                </a:ln>
                                <a:solidFill>
                                  <a:srgbClr val="0070C0"/>
                                </a:solidFill>
                                <a:effectLst/>
                                <a:uLnTx/>
                                <a:uFillTx/>
                                <a:latin typeface="Cambria Math" panose="02040503050406030204" pitchFamily="18" charset="0"/>
                                <a:ea typeface="+mn-ea"/>
                                <a:cs typeface="+mn-cs"/>
                              </a:rPr>
                            </m:ctrlPr>
                          </m:fPr>
                          <m:num>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𝟒</m:t>
                            </m:r>
                          </m:num>
                          <m:den>
                            <m:r>
                              <a:rPr kumimoji="0" lang="en-US" sz="900" b="1" i="1" u="none" strike="noStrike" kern="1200" cap="none" spc="0" normalizeH="0" baseline="0" noProof="0" smtClean="0">
                                <a:ln>
                                  <a:noFill/>
                                </a:ln>
                                <a:solidFill>
                                  <a:srgbClr val="0070C0"/>
                                </a:solidFill>
                                <a:effectLst/>
                                <a:uLnTx/>
                                <a:uFillTx/>
                                <a:latin typeface="Cambria Math" panose="02040503050406030204" pitchFamily="18" charset="0"/>
                                <a:ea typeface="+mn-ea"/>
                                <a:cs typeface="+mn-cs"/>
                              </a:rPr>
                              <m:t>𝟑</m:t>
                            </m:r>
                          </m:den>
                        </m:f>
                      </m:oMath>
                    </a14:m>
                    <a:endParaRPr kumimoji="0" lang="en-US" sz="900" b="1" i="0" u="none" strike="noStrike" kern="1200" cap="none" spc="0" normalizeH="0" baseline="-25000" noProof="0" dirty="0">
                      <a:ln>
                        <a:noFill/>
                      </a:ln>
                      <a:solidFill>
                        <a:srgbClr val="0070C0"/>
                      </a:solidFill>
                      <a:effectLst/>
                      <a:uLnTx/>
                      <a:uFillTx/>
                      <a:latin typeface="Calibri" panose="020F0502020204030204"/>
                      <a:ea typeface="+mn-ea"/>
                      <a:cs typeface="+mn-cs"/>
                    </a:endParaRPr>
                  </a:p>
                </p:txBody>
              </p:sp>
            </mc:Choice>
            <mc:Fallback xmlns="">
              <p:sp>
                <p:nvSpPr>
                  <p:cNvPr id="365" name="TextBox 364">
                    <a:extLst>
                      <a:ext uri="{FF2B5EF4-FFF2-40B4-BE49-F238E27FC236}">
                        <a16:creationId xmlns:a16="http://schemas.microsoft.com/office/drawing/2014/main" id="{4B11694B-8E28-AE4F-B349-BA371487F3F1}"/>
                      </a:ext>
                    </a:extLst>
                  </p:cNvPr>
                  <p:cNvSpPr txBox="1">
                    <a:spLocks noRot="1" noChangeAspect="1" noMove="1" noResize="1" noEditPoints="1" noAdjustHandles="1" noChangeArrowheads="1" noChangeShapeType="1" noTextEdit="1"/>
                  </p:cNvSpPr>
                  <p:nvPr/>
                </p:nvSpPr>
                <p:spPr>
                  <a:xfrm rot="19481505" flipH="1">
                    <a:off x="6666608" y="342883"/>
                    <a:ext cx="567271" cy="276999"/>
                  </a:xfrm>
                  <a:prstGeom prst="rect">
                    <a:avLst/>
                  </a:prstGeom>
                  <a:blipFill>
                    <a:blip r:embed="rId71"/>
                    <a:stretch>
                      <a:fillRect t="-19565" r="-39216"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6" name="TextBox 365">
                    <a:extLst>
                      <a:ext uri="{FF2B5EF4-FFF2-40B4-BE49-F238E27FC236}">
                        <a16:creationId xmlns:a16="http://schemas.microsoft.com/office/drawing/2014/main" id="{63DF4EA1-D3A5-9A4A-A802-C630767E4226}"/>
                      </a:ext>
                    </a:extLst>
                  </p:cNvPr>
                  <p:cNvSpPr txBox="1"/>
                  <p:nvPr/>
                </p:nvSpPr>
                <p:spPr>
                  <a:xfrm rot="4342970" flipH="1">
                    <a:off x="11772254" y="2357543"/>
                    <a:ext cx="464871" cy="276999"/>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𝑻</m:t>
                          </m:r>
                          <m:r>
                            <a:rPr kumimoji="0" lang="en-US" sz="900" b="1" i="1" u="none" strike="noStrike" kern="1200" cap="none" spc="0" normalizeH="0" baseline="-25000" noProof="0" smtClean="0">
                              <a:ln>
                                <a:noFill/>
                              </a:ln>
                              <a:solidFill>
                                <a:prstClr val="black"/>
                              </a:solidFill>
                              <a:effectLst/>
                              <a:uLnTx/>
                              <a:uFillTx/>
                              <a:latin typeface="Cambria Math" panose="02040503050406030204" pitchFamily="18" charset="0"/>
                              <a:ea typeface="+mn-ea"/>
                              <a:cs typeface="+mn-cs"/>
                            </a:rPr>
                            <m:t>𝟑</m:t>
                          </m:r>
                          <m: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oMath>
                      </m:oMathPara>
                    </a14:m>
                    <a:b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br>
                    <a14:m>
                      <m:oMath xmlns:m="http://schemas.openxmlformats.org/officeDocument/2006/math">
                        <m: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𝒀</m:t>
                        </m:r>
                        <m:r>
                          <a:rPr kumimoji="0" lang="en-US" sz="900" b="1" i="1" u="none" strike="noStrike" kern="1200" cap="none" spc="0" normalizeH="0" baseline="-25000" noProof="0" smtClean="0">
                            <a:ln>
                              <a:noFill/>
                            </a:ln>
                            <a:solidFill>
                              <a:prstClr val="black"/>
                            </a:solidFill>
                            <a:effectLst/>
                            <a:uLnTx/>
                            <a:uFillTx/>
                            <a:latin typeface="Cambria Math" panose="02040503050406030204" pitchFamily="18" charset="0"/>
                            <a:ea typeface="+mn-ea"/>
                            <a:cs typeface="+mn-cs"/>
                          </a:rPr>
                          <m:t>𝒘</m:t>
                        </m:r>
                      </m:oMath>
                    </a14:m>
                    <a:r>
                      <a:rPr kumimoji="0" lang="en-US" sz="900" b="1"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r>
                          <a:rPr kumimoji="0" lang="en-US" sz="900" b="1"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9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𝟎</m:t>
                        </m:r>
                      </m:oMath>
                    </a14:m>
                    <a:endParaRPr kumimoji="0" lang="en-US" sz="900" b="1" i="0" u="none" strike="noStrike" kern="1200" cap="none" spc="0" normalizeH="0" baseline="-25000" noProof="0" dirty="0">
                      <a:ln>
                        <a:noFill/>
                      </a:ln>
                      <a:solidFill>
                        <a:prstClr val="black"/>
                      </a:solidFill>
                      <a:effectLst/>
                      <a:uLnTx/>
                      <a:uFillTx/>
                      <a:latin typeface="Calibri" panose="020F0502020204030204"/>
                      <a:ea typeface="+mn-ea"/>
                      <a:cs typeface="+mn-cs"/>
                    </a:endParaRPr>
                  </a:p>
                </p:txBody>
              </p:sp>
            </mc:Choice>
            <mc:Fallback xmlns="">
              <p:sp>
                <p:nvSpPr>
                  <p:cNvPr id="366" name="TextBox 365">
                    <a:extLst>
                      <a:ext uri="{FF2B5EF4-FFF2-40B4-BE49-F238E27FC236}">
                        <a16:creationId xmlns:a16="http://schemas.microsoft.com/office/drawing/2014/main" id="{63DF4EA1-D3A5-9A4A-A802-C630767E4226}"/>
                      </a:ext>
                    </a:extLst>
                  </p:cNvPr>
                  <p:cNvSpPr txBox="1">
                    <a:spLocks noRot="1" noChangeAspect="1" noMove="1" noResize="1" noEditPoints="1" noAdjustHandles="1" noChangeArrowheads="1" noChangeShapeType="1" noTextEdit="1"/>
                  </p:cNvSpPr>
                  <p:nvPr/>
                </p:nvSpPr>
                <p:spPr>
                  <a:xfrm rot="4342970" flipH="1">
                    <a:off x="11772254" y="2357543"/>
                    <a:ext cx="464871" cy="276999"/>
                  </a:xfrm>
                  <a:prstGeom prst="rect">
                    <a:avLst/>
                  </a:prstGeom>
                  <a:blipFill>
                    <a:blip r:embed="rId72"/>
                    <a:stretch>
                      <a:fillRect/>
                    </a:stretch>
                  </a:blipFill>
                </p:spPr>
                <p:txBody>
                  <a:bodyPr/>
                  <a:lstStyle/>
                  <a:p>
                    <a:r>
                      <a:rPr lang="en-US">
                        <a:noFill/>
                      </a:rPr>
                      <a:t> </a:t>
                    </a:r>
                  </a:p>
                </p:txBody>
              </p:sp>
            </mc:Fallback>
          </mc:AlternateContent>
          <p:sp>
            <p:nvSpPr>
              <p:cNvPr id="378" name="Arc 377">
                <a:extLst>
                  <a:ext uri="{FF2B5EF4-FFF2-40B4-BE49-F238E27FC236}">
                    <a16:creationId xmlns:a16="http://schemas.microsoft.com/office/drawing/2014/main" id="{F3E6934B-E911-5646-AB3E-4D53A29D43D0}"/>
                  </a:ext>
                </a:extLst>
              </p:cNvPr>
              <p:cNvSpPr>
                <a:spLocks noChangeAspect="1"/>
              </p:cNvSpPr>
              <p:nvPr/>
            </p:nvSpPr>
            <p:spPr>
              <a:xfrm>
                <a:off x="8075089" y="2767354"/>
                <a:ext cx="1299322" cy="1299322"/>
              </a:xfrm>
              <a:prstGeom prst="arc">
                <a:avLst>
                  <a:gd name="adj1" fmla="val 7585608"/>
                  <a:gd name="adj2" fmla="val 9234127"/>
                </a:avLst>
              </a:prstGeom>
              <a:ln w="38100" cap="flat" cmpd="sng" algn="ctr">
                <a:solidFill>
                  <a:srgbClr val="FF000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Arc 378">
                <a:extLst>
                  <a:ext uri="{FF2B5EF4-FFF2-40B4-BE49-F238E27FC236}">
                    <a16:creationId xmlns:a16="http://schemas.microsoft.com/office/drawing/2014/main" id="{EAB0A540-9709-B948-941B-DCEC62584263}"/>
                  </a:ext>
                </a:extLst>
              </p:cNvPr>
              <p:cNvSpPr>
                <a:spLocks noChangeAspect="1"/>
              </p:cNvSpPr>
              <p:nvPr/>
            </p:nvSpPr>
            <p:spPr>
              <a:xfrm>
                <a:off x="8198807" y="2889388"/>
                <a:ext cx="1060246" cy="1060246"/>
              </a:xfrm>
              <a:prstGeom prst="arc">
                <a:avLst>
                  <a:gd name="adj1" fmla="val 1528085"/>
                  <a:gd name="adj2" fmla="val 3026140"/>
                </a:avLst>
              </a:prstGeom>
              <a:ln w="38100" cap="flat" cmpd="sng" algn="ctr">
                <a:solidFill>
                  <a:srgbClr val="0070C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Arc 379">
                <a:extLst>
                  <a:ext uri="{FF2B5EF4-FFF2-40B4-BE49-F238E27FC236}">
                    <a16:creationId xmlns:a16="http://schemas.microsoft.com/office/drawing/2014/main" id="{5AD1FF92-316B-414F-8205-14675AD090C7}"/>
                  </a:ext>
                </a:extLst>
              </p:cNvPr>
              <p:cNvSpPr>
                <a:spLocks noChangeAspect="1"/>
              </p:cNvSpPr>
              <p:nvPr/>
            </p:nvSpPr>
            <p:spPr>
              <a:xfrm>
                <a:off x="7427009" y="2122618"/>
                <a:ext cx="2602423" cy="2602423"/>
              </a:xfrm>
              <a:prstGeom prst="arc">
                <a:avLst>
                  <a:gd name="adj1" fmla="val 6740833"/>
                  <a:gd name="adj2" fmla="val 9459132"/>
                </a:avLst>
              </a:prstGeom>
              <a:ln w="38100" cap="flat" cmpd="sng" algn="ctr">
                <a:solidFill>
                  <a:srgbClr val="FF000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Arc 380">
                <a:extLst>
                  <a:ext uri="{FF2B5EF4-FFF2-40B4-BE49-F238E27FC236}">
                    <a16:creationId xmlns:a16="http://schemas.microsoft.com/office/drawing/2014/main" id="{5B58C919-2713-854B-B5CC-B518F0B413FA}"/>
                  </a:ext>
                </a:extLst>
              </p:cNvPr>
              <p:cNvSpPr>
                <a:spLocks noChangeAspect="1"/>
              </p:cNvSpPr>
              <p:nvPr/>
            </p:nvSpPr>
            <p:spPr>
              <a:xfrm>
                <a:off x="7544375" y="2233724"/>
                <a:ext cx="2367417" cy="2367417"/>
              </a:xfrm>
              <a:prstGeom prst="arc">
                <a:avLst>
                  <a:gd name="adj1" fmla="val 6721414"/>
                  <a:gd name="adj2" fmla="val 9451615"/>
                </a:avLst>
              </a:prstGeom>
              <a:ln w="38100" cap="flat" cmpd="sng" algn="ctr">
                <a:solidFill>
                  <a:srgbClr val="0070C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Arc 381">
                <a:extLst>
                  <a:ext uri="{FF2B5EF4-FFF2-40B4-BE49-F238E27FC236}">
                    <a16:creationId xmlns:a16="http://schemas.microsoft.com/office/drawing/2014/main" id="{FC2AF1AD-F508-2E4D-86CA-322F469237AE}"/>
                  </a:ext>
                </a:extLst>
              </p:cNvPr>
              <p:cNvSpPr>
                <a:spLocks noChangeAspect="1"/>
              </p:cNvSpPr>
              <p:nvPr/>
            </p:nvSpPr>
            <p:spPr>
              <a:xfrm>
                <a:off x="6767527" y="1459794"/>
                <a:ext cx="3914442" cy="3914442"/>
              </a:xfrm>
              <a:prstGeom prst="arc">
                <a:avLst>
                  <a:gd name="adj1" fmla="val 5824125"/>
                  <a:gd name="adj2" fmla="val 9425800"/>
                </a:avLst>
              </a:prstGeom>
              <a:ln w="38100" cap="flat" cmpd="sng" algn="ctr">
                <a:solidFill>
                  <a:srgbClr val="FF000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3" name="Arc 382">
                <a:extLst>
                  <a:ext uri="{FF2B5EF4-FFF2-40B4-BE49-F238E27FC236}">
                    <a16:creationId xmlns:a16="http://schemas.microsoft.com/office/drawing/2014/main" id="{879F82CD-FE4F-7C45-A958-DC8882CF901A}"/>
                  </a:ext>
                </a:extLst>
              </p:cNvPr>
              <p:cNvSpPr>
                <a:spLocks noChangeAspect="1"/>
              </p:cNvSpPr>
              <p:nvPr/>
            </p:nvSpPr>
            <p:spPr>
              <a:xfrm>
                <a:off x="6888657" y="1577749"/>
                <a:ext cx="3676835" cy="3676835"/>
              </a:xfrm>
              <a:prstGeom prst="arc">
                <a:avLst>
                  <a:gd name="adj1" fmla="val 5817238"/>
                  <a:gd name="adj2" fmla="val 9446505"/>
                </a:avLst>
              </a:prstGeom>
              <a:ln w="38100" cap="flat" cmpd="sng" algn="ctr">
                <a:solidFill>
                  <a:srgbClr val="0070C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4" name="Arc 383">
                <a:extLst>
                  <a:ext uri="{FF2B5EF4-FFF2-40B4-BE49-F238E27FC236}">
                    <a16:creationId xmlns:a16="http://schemas.microsoft.com/office/drawing/2014/main" id="{09677B7A-BE9D-3449-9ED3-225FFC29CBBC}"/>
                  </a:ext>
                </a:extLst>
              </p:cNvPr>
              <p:cNvSpPr>
                <a:spLocks noChangeAspect="1"/>
              </p:cNvSpPr>
              <p:nvPr/>
            </p:nvSpPr>
            <p:spPr>
              <a:xfrm>
                <a:off x="7427009" y="2119443"/>
                <a:ext cx="2602423" cy="2602423"/>
              </a:xfrm>
              <a:prstGeom prst="arc">
                <a:avLst>
                  <a:gd name="adj1" fmla="val 1304870"/>
                  <a:gd name="adj2" fmla="val 4006348"/>
                </a:avLst>
              </a:prstGeom>
              <a:ln w="38100" cap="flat" cmpd="sng" algn="ctr">
                <a:solidFill>
                  <a:srgbClr val="FF000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5" name="Arc 384">
                <a:extLst>
                  <a:ext uri="{FF2B5EF4-FFF2-40B4-BE49-F238E27FC236}">
                    <a16:creationId xmlns:a16="http://schemas.microsoft.com/office/drawing/2014/main" id="{DAD7DFC7-9F42-D14E-BAB0-1D9A2A642786}"/>
                  </a:ext>
                </a:extLst>
              </p:cNvPr>
              <p:cNvSpPr>
                <a:spLocks noChangeAspect="1"/>
              </p:cNvSpPr>
              <p:nvPr/>
            </p:nvSpPr>
            <p:spPr>
              <a:xfrm>
                <a:off x="7544375" y="2230549"/>
                <a:ext cx="2367417" cy="2367417"/>
              </a:xfrm>
              <a:prstGeom prst="arc">
                <a:avLst>
                  <a:gd name="adj1" fmla="val 1309973"/>
                  <a:gd name="adj2" fmla="val 4009036"/>
                </a:avLst>
              </a:prstGeom>
              <a:ln w="38100" cap="flat" cmpd="sng" algn="ctr">
                <a:solidFill>
                  <a:srgbClr val="0070C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6" name="Arc 385">
                <a:extLst>
                  <a:ext uri="{FF2B5EF4-FFF2-40B4-BE49-F238E27FC236}">
                    <a16:creationId xmlns:a16="http://schemas.microsoft.com/office/drawing/2014/main" id="{CB6323F9-B4D1-C64A-8571-FB4339B0BBFC}"/>
                  </a:ext>
                </a:extLst>
              </p:cNvPr>
              <p:cNvSpPr>
                <a:spLocks noChangeAspect="1"/>
              </p:cNvSpPr>
              <p:nvPr/>
            </p:nvSpPr>
            <p:spPr>
              <a:xfrm>
                <a:off x="6767527" y="1459794"/>
                <a:ext cx="3914442" cy="3914442"/>
              </a:xfrm>
              <a:prstGeom prst="arc">
                <a:avLst>
                  <a:gd name="adj1" fmla="val 1308344"/>
                  <a:gd name="adj2" fmla="val 4911362"/>
                </a:avLst>
              </a:prstGeom>
              <a:ln w="38100" cap="flat" cmpd="sng" algn="ctr">
                <a:solidFill>
                  <a:srgbClr val="FF000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7" name="Arc 386">
                <a:extLst>
                  <a:ext uri="{FF2B5EF4-FFF2-40B4-BE49-F238E27FC236}">
                    <a16:creationId xmlns:a16="http://schemas.microsoft.com/office/drawing/2014/main" id="{95918FD3-3174-3942-A27C-43027F600A49}"/>
                  </a:ext>
                </a:extLst>
              </p:cNvPr>
              <p:cNvSpPr>
                <a:spLocks noChangeAspect="1"/>
              </p:cNvSpPr>
              <p:nvPr/>
            </p:nvSpPr>
            <p:spPr>
              <a:xfrm>
                <a:off x="6888657" y="1577749"/>
                <a:ext cx="3676835" cy="3676835"/>
              </a:xfrm>
              <a:prstGeom prst="arc">
                <a:avLst>
                  <a:gd name="adj1" fmla="val 1310530"/>
                  <a:gd name="adj2" fmla="val 4903999"/>
                </a:avLst>
              </a:prstGeom>
              <a:ln w="38100" cap="flat" cmpd="sng" algn="ctr">
                <a:solidFill>
                  <a:srgbClr val="0070C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67" name="Straight Connector 366">
                <a:extLst>
                  <a:ext uri="{FF2B5EF4-FFF2-40B4-BE49-F238E27FC236}">
                    <a16:creationId xmlns:a16="http://schemas.microsoft.com/office/drawing/2014/main" id="{4FFDEFF3-AEE3-4742-AACE-D2E90D05018C}"/>
                  </a:ext>
                </a:extLst>
              </p:cNvPr>
              <p:cNvCxnSpPr>
                <a:cxnSpLocks/>
              </p:cNvCxnSpPr>
              <p:nvPr/>
            </p:nvCxnSpPr>
            <p:spPr>
              <a:xfrm flipV="1">
                <a:off x="12229862" y="128970"/>
                <a:ext cx="3413" cy="4220033"/>
              </a:xfrm>
              <a:prstGeom prst="line">
                <a:avLst/>
              </a:prstGeom>
            </p:spPr>
            <p:style>
              <a:lnRef idx="1">
                <a:schemeClr val="accent1"/>
              </a:lnRef>
              <a:fillRef idx="0">
                <a:schemeClr val="accent1"/>
              </a:fillRef>
              <a:effectRef idx="0">
                <a:schemeClr val="accent1"/>
              </a:effectRef>
              <a:fontRef idx="minor">
                <a:schemeClr val="tx1"/>
              </a:fontRef>
            </p:style>
          </p:cxnSp>
          <p:sp>
            <p:nvSpPr>
              <p:cNvPr id="252" name="Oval 251">
                <a:extLst>
                  <a:ext uri="{FF2B5EF4-FFF2-40B4-BE49-F238E27FC236}">
                    <a16:creationId xmlns:a16="http://schemas.microsoft.com/office/drawing/2014/main" id="{DECC10EF-B587-4648-AF59-E801091A8975}"/>
                  </a:ext>
                </a:extLst>
              </p:cNvPr>
              <p:cNvSpPr/>
              <p:nvPr/>
            </p:nvSpPr>
            <p:spPr>
              <a:xfrm rot="4927697">
                <a:off x="9878965" y="322612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3" name="Oval 252">
                <a:extLst>
                  <a:ext uri="{FF2B5EF4-FFF2-40B4-BE49-F238E27FC236}">
                    <a16:creationId xmlns:a16="http://schemas.microsoft.com/office/drawing/2014/main" id="{A3F6F2B5-3D4D-4B4F-8DB8-0B3A85537199}"/>
                  </a:ext>
                </a:extLst>
              </p:cNvPr>
              <p:cNvSpPr/>
              <p:nvPr/>
            </p:nvSpPr>
            <p:spPr>
              <a:xfrm rot="4927697">
                <a:off x="9236960" y="3317703"/>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4" name="Oval 253">
                <a:extLst>
                  <a:ext uri="{FF2B5EF4-FFF2-40B4-BE49-F238E27FC236}">
                    <a16:creationId xmlns:a16="http://schemas.microsoft.com/office/drawing/2014/main" id="{C6089372-3110-7F4E-A3A8-C3C6DEA8C337}"/>
                  </a:ext>
                </a:extLst>
              </p:cNvPr>
              <p:cNvSpPr/>
              <p:nvPr/>
            </p:nvSpPr>
            <p:spPr>
              <a:xfrm rot="4927697">
                <a:off x="9971966" y="321326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5" name="Oval 254">
                <a:extLst>
                  <a:ext uri="{FF2B5EF4-FFF2-40B4-BE49-F238E27FC236}">
                    <a16:creationId xmlns:a16="http://schemas.microsoft.com/office/drawing/2014/main" id="{9B376524-F92A-9043-B4C3-F0ECE3E27EE2}"/>
                  </a:ext>
                </a:extLst>
              </p:cNvPr>
              <p:cNvSpPr/>
              <p:nvPr/>
            </p:nvSpPr>
            <p:spPr>
              <a:xfrm rot="4927697">
                <a:off x="10620649" y="312280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6" name="Oval 255">
                <a:extLst>
                  <a:ext uri="{FF2B5EF4-FFF2-40B4-BE49-F238E27FC236}">
                    <a16:creationId xmlns:a16="http://schemas.microsoft.com/office/drawing/2014/main" id="{45ADE005-ED04-D34C-AAE3-D58F128F8996}"/>
                  </a:ext>
                </a:extLst>
              </p:cNvPr>
              <p:cNvSpPr/>
              <p:nvPr/>
            </p:nvSpPr>
            <p:spPr>
              <a:xfrm rot="4927697">
                <a:off x="10527649" y="3135659"/>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7" name="Oval 256">
                <a:extLst>
                  <a:ext uri="{FF2B5EF4-FFF2-40B4-BE49-F238E27FC236}">
                    <a16:creationId xmlns:a16="http://schemas.microsoft.com/office/drawing/2014/main" id="{F7189FF0-D8B2-4842-84FA-67DA11A37690}"/>
                  </a:ext>
                </a:extLst>
              </p:cNvPr>
              <p:cNvSpPr/>
              <p:nvPr/>
            </p:nvSpPr>
            <p:spPr>
              <a:xfrm rot="4927697">
                <a:off x="9329961" y="3304845"/>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8" name="Oval 257">
                <a:extLst>
                  <a:ext uri="{FF2B5EF4-FFF2-40B4-BE49-F238E27FC236}">
                    <a16:creationId xmlns:a16="http://schemas.microsoft.com/office/drawing/2014/main" id="{191DE6FE-3B39-224C-BE97-55EF80F57050}"/>
                  </a:ext>
                </a:extLst>
              </p:cNvPr>
              <p:cNvSpPr/>
              <p:nvPr/>
            </p:nvSpPr>
            <p:spPr>
              <a:xfrm rot="4927697">
                <a:off x="7431040" y="356902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5" name="Oval 264">
                <a:extLst>
                  <a:ext uri="{FF2B5EF4-FFF2-40B4-BE49-F238E27FC236}">
                    <a16:creationId xmlns:a16="http://schemas.microsoft.com/office/drawing/2014/main" id="{3229EB68-A61B-F249-ABAE-FE0E282D8E07}"/>
                  </a:ext>
                </a:extLst>
              </p:cNvPr>
              <p:cNvSpPr/>
              <p:nvPr/>
            </p:nvSpPr>
            <p:spPr>
              <a:xfrm rot="4927697">
                <a:off x="6773160" y="366377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6" name="Oval 265">
                <a:extLst>
                  <a:ext uri="{FF2B5EF4-FFF2-40B4-BE49-F238E27FC236}">
                    <a16:creationId xmlns:a16="http://schemas.microsoft.com/office/drawing/2014/main" id="{A381C622-1900-0543-A851-B455350E00CE}"/>
                  </a:ext>
                </a:extLst>
              </p:cNvPr>
              <p:cNvSpPr/>
              <p:nvPr/>
            </p:nvSpPr>
            <p:spPr>
              <a:xfrm rot="4927697">
                <a:off x="7524041" y="355616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7" name="Oval 266">
                <a:extLst>
                  <a:ext uri="{FF2B5EF4-FFF2-40B4-BE49-F238E27FC236}">
                    <a16:creationId xmlns:a16="http://schemas.microsoft.com/office/drawing/2014/main" id="{EAB5772B-C3DB-C24E-9DBC-24FB7811001F}"/>
                  </a:ext>
                </a:extLst>
              </p:cNvPr>
              <p:cNvSpPr/>
              <p:nvPr/>
            </p:nvSpPr>
            <p:spPr>
              <a:xfrm rot="4927697">
                <a:off x="8166374" y="346252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8" name="Oval 267">
                <a:extLst>
                  <a:ext uri="{FF2B5EF4-FFF2-40B4-BE49-F238E27FC236}">
                    <a16:creationId xmlns:a16="http://schemas.microsoft.com/office/drawing/2014/main" id="{783EB6FA-29A1-3244-A5B9-427417992165}"/>
                  </a:ext>
                </a:extLst>
              </p:cNvPr>
              <p:cNvSpPr/>
              <p:nvPr/>
            </p:nvSpPr>
            <p:spPr>
              <a:xfrm rot="4927697">
                <a:off x="8073374" y="347538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9" name="Oval 268">
                <a:extLst>
                  <a:ext uri="{FF2B5EF4-FFF2-40B4-BE49-F238E27FC236}">
                    <a16:creationId xmlns:a16="http://schemas.microsoft.com/office/drawing/2014/main" id="{EFEC08E4-98F8-9A41-A55E-3D2B5107F74B}"/>
                  </a:ext>
                </a:extLst>
              </p:cNvPr>
              <p:cNvSpPr/>
              <p:nvPr/>
            </p:nvSpPr>
            <p:spPr>
              <a:xfrm rot="4927697">
                <a:off x="6866161" y="365092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2" name="Oval 271">
                <a:extLst>
                  <a:ext uri="{FF2B5EF4-FFF2-40B4-BE49-F238E27FC236}">
                    <a16:creationId xmlns:a16="http://schemas.microsoft.com/office/drawing/2014/main" id="{CB94C57E-79A0-1443-8CD7-F924CF72AD7D}"/>
                  </a:ext>
                </a:extLst>
              </p:cNvPr>
              <p:cNvSpPr/>
              <p:nvPr/>
            </p:nvSpPr>
            <p:spPr>
              <a:xfrm rot="16672303" flipH="1">
                <a:off x="7521106" y="3248811"/>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7" name="Oval 286">
                <a:extLst>
                  <a:ext uri="{FF2B5EF4-FFF2-40B4-BE49-F238E27FC236}">
                    <a16:creationId xmlns:a16="http://schemas.microsoft.com/office/drawing/2014/main" id="{37985358-246D-AD47-A8E5-8E868FBB6931}"/>
                  </a:ext>
                </a:extLst>
              </p:cNvPr>
              <p:cNvSpPr/>
              <p:nvPr/>
            </p:nvSpPr>
            <p:spPr>
              <a:xfrm rot="16672303" flipH="1">
                <a:off x="8159936" y="333086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4" name="Oval 293">
                <a:extLst>
                  <a:ext uri="{FF2B5EF4-FFF2-40B4-BE49-F238E27FC236}">
                    <a16:creationId xmlns:a16="http://schemas.microsoft.com/office/drawing/2014/main" id="{2D71A58A-982E-BB48-9AF4-8A43C343EB0E}"/>
                  </a:ext>
                </a:extLst>
              </p:cNvPr>
              <p:cNvSpPr/>
              <p:nvPr/>
            </p:nvSpPr>
            <p:spPr>
              <a:xfrm rot="16672303" flipH="1">
                <a:off x="7428105" y="3235953"/>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1" name="Oval 300">
                <a:extLst>
                  <a:ext uri="{FF2B5EF4-FFF2-40B4-BE49-F238E27FC236}">
                    <a16:creationId xmlns:a16="http://schemas.microsoft.com/office/drawing/2014/main" id="{82E55D7A-4E47-9A4E-9C56-349A4C026F51}"/>
                  </a:ext>
                </a:extLst>
              </p:cNvPr>
              <p:cNvSpPr/>
              <p:nvPr/>
            </p:nvSpPr>
            <p:spPr>
              <a:xfrm rot="16672303" flipH="1">
                <a:off x="6779422" y="3145491"/>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2" name="Oval 301">
                <a:extLst>
                  <a:ext uri="{FF2B5EF4-FFF2-40B4-BE49-F238E27FC236}">
                    <a16:creationId xmlns:a16="http://schemas.microsoft.com/office/drawing/2014/main" id="{F4C80B9E-2A83-5244-AB3E-D1BBE48661D6}"/>
                  </a:ext>
                </a:extLst>
              </p:cNvPr>
              <p:cNvSpPr/>
              <p:nvPr/>
            </p:nvSpPr>
            <p:spPr>
              <a:xfrm rot="16672303" flipH="1">
                <a:off x="6872422" y="3158349"/>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3" name="Oval 302">
                <a:extLst>
                  <a:ext uri="{FF2B5EF4-FFF2-40B4-BE49-F238E27FC236}">
                    <a16:creationId xmlns:a16="http://schemas.microsoft.com/office/drawing/2014/main" id="{07D8E309-DE5A-D544-903E-7360F71AC2B2}"/>
                  </a:ext>
                </a:extLst>
              </p:cNvPr>
              <p:cNvSpPr/>
              <p:nvPr/>
            </p:nvSpPr>
            <p:spPr>
              <a:xfrm rot="16672303" flipH="1">
                <a:off x="8066935" y="331801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4" name="Oval 303">
                <a:extLst>
                  <a:ext uri="{FF2B5EF4-FFF2-40B4-BE49-F238E27FC236}">
                    <a16:creationId xmlns:a16="http://schemas.microsoft.com/office/drawing/2014/main" id="{9A1C837A-0E56-C349-8FC8-0CA0C6F711D9}"/>
                  </a:ext>
                </a:extLst>
              </p:cNvPr>
              <p:cNvSpPr/>
              <p:nvPr/>
            </p:nvSpPr>
            <p:spPr>
              <a:xfrm rot="16672303" flipH="1">
                <a:off x="9975381" y="3550436"/>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5" name="Oval 304">
                <a:extLst>
                  <a:ext uri="{FF2B5EF4-FFF2-40B4-BE49-F238E27FC236}">
                    <a16:creationId xmlns:a16="http://schemas.microsoft.com/office/drawing/2014/main" id="{61EC7CED-A7FD-2B4B-BBE3-BC5938E5AB11}"/>
                  </a:ext>
                </a:extLst>
              </p:cNvPr>
              <p:cNvSpPr/>
              <p:nvPr/>
            </p:nvSpPr>
            <p:spPr>
              <a:xfrm rot="16672303" flipH="1">
                <a:off x="10626911" y="362931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6" name="Oval 305">
                <a:extLst>
                  <a:ext uri="{FF2B5EF4-FFF2-40B4-BE49-F238E27FC236}">
                    <a16:creationId xmlns:a16="http://schemas.microsoft.com/office/drawing/2014/main" id="{60553C21-9D85-D348-8839-4D058A494A81}"/>
                  </a:ext>
                </a:extLst>
              </p:cNvPr>
              <p:cNvSpPr/>
              <p:nvPr/>
            </p:nvSpPr>
            <p:spPr>
              <a:xfrm rot="16672303" flipH="1">
                <a:off x="9882380" y="3537578"/>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7" name="Oval 306">
                <a:extLst>
                  <a:ext uri="{FF2B5EF4-FFF2-40B4-BE49-F238E27FC236}">
                    <a16:creationId xmlns:a16="http://schemas.microsoft.com/office/drawing/2014/main" id="{71B6AF34-A784-3740-A93A-1A542F310D5B}"/>
                  </a:ext>
                </a:extLst>
              </p:cNvPr>
              <p:cNvSpPr/>
              <p:nvPr/>
            </p:nvSpPr>
            <p:spPr>
              <a:xfrm rot="16672303" flipH="1">
                <a:off x="9236872" y="3453466"/>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5" name="Oval 344">
                <a:extLst>
                  <a:ext uri="{FF2B5EF4-FFF2-40B4-BE49-F238E27FC236}">
                    <a16:creationId xmlns:a16="http://schemas.microsoft.com/office/drawing/2014/main" id="{9FD2A4E1-C509-B145-BD6E-58F457414368}"/>
                  </a:ext>
                </a:extLst>
              </p:cNvPr>
              <p:cNvSpPr/>
              <p:nvPr/>
            </p:nvSpPr>
            <p:spPr>
              <a:xfrm rot="16672303" flipH="1">
                <a:off x="9329872" y="3466324"/>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8" name="Oval 367">
                <a:extLst>
                  <a:ext uri="{FF2B5EF4-FFF2-40B4-BE49-F238E27FC236}">
                    <a16:creationId xmlns:a16="http://schemas.microsoft.com/office/drawing/2014/main" id="{1CA9DB82-B609-1345-BB23-7C0835BE4430}"/>
                  </a:ext>
                </a:extLst>
              </p:cNvPr>
              <p:cNvSpPr/>
              <p:nvPr/>
            </p:nvSpPr>
            <p:spPr>
              <a:xfrm rot="16672303" flipH="1">
                <a:off x="10533910" y="3616460"/>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69" name="Arc 368">
                <a:extLst>
                  <a:ext uri="{FF2B5EF4-FFF2-40B4-BE49-F238E27FC236}">
                    <a16:creationId xmlns:a16="http://schemas.microsoft.com/office/drawing/2014/main" id="{8BF54E04-C0B6-174D-865E-8A6D256FBE35}"/>
                  </a:ext>
                </a:extLst>
              </p:cNvPr>
              <p:cNvSpPr>
                <a:spLocks noChangeAspect="1"/>
              </p:cNvSpPr>
              <p:nvPr/>
            </p:nvSpPr>
            <p:spPr>
              <a:xfrm flipV="1">
                <a:off x="8075084" y="2769466"/>
                <a:ext cx="1299322" cy="1299322"/>
              </a:xfrm>
              <a:prstGeom prst="arc">
                <a:avLst>
                  <a:gd name="adj1" fmla="val 1382805"/>
                  <a:gd name="adj2" fmla="val 3217123"/>
                </a:avLst>
              </a:prstGeom>
              <a:ln w="38100" cap="flat" cmpd="sng" algn="ctr">
                <a:solidFill>
                  <a:srgbClr val="0070C0"/>
                </a:solidFill>
                <a:prstDash val="solid"/>
                <a:round/>
                <a:headEnd type="triangle" w="med" len="med"/>
                <a:tailEnd type="non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0" name="Arc 369">
                <a:extLst>
                  <a:ext uri="{FF2B5EF4-FFF2-40B4-BE49-F238E27FC236}">
                    <a16:creationId xmlns:a16="http://schemas.microsoft.com/office/drawing/2014/main" id="{5F70571C-D8BC-824A-950E-507659013E82}"/>
                  </a:ext>
                </a:extLst>
              </p:cNvPr>
              <p:cNvSpPr>
                <a:spLocks noChangeAspect="1"/>
              </p:cNvSpPr>
              <p:nvPr/>
            </p:nvSpPr>
            <p:spPr>
              <a:xfrm flipV="1">
                <a:off x="8198802" y="2886508"/>
                <a:ext cx="1060246" cy="1060246"/>
              </a:xfrm>
              <a:prstGeom prst="arc">
                <a:avLst>
                  <a:gd name="adj1" fmla="val 7726487"/>
                  <a:gd name="adj2" fmla="val 9450080"/>
                </a:avLst>
              </a:prstGeom>
              <a:ln w="38100" cap="flat" cmpd="sng" algn="ctr">
                <a:solidFill>
                  <a:srgbClr val="FF000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1" name="Arc 370">
                <a:extLst>
                  <a:ext uri="{FF2B5EF4-FFF2-40B4-BE49-F238E27FC236}">
                    <a16:creationId xmlns:a16="http://schemas.microsoft.com/office/drawing/2014/main" id="{AFCB5153-1F5E-3740-AD6C-5792C06960B6}"/>
                  </a:ext>
                </a:extLst>
              </p:cNvPr>
              <p:cNvSpPr>
                <a:spLocks noChangeAspect="1"/>
              </p:cNvSpPr>
              <p:nvPr/>
            </p:nvSpPr>
            <p:spPr>
              <a:xfrm flipV="1">
                <a:off x="7427004" y="2111101"/>
                <a:ext cx="2602423" cy="2602423"/>
              </a:xfrm>
              <a:prstGeom prst="arc">
                <a:avLst>
                  <a:gd name="adj1" fmla="val 6762624"/>
                  <a:gd name="adj2" fmla="val 9500447"/>
                </a:avLst>
              </a:prstGeom>
              <a:ln w="38100" cap="flat" cmpd="sng" algn="ctr">
                <a:solidFill>
                  <a:srgbClr val="0070C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Arc 371">
                <a:extLst>
                  <a:ext uri="{FF2B5EF4-FFF2-40B4-BE49-F238E27FC236}">
                    <a16:creationId xmlns:a16="http://schemas.microsoft.com/office/drawing/2014/main" id="{30182305-171D-AF4F-ABB0-3697B36DBFB2}"/>
                  </a:ext>
                </a:extLst>
              </p:cNvPr>
              <p:cNvSpPr>
                <a:spLocks noChangeAspect="1"/>
              </p:cNvSpPr>
              <p:nvPr/>
            </p:nvSpPr>
            <p:spPr>
              <a:xfrm flipV="1">
                <a:off x="7544370" y="2235001"/>
                <a:ext cx="2367417" cy="2367417"/>
              </a:xfrm>
              <a:prstGeom prst="arc">
                <a:avLst>
                  <a:gd name="adj1" fmla="val 6770082"/>
                  <a:gd name="adj2" fmla="val 9484965"/>
                </a:avLst>
              </a:prstGeom>
              <a:ln w="38100" cap="flat" cmpd="sng" algn="ctr">
                <a:solidFill>
                  <a:srgbClr val="FF000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Arc 372">
                <a:extLst>
                  <a:ext uri="{FF2B5EF4-FFF2-40B4-BE49-F238E27FC236}">
                    <a16:creationId xmlns:a16="http://schemas.microsoft.com/office/drawing/2014/main" id="{2DD104D8-5F1D-3044-A8C0-9F09A2B576CE}"/>
                  </a:ext>
                </a:extLst>
              </p:cNvPr>
              <p:cNvSpPr>
                <a:spLocks noChangeAspect="1"/>
              </p:cNvSpPr>
              <p:nvPr/>
            </p:nvSpPr>
            <p:spPr>
              <a:xfrm flipV="1">
                <a:off x="6767522" y="1461906"/>
                <a:ext cx="3914442" cy="3914442"/>
              </a:xfrm>
              <a:prstGeom prst="arc">
                <a:avLst>
                  <a:gd name="adj1" fmla="val 5853117"/>
                  <a:gd name="adj2" fmla="val 9463663"/>
                </a:avLst>
              </a:prstGeom>
              <a:ln w="38100" cap="flat" cmpd="sng" algn="ctr">
                <a:solidFill>
                  <a:srgbClr val="0070C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Arc 373">
                <a:extLst>
                  <a:ext uri="{FF2B5EF4-FFF2-40B4-BE49-F238E27FC236}">
                    <a16:creationId xmlns:a16="http://schemas.microsoft.com/office/drawing/2014/main" id="{AF015105-DFF0-1A4D-BB8D-324724219B2E}"/>
                  </a:ext>
                </a:extLst>
              </p:cNvPr>
              <p:cNvSpPr>
                <a:spLocks noChangeAspect="1"/>
              </p:cNvSpPr>
              <p:nvPr/>
            </p:nvSpPr>
            <p:spPr>
              <a:xfrm flipV="1">
                <a:off x="6888652" y="1581558"/>
                <a:ext cx="3676835" cy="3676835"/>
              </a:xfrm>
              <a:prstGeom prst="arc">
                <a:avLst>
                  <a:gd name="adj1" fmla="val 5853112"/>
                  <a:gd name="adj2" fmla="val 9463529"/>
                </a:avLst>
              </a:prstGeom>
              <a:ln w="38100" cap="flat" cmpd="sng" algn="ctr">
                <a:solidFill>
                  <a:srgbClr val="FF0000"/>
                </a:solidFill>
                <a:prstDash val="solid"/>
                <a:round/>
                <a:headEnd type="none" w="med" len="med"/>
                <a:tailEnd type="triangle" w="med" len="med"/>
                <a:extLst>
                  <a:ext uri="{C807C97D-BFC1-408E-A445-0C87EB9F89A2}">
                    <ask:lineSketchStyleProps xmlns:ask="http://schemas.microsoft.com/office/drawing/2018/sketchyshapes" sd="1219033472">
                      <a:custGeom>
                        <a:avLst/>
                        <a:gdLst>
                          <a:gd name="connsiteX0" fmla="*/ 906308 w 1812616"/>
                          <a:gd name="connsiteY0" fmla="*/ 0 h 1982548"/>
                          <a:gd name="connsiteX1" fmla="*/ 1812616 w 1812616"/>
                          <a:gd name="connsiteY1" fmla="*/ 991274 h 1982548"/>
                          <a:gd name="connsiteX2" fmla="*/ 1341336 w 1812616"/>
                          <a:gd name="connsiteY2" fmla="*/ 991274 h 1982548"/>
                          <a:gd name="connsiteX3" fmla="*/ 906308 w 1812616"/>
                          <a:gd name="connsiteY3" fmla="*/ 991274 h 1982548"/>
                          <a:gd name="connsiteX4" fmla="*/ 906308 w 1812616"/>
                          <a:gd name="connsiteY4" fmla="*/ 515462 h 1982548"/>
                          <a:gd name="connsiteX5" fmla="*/ 906308 w 1812616"/>
                          <a:gd name="connsiteY5" fmla="*/ 0 h 1982548"/>
                          <a:gd name="connsiteX0" fmla="*/ 906308 w 1812616"/>
                          <a:gd name="connsiteY0" fmla="*/ 0 h 1982548"/>
                          <a:gd name="connsiteX1" fmla="*/ 1812616 w 1812616"/>
                          <a:gd name="connsiteY1" fmla="*/ 991274 h 1982548"/>
                        </a:gdLst>
                        <a:ahLst/>
                        <a:cxnLst>
                          <a:cxn ang="0">
                            <a:pos x="connsiteX0" y="connsiteY0"/>
                          </a:cxn>
                          <a:cxn ang="0">
                            <a:pos x="connsiteX1" y="connsiteY1"/>
                          </a:cxn>
                        </a:cxnLst>
                        <a:rect l="l" t="t" r="r" b="b"/>
                        <a:pathLst>
                          <a:path w="1812616" h="1982548" stroke="0" extrusionOk="0">
                            <a:moveTo>
                              <a:pt x="906308" y="0"/>
                            </a:moveTo>
                            <a:cubicBezTo>
                              <a:pt x="1391061" y="-9738"/>
                              <a:pt x="1799679" y="448663"/>
                              <a:pt x="1812616" y="991274"/>
                            </a:cubicBezTo>
                            <a:cubicBezTo>
                              <a:pt x="1711118" y="1004937"/>
                              <a:pt x="1539217" y="990112"/>
                              <a:pt x="1341336" y="991274"/>
                            </a:cubicBezTo>
                            <a:cubicBezTo>
                              <a:pt x="1143455" y="992436"/>
                              <a:pt x="1104423" y="984868"/>
                              <a:pt x="906308" y="991274"/>
                            </a:cubicBezTo>
                            <a:cubicBezTo>
                              <a:pt x="851248" y="769399"/>
                              <a:pt x="945623" y="713461"/>
                              <a:pt x="906308" y="515462"/>
                            </a:cubicBezTo>
                            <a:cubicBezTo>
                              <a:pt x="866993" y="317463"/>
                              <a:pt x="967235" y="251479"/>
                              <a:pt x="906308" y="0"/>
                            </a:cubicBezTo>
                            <a:close/>
                          </a:path>
                          <a:path w="1812616" h="1982548" fill="none" extrusionOk="0">
                            <a:moveTo>
                              <a:pt x="906308" y="0"/>
                            </a:moveTo>
                            <a:cubicBezTo>
                              <a:pt x="1289418" y="-17983"/>
                              <a:pt x="1727261" y="524169"/>
                              <a:pt x="1812616" y="991274"/>
                            </a:cubicBezTo>
                          </a:path>
                        </a:pathLst>
                      </a:custGeom>
                      <ask:type>
                        <ask:lineSketchNone/>
                      </ask:type>
                    </ask:lineSketchStyleProps>
                  </a:ext>
                </a:extLst>
              </a:ln>
            </p:spPr>
            <p:style>
              <a:lnRef idx="0">
                <a:scrgbClr r="0" g="0" b="0"/>
              </a:lnRef>
              <a:fillRef idx="0">
                <a:scrgbClr r="0" g="0" b="0"/>
              </a:fillRef>
              <a:effectRef idx="0">
                <a:scrgbClr r="0" g="0" b="0"/>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 name="Group 1">
            <a:extLst>
              <a:ext uri="{FF2B5EF4-FFF2-40B4-BE49-F238E27FC236}">
                <a16:creationId xmlns:a16="http://schemas.microsoft.com/office/drawing/2014/main" id="{76A0EBDD-8F08-2644-AEF1-7879787AB92F}"/>
              </a:ext>
            </a:extLst>
          </p:cNvPr>
          <p:cNvGrpSpPr/>
          <p:nvPr/>
        </p:nvGrpSpPr>
        <p:grpSpPr>
          <a:xfrm>
            <a:off x="4756002" y="5996201"/>
            <a:ext cx="1346395" cy="646331"/>
            <a:chOff x="2759256" y="4738061"/>
            <a:chExt cx="1346395" cy="646331"/>
          </a:xfrm>
        </p:grpSpPr>
        <p:sp>
          <p:nvSpPr>
            <p:cNvPr id="1077" name="TextBox 1076">
              <a:extLst>
                <a:ext uri="{FF2B5EF4-FFF2-40B4-BE49-F238E27FC236}">
                  <a16:creationId xmlns:a16="http://schemas.microsoft.com/office/drawing/2014/main" id="{FE9898E5-B0DB-E045-ABD2-AF97D9DE6E52}"/>
                </a:ext>
              </a:extLst>
            </p:cNvPr>
            <p:cNvSpPr txBox="1"/>
            <p:nvPr/>
          </p:nvSpPr>
          <p:spPr>
            <a:xfrm>
              <a:off x="2968801" y="4738061"/>
              <a:ext cx="1136850"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0C0"/>
                  </a:solidFill>
                  <a:effectLst/>
                  <a:uLnTx/>
                  <a:uFillTx/>
                  <a:latin typeface="Helvetica Neue" panose="02000503000000020004" pitchFamily="2" charset="0"/>
                  <a:ea typeface="Helvetica Neue" panose="02000503000000020004" pitchFamily="2" charset="0"/>
                  <a:cs typeface="Helvetica Neue" panose="02000503000000020004" pitchFamily="2" charset="0"/>
                </a:rPr>
                <a:t>electrino -e/6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positrino +e/6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binary</a:t>
              </a:r>
            </a:p>
          </p:txBody>
        </p:sp>
        <p:sp>
          <p:nvSpPr>
            <p:cNvPr id="1078" name="Arc 1077">
              <a:extLst>
                <a:ext uri="{FF2B5EF4-FFF2-40B4-BE49-F238E27FC236}">
                  <a16:creationId xmlns:a16="http://schemas.microsoft.com/office/drawing/2014/main" id="{1CBD7D41-74FC-544A-A5F7-FA625C5601B7}"/>
                </a:ext>
              </a:extLst>
            </p:cNvPr>
            <p:cNvSpPr/>
            <p:nvPr/>
          </p:nvSpPr>
          <p:spPr>
            <a:xfrm rot="5400000">
              <a:off x="2768155" y="5160123"/>
              <a:ext cx="210312" cy="184962"/>
            </a:xfrm>
            <a:prstGeom prst="arc">
              <a:avLst>
                <a:gd name="adj1" fmla="val 16200000"/>
                <a:gd name="adj2" fmla="val 3710205"/>
              </a:avLst>
            </a:prstGeom>
            <a:ln w="3175">
              <a:headEnd w="sm" len="med"/>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9" name="Oval 538">
              <a:extLst>
                <a:ext uri="{FF2B5EF4-FFF2-40B4-BE49-F238E27FC236}">
                  <a16:creationId xmlns:a16="http://schemas.microsoft.com/office/drawing/2014/main" id="{658B5C6D-B1E5-A741-8A0D-18141901951C}"/>
                </a:ext>
              </a:extLst>
            </p:cNvPr>
            <p:cNvSpPr/>
            <p:nvPr/>
          </p:nvSpPr>
          <p:spPr>
            <a:xfrm rot="5400000">
              <a:off x="2936740" y="5054270"/>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0" name="Oval 539">
              <a:extLst>
                <a:ext uri="{FF2B5EF4-FFF2-40B4-BE49-F238E27FC236}">
                  <a16:creationId xmlns:a16="http://schemas.microsoft.com/office/drawing/2014/main" id="{FC0B15B5-8EF0-B74F-98D3-C38D8BA5D628}"/>
                </a:ext>
              </a:extLst>
            </p:cNvPr>
            <p:cNvSpPr/>
            <p:nvPr/>
          </p:nvSpPr>
          <p:spPr>
            <a:xfrm rot="5400000">
              <a:off x="2938753" y="4877474"/>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2" name="Oval 541">
              <a:extLst>
                <a:ext uri="{FF2B5EF4-FFF2-40B4-BE49-F238E27FC236}">
                  <a16:creationId xmlns:a16="http://schemas.microsoft.com/office/drawing/2014/main" id="{76A2466E-12D2-ED45-9998-189118D87624}"/>
                </a:ext>
              </a:extLst>
            </p:cNvPr>
            <p:cNvSpPr/>
            <p:nvPr/>
          </p:nvSpPr>
          <p:spPr>
            <a:xfrm rot="5400000">
              <a:off x="2758303" y="5225928"/>
              <a:ext cx="47625" cy="457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3" name="Oval 542">
              <a:extLst>
                <a:ext uri="{FF2B5EF4-FFF2-40B4-BE49-F238E27FC236}">
                  <a16:creationId xmlns:a16="http://schemas.microsoft.com/office/drawing/2014/main" id="{70E09E63-2E52-224A-A8D4-D4DEA369FFE3}"/>
                </a:ext>
              </a:extLst>
            </p:cNvPr>
            <p:cNvSpPr/>
            <p:nvPr/>
          </p:nvSpPr>
          <p:spPr>
            <a:xfrm rot="5400000">
              <a:off x="2941375" y="5227669"/>
              <a:ext cx="47625"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5" name="Arc 544">
              <a:extLst>
                <a:ext uri="{FF2B5EF4-FFF2-40B4-BE49-F238E27FC236}">
                  <a16:creationId xmlns:a16="http://schemas.microsoft.com/office/drawing/2014/main" id="{D7763D9D-BB9B-6848-8867-3063DEFEE5BD}"/>
                </a:ext>
              </a:extLst>
            </p:cNvPr>
            <p:cNvSpPr/>
            <p:nvPr/>
          </p:nvSpPr>
          <p:spPr>
            <a:xfrm rot="16200000">
              <a:off x="2768155" y="5156522"/>
              <a:ext cx="210312" cy="184962"/>
            </a:xfrm>
            <a:prstGeom prst="arc">
              <a:avLst>
                <a:gd name="adj1" fmla="val 16200000"/>
                <a:gd name="adj2" fmla="val 3859558"/>
              </a:avLst>
            </a:prstGeom>
            <a:ln w="3175">
              <a:solidFill>
                <a:srgbClr val="FF0000"/>
              </a:solidFill>
              <a:headEnd w="sm" len="med"/>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070" name="TextBox 1069">
            <a:extLst>
              <a:ext uri="{FF2B5EF4-FFF2-40B4-BE49-F238E27FC236}">
                <a16:creationId xmlns:a16="http://schemas.microsoft.com/office/drawing/2014/main" id="{D67EAC53-11C2-C64C-A4AB-37B5D6A3969C}"/>
              </a:ext>
            </a:extLst>
          </p:cNvPr>
          <p:cNvSpPr txBox="1"/>
          <p:nvPr/>
        </p:nvSpPr>
        <p:spPr>
          <a:xfrm>
            <a:off x="39316" y="32427"/>
            <a:ext cx="680507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Helvetica Neue" panose="02000503000000020004" pitchFamily="2" charset="0"/>
                <a:ea typeface="Helvetica Neue" panose="02000503000000020004" pitchFamily="2" charset="0"/>
                <a:cs typeface="Helvetica Neue" panose="02000503000000020004" pitchFamily="2" charset="0"/>
              </a:rPr>
              <a:t>Neoclassical Physics and Quantum Gravity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Point Potential Decoding of Standard Model Fermions</a:t>
            </a:r>
          </a:p>
        </p:txBody>
      </p:sp>
      <p:sp>
        <p:nvSpPr>
          <p:cNvPr id="1069" name="TextBox 1068">
            <a:extLst>
              <a:ext uri="{FF2B5EF4-FFF2-40B4-BE49-F238E27FC236}">
                <a16:creationId xmlns:a16="http://schemas.microsoft.com/office/drawing/2014/main" id="{3B93C4A3-1921-264D-BED1-A4C57BEFB05E}"/>
              </a:ext>
            </a:extLst>
          </p:cNvPr>
          <p:cNvSpPr txBox="1"/>
          <p:nvPr/>
        </p:nvSpPr>
        <p:spPr>
          <a:xfrm>
            <a:off x="-37578" y="1908057"/>
            <a:ext cx="5317481" cy="3323987"/>
          </a:xfrm>
          <a:prstGeom prst="rect">
            <a:avLst/>
          </a:prstGeom>
          <a:noFill/>
        </p:spPr>
        <p:txBody>
          <a:bodyPr wrap="non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 binary is opposite point potentials orbiting each other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 Noether core has 1, 2, or 3 nested binaries.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The binaries are at different energy scales.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Binaries superimpose and shield energy.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Nucleons have 3 Noether cores (3:3+3:3+3:3=9:9)</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Protons 9:9 in cores, 6:12 in personality potentials</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a:t>
            </a:r>
            <a:r>
              <a:rPr kumimoji="0" lang="en-US" sz="1400" b="0" i="0" u="none" strike="noStrike" kern="1200" cap="none" spc="0" normalizeH="0" baseline="0" noProof="0" dirty="0" err="1">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eutrons</a:t>
            </a: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 9:9 in cores, 9:9 in personality potentials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cores come in pro and anti configurations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Noether cores can spin left or right relative to velocity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Personality layer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six point potentials,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rPr>
              <a:t>all combinations.</a:t>
            </a:r>
          </a:p>
          <a:p>
            <a:pPr marL="685800" marR="0" lvl="1"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400" b="0" i="0" u="none" strike="noStrike" kern="1200" cap="none" spc="0" normalizeH="0" baseline="0" noProof="0" dirty="0">
              <a:ln>
                <a:noFill/>
              </a:ln>
              <a:solidFill>
                <a:prstClr val="black"/>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5994863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20732</TotalTime>
  <Words>2354</Words>
  <Application>Microsoft Macintosh PowerPoint</Application>
  <PresentationFormat>Widescreen</PresentationFormat>
  <Paragraphs>763</Paragraphs>
  <Slides>18</Slides>
  <Notes>13</Notes>
  <HiddenSlides>1</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18</vt:i4>
      </vt:variant>
    </vt:vector>
  </HeadingPairs>
  <TitlesOfParts>
    <vt:vector size="28" baseType="lpstr">
      <vt:lpstr>Arial</vt:lpstr>
      <vt:lpstr>Britannic Bold</vt:lpstr>
      <vt:lpstr>Calibri</vt:lpstr>
      <vt:lpstr>Calibri Light</vt:lpstr>
      <vt:lpstr>Cambria Math</vt:lpstr>
      <vt:lpstr>Helvetica Neue</vt:lpstr>
      <vt:lpstr>Helvetica Neue Condensed Black</vt:lpstr>
      <vt:lpstr>Helvetica Neue Light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453</cp:revision>
  <cp:lastPrinted>2021-09-06T03:42:21Z</cp:lastPrinted>
  <dcterms:created xsi:type="dcterms:W3CDTF">2020-07-11T20:04:21Z</dcterms:created>
  <dcterms:modified xsi:type="dcterms:W3CDTF">2026-03-15T01:03:53Z</dcterms:modified>
</cp:coreProperties>
</file>