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1"/>
  </p:sldMasterIdLst>
  <p:notesMasterIdLst>
    <p:notesMasterId r:id="rId4"/>
  </p:notesMasterIdLst>
  <p:sldIdLst>
    <p:sldId id="807" r:id="rId2"/>
    <p:sldId id="85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8" userDrawn="1">
          <p15:clr>
            <a:srgbClr val="A4A3A4"/>
          </p15:clr>
        </p15:guide>
        <p15:guide id="2" pos="374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k Morris" initials="MM" lastIdx="1" clrIdx="0">
    <p:extLst>
      <p:ext uri="{19B8F6BF-5375-455C-9EA6-DF929625EA0E}">
        <p15:presenceInfo xmlns:p15="http://schemas.microsoft.com/office/powerpoint/2012/main" userId="e0501bf2facbc5e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0096FF"/>
    <a:srgbClr val="941100"/>
    <a:srgbClr val="76D6FF"/>
    <a:srgbClr val="00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>
    <p:restoredLeft sz="4701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1736" y="200"/>
      </p:cViewPr>
      <p:guideLst>
        <p:guide orient="horz" pos="1368"/>
        <p:guide pos="374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05754-C48E-DF4E-9B84-E7B6A3B19E2D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B0362E-5C5C-984E-ABC7-C52ED959C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099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C398A3-AF21-A342-B6A8-6929C36BB1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6AC4F-7A0F-A943-A37C-CBCA0E32BF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297DA-E85E-0C4F-99BF-0A156C60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CA89-2D26-3A41-89B1-50126474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AD168-D168-924A-82CE-07F9D6F7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38C6D-1145-FE40-A5F3-AA76BBFA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05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04DC4-2DA1-B348-A4DF-75DC7F91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539A7-F958-5045-8004-AB9AE1A96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E59F-8028-6640-B7CD-712A00A55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5207B-575E-EB46-9167-DC8B9A1A7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25824-8924-0F4E-BA06-D6714EF01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65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153B-5FCE-B74A-A920-BCEF1F63D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97D35-0983-3A42-B252-8AD80D9BF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E38F-3C0D-E140-A6E9-29E4DFD5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1BD2A-DB13-B24A-BBFC-927CE896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7F839-BEAD-4046-84B9-B65359FF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25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177-DB72-3842-8FEB-9F3714731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F9017-D4AC-4443-9CD1-2655A6BD26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8D979-597B-B94B-BB54-1E681A7EC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A3BD60-7139-A04D-9B93-01CBEFB00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9F3AA-F8ED-E14B-85E0-12F62683C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C5392-4C49-3D4E-A960-85F3FF79B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4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7FD0-5120-0C4E-9ED8-2E64DC8B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CB33E-1A4C-E646-937B-3065B793B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E4967C-4E8D-224B-B99B-5A8BFB4A64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B943C8-A2E5-9D40-B765-79FA0F4A92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450570-0F93-F641-B441-AF42A2D4E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A5EAD-E92B-9048-B9C8-92222381F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BD3873-3B3E-ED46-AB43-A96EABCE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82CEE-B54E-EB49-A16C-7BD03BE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9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6FC62-6751-0643-9250-97D2B5E35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19D249-AD5C-E04F-9713-314E504E7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FAE547-A907-884B-BE81-EF89D3D64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2ED8E-C4AB-F14B-8929-F9E03032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494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4BB6F-7B9B-964D-886B-D85350A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12AF3E-955F-E044-BADD-4B3F3346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94269-793F-EC42-A5AD-E4EDD73A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32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D5B24-7F29-EB4C-8550-397A4EF2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BE189-5B1A-7048-AE10-17298DF6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0FD4A-1397-2F45-A4D7-06ABB5876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62886-2AD3-CD44-9D2F-20320011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F0679-BAA2-4A4A-A43D-4712441F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F063EA-2E55-AB41-AAC6-3B06B0A42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745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BCBE6-8654-C64C-A30A-1F235AC12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F834EB-69C2-AA42-98DA-7B4340442C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F0A069-EA0A-1644-B57A-5EAE0C27D7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95D40-9D00-D947-957C-66E69B00B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6C0489-A2A3-BD45-A96A-DD5F4DAE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4D875-A92C-C04E-8A5E-F2BC56828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229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9C65C-399B-6E41-B6BD-80F186188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5FAD-24BB-2D45-A8F1-E9A895511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E0D81-B122-544D-8ACE-546BF4911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4E702-5864-8141-AF11-25FF6E46C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83AE1-F5D3-DF4B-8CC4-896B37D8A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72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BFE7-4426-2841-9026-40331CF4D8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AFECEF-DF15-7A4D-BABF-0E2EA14C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24D43-6AD7-3A4D-9528-F70FC789D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42A1-B626-9246-BFA2-70780398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7DCD8-6D3F-824E-8311-38CE4EC5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732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8D635-033D-CA45-AECF-FEC145E57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99257-A465-2C4D-9918-BC8C54895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DCD3B-E2F2-854E-BB00-D5B0BB2A98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42ED2-DF18-DB41-BB39-D7AA7F2F2082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405ED-7212-D349-B4CE-23AE6F2BE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46886-3E69-B540-9366-21DA707D68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4A510-E3A4-8144-9597-B0C6EECC92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573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186247"/>
            <a:ext cx="12191999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 UltraLight" panose="02000206000000020004" pitchFamily="2" charset="0"/>
                <a:ea typeface="Helvetica Neue UltraLight" panose="02000206000000020004" pitchFamily="2" charset="0"/>
                <a:cs typeface="Helvetica Neue" panose="02000503000000020004" pitchFamily="2" charset="0"/>
              </a:rPr>
              <a:t>neoclassical.ai</a:t>
            </a:r>
          </a:p>
          <a:p>
            <a:pPr marL="0" marR="0" lvl="0" indent="0" algn="ctr" defTabSz="914400" rtl="0" eaLnBrk="1" fontAlgn="auto" latinLnBrk="0" hangingPunct="1">
              <a:lnSpc>
                <a:spcPts val="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Molecular Assemblies</a:t>
            </a:r>
            <a:endParaRPr kumimoji="0" lang="en-US" sz="9600" b="1" i="0" u="none" strike="noStrike" kern="1200" cap="none" spc="0" normalizeH="0" baseline="0" noProof="0" dirty="0">
              <a:ln>
                <a:noFill/>
              </a:ln>
              <a:solidFill>
                <a:srgbClr val="FF8AD8"/>
              </a:solidFill>
              <a:effectLst/>
              <a:uLnTx/>
              <a:uFillTx/>
              <a:latin typeface="Helvetica Neue Condensed Black" panose="02000503000000020004" pitchFamily="2" charset="0"/>
              <a:ea typeface="Helvetica Neue Condensed Black" panose="02000503000000020004" pitchFamily="2" charset="0"/>
              <a:cs typeface="Helvetica Neue Condensed Black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1096C-0A72-B8D1-56E3-0685BE87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41516D36-54EA-9E07-B943-524485A0ED73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698900-3C6D-8036-93D5-DB12F430637F}"/>
              </a:ext>
            </a:extLst>
          </p:cNvPr>
          <p:cNvSpPr/>
          <p:nvPr/>
        </p:nvSpPr>
        <p:spPr>
          <a:xfrm>
            <a:off x="409195" y="207788"/>
            <a:ext cx="113736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Carminic Acid C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kumimoji="0" lang="en-US" sz="28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13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is an assembly of 20784 Point Potentials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B13FA-53E8-3FF1-4426-43635A6D8F73}"/>
              </a:ext>
            </a:extLst>
          </p:cNvPr>
          <p:cNvSpPr txBox="1"/>
          <p:nvPr/>
        </p:nvSpPr>
        <p:spPr>
          <a:xfrm>
            <a:off x="191869" y="870424"/>
            <a:ext cx="118746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Carminic acid (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20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13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) is a red glucosidal 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hydroxyanthrapurin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 that occurs naturally in some scale insects, such as the cochineals.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insects produce the acid as a deterrent to predators.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 aluminum salt of carminic acid is the coloring agent in carmine, a pigment.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Natives of Peru produced cochineal dyes for textiles since at least 700 CE.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arminic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acid has a core anthraquinone structure linked to a glucose sugar unit.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7F959F-8F0A-01E3-BFEA-74FE5F4305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314" y="3381194"/>
            <a:ext cx="9568247" cy="326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249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43557</TotalTime>
  <Words>189</Words>
  <Application>Microsoft Macintosh PowerPoint</Application>
  <PresentationFormat>Widescreen</PresentationFormat>
  <Paragraphs>22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Helvetica Neue</vt:lpstr>
      <vt:lpstr>Helvetica Neue Condensed Black</vt:lpstr>
      <vt:lpstr>Helvetica Neue UltraLight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Neoclassical Physics Draft Slides In Progress Unbaked Ideas! </dc:title>
  <dc:creator>Mark Morris</dc:creator>
  <cp:lastModifiedBy>Mark Morris</cp:lastModifiedBy>
  <cp:revision>591</cp:revision>
  <cp:lastPrinted>2021-05-04T05:16:46Z</cp:lastPrinted>
  <dcterms:created xsi:type="dcterms:W3CDTF">2019-04-23T04:22:11Z</dcterms:created>
  <dcterms:modified xsi:type="dcterms:W3CDTF">2026-03-15T02:08:30Z</dcterms:modified>
</cp:coreProperties>
</file>