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667" r:id="rId2"/>
  </p:sldMasterIdLst>
  <p:notesMasterIdLst>
    <p:notesMasterId r:id="rId34"/>
  </p:notesMasterIdLst>
  <p:sldIdLst>
    <p:sldId id="807" r:id="rId3"/>
    <p:sldId id="842" r:id="rId4"/>
    <p:sldId id="698" r:id="rId5"/>
    <p:sldId id="837" r:id="rId6"/>
    <p:sldId id="743" r:id="rId7"/>
    <p:sldId id="785" r:id="rId8"/>
    <p:sldId id="841" r:id="rId9"/>
    <p:sldId id="765" r:id="rId10"/>
    <p:sldId id="808" r:id="rId11"/>
    <p:sldId id="838" r:id="rId12"/>
    <p:sldId id="777" r:id="rId13"/>
    <p:sldId id="382" r:id="rId14"/>
    <p:sldId id="814" r:id="rId15"/>
    <p:sldId id="817" r:id="rId16"/>
    <p:sldId id="839" r:id="rId17"/>
    <p:sldId id="840" r:id="rId18"/>
    <p:sldId id="843" r:id="rId19"/>
    <p:sldId id="844" r:id="rId20"/>
    <p:sldId id="845" r:id="rId21"/>
    <p:sldId id="846" r:id="rId22"/>
    <p:sldId id="850" r:id="rId23"/>
    <p:sldId id="857" r:id="rId24"/>
    <p:sldId id="851" r:id="rId25"/>
    <p:sldId id="847" r:id="rId26"/>
    <p:sldId id="848" r:id="rId27"/>
    <p:sldId id="624" r:id="rId28"/>
    <p:sldId id="610" r:id="rId29"/>
    <p:sldId id="613" r:id="rId30"/>
    <p:sldId id="806" r:id="rId31"/>
    <p:sldId id="849" r:id="rId32"/>
    <p:sldId id="85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Morris" initials="MM" lastIdx="1" clrIdx="0">
    <p:extLst>
      <p:ext uri="{19B8F6BF-5375-455C-9EA6-DF929625EA0E}">
        <p15:presenceInfo xmlns:p15="http://schemas.microsoft.com/office/powerpoint/2012/main" userId="e0501bf2facbc5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4371"/>
    <p:restoredTop sz="97379"/>
  </p:normalViewPr>
  <p:slideViewPr>
    <p:cSldViewPr snapToGrid="0" snapToObjects="1">
      <p:cViewPr varScale="1">
        <p:scale>
          <a:sx n="127" d="100"/>
          <a:sy n="127" d="100"/>
        </p:scale>
        <p:origin x="1520"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05754-C48E-DF4E-9B84-E7B6A3B19E2D}" type="datetimeFigureOut">
              <a:rPr lang="en-US" smtClean="0"/>
              <a:t>5/18/26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0362E-5C5C-984E-ABC7-C52ED959C05D}" type="slidenum">
              <a:rPr lang="en-US" smtClean="0"/>
              <a:t>‹#›</a:t>
            </a:fld>
            <a:endParaRPr lang="en-US"/>
          </a:p>
        </p:txBody>
      </p:sp>
    </p:spTree>
    <p:extLst>
      <p:ext uri="{BB962C8B-B14F-4D97-AF65-F5344CB8AC3E}">
        <p14:creationId xmlns:p14="http://schemas.microsoft.com/office/powerpoint/2010/main" val="74509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38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848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877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89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625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066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13</a:t>
            </a:fld>
            <a:endParaRPr lang="en-US"/>
          </a:p>
        </p:txBody>
      </p:sp>
    </p:spTree>
    <p:extLst>
      <p:ext uri="{BB962C8B-B14F-4D97-AF65-F5344CB8AC3E}">
        <p14:creationId xmlns:p14="http://schemas.microsoft.com/office/powerpoint/2010/main" val="3094358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22</a:t>
            </a:fld>
            <a:endParaRPr lang="en-US"/>
          </a:p>
        </p:txBody>
      </p:sp>
    </p:spTree>
    <p:extLst>
      <p:ext uri="{BB962C8B-B14F-4D97-AF65-F5344CB8AC3E}">
        <p14:creationId xmlns:p14="http://schemas.microsoft.com/office/powerpoint/2010/main" val="1260590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B0362E-5C5C-984E-ABC7-C52ED959C05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321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C4F-7A0F-A943-A37C-CBCA0E32B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A297DA-E85E-0C4F-99BF-0A156C60B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D6CA89-2D26-3A41-89B1-50126474275B}"/>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5" name="Footer Placeholder 4">
            <a:extLst>
              <a:ext uri="{FF2B5EF4-FFF2-40B4-BE49-F238E27FC236}">
                <a16:creationId xmlns:a16="http://schemas.microsoft.com/office/drawing/2014/main" id="{83BAD168-D168-924A-82CE-07F9D6F7C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38C6D-1145-FE40-A5F3-AA76BBFA80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776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C4-2DA1-B348-A4DF-75DC7F91C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9A7-F958-5045-8004-AB9AE1A96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4E59F-8028-6640-B7CD-712A00A55C6E}"/>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5" name="Footer Placeholder 4">
            <a:extLst>
              <a:ext uri="{FF2B5EF4-FFF2-40B4-BE49-F238E27FC236}">
                <a16:creationId xmlns:a16="http://schemas.microsoft.com/office/drawing/2014/main" id="{2635207B-575E-EB46-9167-DC8B9A1A7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25824-8924-0F4E-BA06-D6714EF019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826483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53B-5FCE-B74A-A920-BCEF1F63D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B97D35-0983-3A42-B252-8AD80D9BF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1E38F-3C0D-E140-A6E9-29E4DFD584A3}"/>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5" name="Footer Placeholder 4">
            <a:extLst>
              <a:ext uri="{FF2B5EF4-FFF2-40B4-BE49-F238E27FC236}">
                <a16:creationId xmlns:a16="http://schemas.microsoft.com/office/drawing/2014/main" id="{C931BD2A-DB13-B24A-BBFC-927CE896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7F839-BEAD-4046-84B9-B65359FFF199}"/>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2604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C177-DB72-3842-8FEB-9F3714731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F9017-D4AC-4443-9CD1-2655A6BD2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78D979-597B-B94B-BB54-1E681A7ECD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3BD60-7139-A04D-9B93-01CBEFB009F1}"/>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6" name="Footer Placeholder 5">
            <a:extLst>
              <a:ext uri="{FF2B5EF4-FFF2-40B4-BE49-F238E27FC236}">
                <a16:creationId xmlns:a16="http://schemas.microsoft.com/office/drawing/2014/main" id="{17B9F3AA-F8ED-E14B-85E0-12F62683C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C5392-4C49-3D4E-A960-85F3FF79B15C}"/>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88373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7FD0-5120-0C4E-9ED8-2E64DC8B9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CB33E-1A4C-E646-937B-3065B793B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4967C-4E8D-224B-B99B-5A8BFB4A6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943C8-A2E5-9D40-B765-79FA0F4A9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50570-0F93-F641-B441-AF42A2D4E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1A5EAD-E92B-9048-B9C8-92222381FEFA}"/>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8" name="Footer Placeholder 7">
            <a:extLst>
              <a:ext uri="{FF2B5EF4-FFF2-40B4-BE49-F238E27FC236}">
                <a16:creationId xmlns:a16="http://schemas.microsoft.com/office/drawing/2014/main" id="{21BD3873-3B3E-ED46-AB43-A96EABCE2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982CEE-B54E-EB49-A16C-7BD03BE41C56}"/>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19861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FC62-6751-0643-9250-97D2B5E35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9D249-AD5C-E04F-9713-314E504E7AD0}"/>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4" name="Footer Placeholder 3">
            <a:extLst>
              <a:ext uri="{FF2B5EF4-FFF2-40B4-BE49-F238E27FC236}">
                <a16:creationId xmlns:a16="http://schemas.microsoft.com/office/drawing/2014/main" id="{69FAE547-A907-884B-BE81-EF89D3D64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ED8E-C4AB-F14B-8929-F9E030329E5E}"/>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32453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4BB6F-7B9B-964D-886B-D85350A3C9D9}"/>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3" name="Footer Placeholder 2">
            <a:extLst>
              <a:ext uri="{FF2B5EF4-FFF2-40B4-BE49-F238E27FC236}">
                <a16:creationId xmlns:a16="http://schemas.microsoft.com/office/drawing/2014/main" id="{7B12AF3E-955F-E044-BADD-4B3F33469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94269-793F-EC42-A5AD-E4EDD73AAD10}"/>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137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5B24-7F29-EB4C-8550-397A4EF22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2BE189-5B1A-7048-AE10-17298DF6D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0FD4A-1397-2F45-A4D7-06ABB5876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62886-2AD3-CD44-9D2F-203200117585}"/>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6" name="Footer Placeholder 5">
            <a:extLst>
              <a:ext uri="{FF2B5EF4-FFF2-40B4-BE49-F238E27FC236}">
                <a16:creationId xmlns:a16="http://schemas.microsoft.com/office/drawing/2014/main" id="{545F0679-BAA2-4A4A-A43D-4712441F0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063EA-2E55-AB41-AAC6-3B06B0A425BD}"/>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99513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CBE6-8654-C64C-A30A-1F235AC12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834EB-69C2-AA42-98DA-7B4340442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F0A069-EA0A-1644-B57A-5EAE0C27D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5D40-9D00-D947-957C-66E69B00B713}"/>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6" name="Footer Placeholder 5">
            <a:extLst>
              <a:ext uri="{FF2B5EF4-FFF2-40B4-BE49-F238E27FC236}">
                <a16:creationId xmlns:a16="http://schemas.microsoft.com/office/drawing/2014/main" id="{5D6C0489-A2A3-BD45-A96A-DD5F4DAED3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4D875-A92C-C04E-8A5E-F2BC5682816A}"/>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50561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C65C-399B-6E41-B6BD-80F186188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F25FAD-24BB-2D45-A8F1-E9A895511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E0D81-B122-544D-8ACE-546BF4911DB7}"/>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5" name="Footer Placeholder 4">
            <a:extLst>
              <a:ext uri="{FF2B5EF4-FFF2-40B4-BE49-F238E27FC236}">
                <a16:creationId xmlns:a16="http://schemas.microsoft.com/office/drawing/2014/main" id="{9374E702-5864-8141-AF11-25FF6E46C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83AE1-F5D3-DF4B-8CC4-896B37D8A18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090927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62BFE7-4426-2841-9026-40331CF4D8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FECEF-DF15-7A4D-BABF-0E2EA14CC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24D43-6AD7-3A4D-9528-F70FC789D52D}"/>
              </a:ext>
            </a:extLst>
          </p:cNvPr>
          <p:cNvSpPr>
            <a:spLocks noGrp="1"/>
          </p:cNvSpPr>
          <p:nvPr>
            <p:ph type="dt" sz="half" idx="10"/>
          </p:nvPr>
        </p:nvSpPr>
        <p:spPr/>
        <p:txBody>
          <a:bodyPr/>
          <a:lstStyle/>
          <a:p>
            <a:fld id="{E3E42ED2-DF18-DB41-BB39-D7AA7F2F2082}" type="datetimeFigureOut">
              <a:rPr lang="en-US" smtClean="0"/>
              <a:t>5/18/26</a:t>
            </a:fld>
            <a:endParaRPr lang="en-US"/>
          </a:p>
        </p:txBody>
      </p:sp>
      <p:sp>
        <p:nvSpPr>
          <p:cNvPr id="5" name="Footer Placeholder 4">
            <a:extLst>
              <a:ext uri="{FF2B5EF4-FFF2-40B4-BE49-F238E27FC236}">
                <a16:creationId xmlns:a16="http://schemas.microsoft.com/office/drawing/2014/main" id="{80DD42A1-B626-9246-BFA2-70780398A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7DCD8-6D3F-824E-8311-38CE4EC5570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613502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5/18/26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509656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5/18/26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083901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5/18/26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63513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8D635-033D-CA45-AECF-FEC145E57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99257-A465-2C4D-9918-BC8C54895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DCD3B-E2F2-854E-BB00-D5B0BB2A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42ED2-DF18-DB41-BB39-D7AA7F2F2082}" type="datetimeFigureOut">
              <a:rPr lang="en-US" smtClean="0"/>
              <a:t>5/18/26</a:t>
            </a:fld>
            <a:endParaRPr lang="en-US"/>
          </a:p>
        </p:txBody>
      </p:sp>
      <p:sp>
        <p:nvSpPr>
          <p:cNvPr id="5" name="Footer Placeholder 4">
            <a:extLst>
              <a:ext uri="{FF2B5EF4-FFF2-40B4-BE49-F238E27FC236}">
                <a16:creationId xmlns:a16="http://schemas.microsoft.com/office/drawing/2014/main" id="{EFE405ED-7212-D349-B4CE-23AE6F2BE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D46886-3E69-B540-9366-21DA707D6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4A510-E3A4-8144-9597-B0C6EECC9215}" type="slidenum">
              <a:rPr lang="en-US" smtClean="0"/>
              <a:t>‹#›</a:t>
            </a:fld>
            <a:endParaRPr lang="en-US"/>
          </a:p>
        </p:txBody>
      </p:sp>
    </p:spTree>
    <p:extLst>
      <p:ext uri="{BB962C8B-B14F-4D97-AF65-F5344CB8AC3E}">
        <p14:creationId xmlns:p14="http://schemas.microsoft.com/office/powerpoint/2010/main" val="247531841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5/18/26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205020545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ns2:creationId id="{1D77ACA5-3691-8FEB-0266-8D47BBCCF4C6}"/>
              </a:ext>
            </a:extLst>
          </p:cNvPr>
          <p:cNvSpPr txBox="1"/>
          <p:nvPr/>
        </p:nvSpPr>
        <p:spPr>
          <a:xfrm>
            <a:off x="0" y="186247"/>
            <a:ext cx="12191999"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AAA Noether Core</a:t>
            </a:r>
          </a:p>
        </p:txBody>
      </p:sp>
    </p:spTree>
    <p:extLst>
      <p:ext uri="{BB962C8B-B14F-4D97-AF65-F5344CB8AC3E}">
        <ns3:creationId val="2348934641"/>
      </p:ext>
    </p:extLst>
  </p:cSld>
  <p:clrMapOvr>
    <a:masterClrMapping/>
  </p:clrMapOvr>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ns2:creationId id="{4D9217BE-F0DF-0043-9A68-69C8B7088BF0}"/>
              </a:ext>
            </a:extLst>
          </p:cNvPr>
          <p:cNvSpPr/>
          <p:nvPr/>
        </p:nvSpPr>
        <p:spPr>
          <a:xfrm>
            <a:off x="0" y="136937"/>
            <a:ext cx="12192000" cy="584775"/>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Binary Capture Builds Stable Tri-Binary Assemblies</a:t>
            </a:r>
          </a:p>
        </p:txBody>
      </p:sp>
      <p:sp>
        <p:nvSpPr>
          <p:cNvPr id="177" name="TextBox 176">
            <a:extLst>
              <a:ext uri="{FF2B5EF4-FFF2-40B4-BE49-F238E27FC236}">
                <ns2:creationId id="{CF706161-146F-363E-C3E1-CC4034884EA9}"/>
              </a:ext>
            </a:extLst>
          </p:cNvPr>
          <p:cNvSpPr txBox="1"/>
          <p:nvPr/>
        </p:nvSpPr>
        <p:spPr>
          <a:xfrm>
            <a:off x="126453" y="670082"/>
            <a:ext cx="1206554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 captured binary is stable only when the two orbital axes can close a mutual causal path.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high energy, binaries may capture one another by piercing the partner orbit.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Bi-binaries are possible metastable intermediates.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Tri-binary assemblies are the stable scaffold candidate for Noether cores.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an outer tier decays, the exposed bi-binary or uni-binary remnant is more reactive.</a:t>
            </a:r>
          </a:p>
        </p:txBody>
      </p:sp>
      <p:cxnSp>
        <p:nvCxnSpPr>
          <p:cNvPr id="92" name="Straight Connector 91">
            <a:extLst>
              <a:ext uri="{FF2B5EF4-FFF2-40B4-BE49-F238E27FC236}">
                <ns2:creationId id="{3FE0242A-08DF-980D-F565-9BC7D4C8BC4E}"/>
              </a:ext>
            </a:extLst>
          </p:cNvPr>
          <p:cNvCxnSpPr>
            <a:cxnSpLocks/>
          </p:cNvCxnSpPr>
          <p:nvPr/>
        </p:nvCxnSpPr>
        <p:spPr>
          <a:xfrm>
            <a:off x="6017396" y="22669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ns2:creationId id="{E6B7701F-38F5-E709-397C-98DBAA043E08}"/>
              </a:ext>
            </a:extLst>
          </p:cNvPr>
          <p:cNvSpPr>
            <a:spLocks noChangeAspect="1"/>
          </p:cNvSpPr>
          <p:nvPr/>
        </p:nvSpPr>
        <p:spPr>
          <a:xfrm flipH="1">
            <a:off x="5940357" y="21080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ns2:creationId id="{81219D62-4289-176F-8E08-04F806AB525F}"/>
              </a:ext>
            </a:extLst>
          </p:cNvPr>
          <p:cNvSpPr>
            <a:spLocks noChangeAspect="1"/>
          </p:cNvSpPr>
          <p:nvPr/>
        </p:nvSpPr>
        <p:spPr>
          <a:xfrm flipH="1">
            <a:off x="5940357" y="65536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ns2:creationId id="{4E2B42AA-FE86-6B0D-8686-E619B2563ABB}"/>
              </a:ext>
            </a:extLst>
          </p:cNvPr>
          <p:cNvCxnSpPr>
            <a:cxnSpLocks/>
          </p:cNvCxnSpPr>
          <p:nvPr/>
        </p:nvCxnSpPr>
        <p:spPr>
          <a:xfrm>
            <a:off x="6017396" y="57488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ns2:creationId id="{DCC97071-9D67-DC48-AD13-C0A25508CBD8}"/>
              </a:ext>
            </a:extLst>
          </p:cNvPr>
          <p:cNvSpPr/>
          <p:nvPr/>
        </p:nvSpPr>
        <p:spPr>
          <a:xfrm rot="5400000">
            <a:off x="4976354" y="-14185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ns2:creationId id="{942F0346-DB25-A44F-8938-8FB3746D7D80}"/>
              </a:ext>
            </a:extLst>
          </p:cNvPr>
          <p:cNvSpPr>
            <a:spLocks noChangeAspect="1"/>
          </p:cNvSpPr>
          <p:nvPr/>
        </p:nvSpPr>
        <p:spPr>
          <a:xfrm flipH="1">
            <a:off x="1513969" y="37262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ns2:creationId id="{B011BF8B-9B3B-194E-860A-C437CC99C7A7}"/>
              </a:ext>
            </a:extLst>
          </p:cNvPr>
          <p:cNvCxnSpPr>
            <a:cxnSpLocks/>
          </p:cNvCxnSpPr>
          <p:nvPr/>
        </p:nvCxnSpPr>
        <p:spPr>
          <a:xfrm rot="5100000">
            <a:off x="1508032" y="35896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ns2:creationId id="{B691BD1B-0C71-2652-AD52-47998D06C232}"/>
              </a:ext>
            </a:extLst>
          </p:cNvPr>
          <p:cNvGrpSpPr/>
          <p:nvPr/>
        </p:nvGrpSpPr>
        <p:grpSpPr>
          <a:xfrm>
            <a:off x="10182838" y="5053760"/>
            <a:ext cx="201597" cy="232311"/>
            <a:chOff x="10182838" y="4393360"/>
            <a:chExt cx="201597" cy="232311"/>
          </a:xfrm>
        </p:grpSpPr>
        <p:sp>
          <p:nvSpPr>
            <p:cNvPr id="88" name="Oval 87">
              <a:extLst>
                <a:ext uri="{FF2B5EF4-FFF2-40B4-BE49-F238E27FC236}">
                  <ns2:creationId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ns2:creationId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ns2:creationId id="{86BA35E8-F55F-2668-671C-5DA98F573EA3}"/>
              </a:ext>
            </a:extLst>
          </p:cNvPr>
          <p:cNvCxnSpPr>
            <a:cxnSpLocks/>
          </p:cNvCxnSpPr>
          <p:nvPr/>
        </p:nvCxnSpPr>
        <p:spPr>
          <a:xfrm flipH="1">
            <a:off x="6168222" y="36238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ns2:creationId id="{D0556B34-06E7-FDA8-495E-EB40BFC8A215}"/>
              </a:ext>
            </a:extLst>
          </p:cNvPr>
          <p:cNvCxnSpPr>
            <a:cxnSpLocks/>
          </p:cNvCxnSpPr>
          <p:nvPr/>
        </p:nvCxnSpPr>
        <p:spPr>
          <a:xfrm rot="1084618">
            <a:off x="5760386" y="49742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ns2:creationId id="{463D8A50-BA55-4BA5-8F77-72FAC042FA19}"/>
              </a:ext>
            </a:extLst>
          </p:cNvPr>
          <p:cNvSpPr/>
          <p:nvPr/>
        </p:nvSpPr>
        <p:spPr>
          <a:xfrm rot="6484618">
            <a:off x="5536018" y="21882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ns2:creationId id="{77517358-66D6-909D-B148-8A53B4C43CFF}"/>
              </a:ext>
            </a:extLst>
          </p:cNvPr>
          <p:cNvCxnSpPr>
            <a:cxnSpLocks/>
          </p:cNvCxnSpPr>
          <p:nvPr/>
        </p:nvCxnSpPr>
        <p:spPr>
          <a:xfrm rot="19589315">
            <a:off x="5867674" y="41509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ns2:creationId id="{E5ABB798-9816-DC3C-B09B-87220060F0F2}"/>
              </a:ext>
            </a:extLst>
          </p:cNvPr>
          <p:cNvCxnSpPr>
            <a:cxnSpLocks/>
          </p:cNvCxnSpPr>
          <p:nvPr/>
        </p:nvCxnSpPr>
        <p:spPr>
          <a:xfrm rot="19589315">
            <a:off x="6135041" y="45608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ns2:creationId id="{7BC6D58B-888D-2259-AAD2-733AF8590239}"/>
              </a:ext>
            </a:extLst>
          </p:cNvPr>
          <p:cNvSpPr/>
          <p:nvPr/>
        </p:nvSpPr>
        <p:spPr>
          <a:xfrm rot="3389315">
            <a:off x="5857958" y="39950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ns2:creationId id="{F493495A-2B26-4E85-24CA-F93040968695}"/>
              </a:ext>
            </a:extLst>
          </p:cNvPr>
          <p:cNvSpPr>
            <a:spLocks noChangeAspect="1"/>
          </p:cNvSpPr>
          <p:nvPr/>
        </p:nvSpPr>
        <p:spPr>
          <a:xfrm flipH="1">
            <a:off x="7148016" y="43404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ns2:creationId id="{79519A63-1B18-F0A5-19D2-CC40B88D3095}"/>
              </a:ext>
            </a:extLst>
          </p:cNvPr>
          <p:cNvCxnSpPr>
            <a:cxnSpLocks/>
          </p:cNvCxnSpPr>
          <p:nvPr/>
        </p:nvCxnSpPr>
        <p:spPr>
          <a:xfrm flipH="1" flipV="1">
            <a:off x="7205123" y="42506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ns2:creationId id="{A6BCBBD9-4C68-E58D-B48F-F4470C10C0E4}"/>
              </a:ext>
            </a:extLst>
          </p:cNvPr>
          <p:cNvSpPr>
            <a:spLocks noChangeAspect="1"/>
          </p:cNvSpPr>
          <p:nvPr/>
        </p:nvSpPr>
        <p:spPr>
          <a:xfrm flipH="1">
            <a:off x="4512454" y="42937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ns2:creationId id="{E0DDDD78-97E5-74A8-6ACD-A658AFA670EF}"/>
              </a:ext>
            </a:extLst>
          </p:cNvPr>
          <p:cNvCxnSpPr>
            <a:cxnSpLocks/>
          </p:cNvCxnSpPr>
          <p:nvPr/>
        </p:nvCxnSpPr>
        <p:spPr>
          <a:xfrm>
            <a:off x="4482354" y="44481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ns2:creationId id="{179B8960-EB84-C3D5-DD9A-3DE74A40C28E}"/>
              </a:ext>
            </a:extLst>
          </p:cNvPr>
          <p:cNvSpPr>
            <a:spLocks noChangeAspect="1"/>
          </p:cNvSpPr>
          <p:nvPr/>
        </p:nvSpPr>
        <p:spPr>
          <a:xfrm flipH="1">
            <a:off x="5628940" y="44175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ns2:creationId id="{6A774548-1FAB-CA59-90E2-4D36F7DEDA64}"/>
              </a:ext>
            </a:extLst>
          </p:cNvPr>
          <p:cNvCxnSpPr>
            <a:cxnSpLocks/>
          </p:cNvCxnSpPr>
          <p:nvPr/>
        </p:nvCxnSpPr>
        <p:spPr>
          <a:xfrm flipH="1">
            <a:off x="5569038" y="43668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ns2:creationId id="{FCFBE2B9-5375-F9D6-DC26-28B8C38A30FA}"/>
              </a:ext>
            </a:extLst>
          </p:cNvPr>
          <p:cNvSpPr>
            <a:spLocks noChangeAspect="1"/>
          </p:cNvSpPr>
          <p:nvPr/>
        </p:nvSpPr>
        <p:spPr>
          <a:xfrm flipH="1">
            <a:off x="6220941" y="42784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ns2:creationId id="{36C4A668-F8F0-37A6-A499-F9EAB439CEC5}"/>
              </a:ext>
            </a:extLst>
          </p:cNvPr>
          <p:cNvCxnSpPr>
            <a:cxnSpLocks/>
          </p:cNvCxnSpPr>
          <p:nvPr/>
        </p:nvCxnSpPr>
        <p:spPr>
          <a:xfrm flipV="1">
            <a:off x="6408983" y="42937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ns2:creationId id="{76D91214-D6F4-E6A1-23E5-E0A9CDEB85BB}"/>
              </a:ext>
            </a:extLst>
          </p:cNvPr>
          <p:cNvSpPr>
            <a:spLocks noChangeAspect="1"/>
          </p:cNvSpPr>
          <p:nvPr/>
        </p:nvSpPr>
        <p:spPr>
          <a:xfrm flipH="1">
            <a:off x="5628517" y="52063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ns2:creationId id="{FD9CF885-906A-AE2F-B1CF-6E037188E3C1}"/>
              </a:ext>
            </a:extLst>
          </p:cNvPr>
          <p:cNvSpPr>
            <a:spLocks noChangeAspect="1"/>
          </p:cNvSpPr>
          <p:nvPr/>
        </p:nvSpPr>
        <p:spPr>
          <a:xfrm flipH="1">
            <a:off x="6193658" y="35130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ns2:creationId id="{B46CBF79-8FEB-E768-1ED0-F2BECF0CCE61}"/>
              </a:ext>
            </a:extLst>
          </p:cNvPr>
          <p:cNvSpPr>
            <a:spLocks noChangeAspect="1"/>
          </p:cNvSpPr>
          <p:nvPr/>
        </p:nvSpPr>
        <p:spPr>
          <a:xfrm flipH="1">
            <a:off x="6129631" y="46425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ns2:creationId id="{E29105DC-7279-9A43-FAC8-0876C02BBA15}"/>
              </a:ext>
            </a:extLst>
          </p:cNvPr>
          <p:cNvSpPr>
            <a:spLocks noChangeAspect="1"/>
          </p:cNvSpPr>
          <p:nvPr/>
        </p:nvSpPr>
        <p:spPr>
          <a:xfrm flipH="1">
            <a:off x="5712370" y="40091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3:creationId val="1096222666"/>
      </p:ext>
    </p:extLst>
  </p:cSld>
  <p:clrMapOvr>
    <a:masterClrMapping/>
  </p:clrMapOvr>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ns2:creationId id="{8B9F2801-314B-3743-8406-886D110B2060}"/>
              </a:ext>
            </a:extLst>
          </p:cNvPr>
          <p:cNvSpPr>
            <a:spLocks noGrp="1"/>
          </p:cNvSpPr>
          <p:nvPr>
            <p:ph type="title"/>
          </p:nvPr>
        </p:nvSpPr>
        <p:spPr>
          <a:xfrm>
            <a:off x="838200" y="187318"/>
            <a:ext cx="10515600" cy="777875"/>
          </a:xfrm>
        </p:spPr>
        <p:txBody>
          <a:bodyPr>
            <a:normAutofit/>
          </a:bodyPr>
          <a:lstStyle/>
          <a:p>
            <a:pPr lvl="0"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Shielding Tiers Expose Deeper Core Energy</a:t>
            </a:r>
          </a:p>
        </p:txBody>
      </p:sp>
      <p:sp>
        <p:nvSpPr>
          <p:cNvPr id="4" name="Footer Placeholder 3">
            <a:extLst>
              <a:ext uri="{FF2B5EF4-FFF2-40B4-BE49-F238E27FC236}">
                <ns2:creationId id="{9D9787B4-78F2-E94F-B4AF-51DD5B0F66AA}"/>
              </a:ext>
            </a:extLst>
          </p:cNvPr>
          <p:cNvSpPr>
            <a:spLocks noGrp="1"/>
          </p:cNvSpPr>
          <p:nvPr>
            <p:ph type="ftr" sz="quarter" idx="11"/>
          </p:nvPr>
        </p:nvSpPr>
        <p:spPr>
          <a:xfrm>
            <a:off x="8973049" y="64351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ns2:creationId id="{177B3BCB-D82C-E84C-9991-CE693E895CA7}"/>
              </a:ext>
            </a:extLst>
          </p:cNvPr>
          <p:cNvSpPr>
            <a:spLocks noChangeAspect="1"/>
          </p:cNvSpPr>
          <p:nvPr/>
        </p:nvSpPr>
        <p:spPr>
          <a:xfrm rot="1800000">
            <a:off x="1946592" y="293634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ns2:creationId id="{5D9E1FD4-330D-3B4F-A764-B00628290EBE}"/>
              </a:ext>
            </a:extLst>
          </p:cNvPr>
          <p:cNvSpPr>
            <a:spLocks noChangeAspect="1"/>
          </p:cNvSpPr>
          <p:nvPr/>
        </p:nvSpPr>
        <p:spPr>
          <a:xfrm rot="1800000">
            <a:off x="1032192" y="202194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ns2:creationId id="{29D26BB5-DDB3-0A45-B9F6-FD176EE0C297}"/>
              </a:ext>
            </a:extLst>
          </p:cNvPr>
          <p:cNvSpPr>
            <a:spLocks noChangeAspect="1"/>
          </p:cNvSpPr>
          <p:nvPr/>
        </p:nvSpPr>
        <p:spPr>
          <a:xfrm rot="1800000">
            <a:off x="1489392" y="247914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ns2:creationId id="{1B4CC914-0A26-D941-9BC5-A962E3AE8773}"/>
              </a:ext>
            </a:extLst>
          </p:cNvPr>
          <p:cNvSpPr>
            <a:spLocks noChangeAspect="1"/>
          </p:cNvSpPr>
          <p:nvPr/>
        </p:nvSpPr>
        <p:spPr>
          <a:xfrm rot="1800000" flipH="1">
            <a:off x="1840052" y="289915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5" name="Oval 34">
            <a:extLst>
              <a:ext uri="{FF2B5EF4-FFF2-40B4-BE49-F238E27FC236}">
                <ns2:creationId id="{7CF8744D-9519-A84A-B262-7C7B66B8C3FF}"/>
              </a:ext>
            </a:extLst>
          </p:cNvPr>
          <p:cNvSpPr>
            <a:spLocks noChangeAspect="1"/>
          </p:cNvSpPr>
          <p:nvPr/>
        </p:nvSpPr>
        <p:spPr>
          <a:xfrm rot="1800000" flipH="1">
            <a:off x="2211883" y="311889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Oval 41">
            <a:extLst>
              <a:ext uri="{FF2B5EF4-FFF2-40B4-BE49-F238E27FC236}">
                <ns2:creationId id="{AE8BA4C5-756E-F648-B325-5D0219BBCC32}"/>
              </a:ext>
            </a:extLst>
          </p:cNvPr>
          <p:cNvSpPr>
            <a:spLocks noChangeAspect="1"/>
          </p:cNvSpPr>
          <p:nvPr/>
        </p:nvSpPr>
        <p:spPr>
          <a:xfrm rot="16200000" flipH="1">
            <a:off x="2024918" y="1870055"/>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3" name="Oval 42">
            <a:extLst>
              <a:ext uri="{FF2B5EF4-FFF2-40B4-BE49-F238E27FC236}">
                <ns2:creationId id="{170CF0D0-8D8D-C44A-A5BA-D5BB45ADF6D4}"/>
              </a:ext>
            </a:extLst>
          </p:cNvPr>
          <p:cNvSpPr>
            <a:spLocks noChangeAspect="1"/>
          </p:cNvSpPr>
          <p:nvPr/>
        </p:nvSpPr>
        <p:spPr>
          <a:xfrm rot="19800000" flipH="1">
            <a:off x="1432206" y="3353990"/>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Oval 43">
            <a:extLst>
              <a:ext uri="{FF2B5EF4-FFF2-40B4-BE49-F238E27FC236}">
                <ns2:creationId id="{E35B4EAA-23B1-F943-99C4-9F0DE0400B46}"/>
              </a:ext>
            </a:extLst>
          </p:cNvPr>
          <p:cNvSpPr>
            <a:spLocks noChangeAspect="1"/>
          </p:cNvSpPr>
          <p:nvPr/>
        </p:nvSpPr>
        <p:spPr>
          <a:xfrm rot="19800000" flipH="1">
            <a:off x="2614583" y="2670507"/>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Oval 44">
            <a:extLst>
              <a:ext uri="{FF2B5EF4-FFF2-40B4-BE49-F238E27FC236}">
                <ns2:creationId id="{FBABADE8-45C0-1447-9E16-E4BB1F37C97B}"/>
              </a:ext>
            </a:extLst>
          </p:cNvPr>
          <p:cNvSpPr>
            <a:spLocks noChangeAspect="1"/>
          </p:cNvSpPr>
          <p:nvPr/>
        </p:nvSpPr>
        <p:spPr>
          <a:xfrm rot="16200000" flipH="1">
            <a:off x="2026636" y="414834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9" name="Oval 168">
            <a:extLst>
              <a:ext uri="{FF2B5EF4-FFF2-40B4-BE49-F238E27FC236}">
                <ns2:creationId id="{C4CD84E3-1A59-D840-979B-2DDC531F736E}"/>
              </a:ext>
            </a:extLst>
          </p:cNvPr>
          <p:cNvSpPr>
            <a:spLocks noChangeAspect="1"/>
          </p:cNvSpPr>
          <p:nvPr/>
        </p:nvSpPr>
        <p:spPr>
          <a:xfrm flipH="1">
            <a:off x="1433133" y="335243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ns2:creationId id="{0C516E1C-C061-A941-B08D-1F3D314C814C}"/>
              </a:ext>
            </a:extLst>
          </p:cNvPr>
          <p:cNvSpPr>
            <a:spLocks noChangeAspect="1"/>
          </p:cNvSpPr>
          <p:nvPr/>
        </p:nvSpPr>
        <p:spPr>
          <a:xfrm flipH="1">
            <a:off x="2616059" y="266971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1" name="Oval 170">
            <a:extLst>
              <a:ext uri="{FF2B5EF4-FFF2-40B4-BE49-F238E27FC236}">
                <ns2:creationId id="{38A006FF-6837-4E46-A95F-6757B6B88BB7}"/>
              </a:ext>
            </a:extLst>
          </p:cNvPr>
          <p:cNvSpPr>
            <a:spLocks noChangeAspect="1"/>
          </p:cNvSpPr>
          <p:nvPr/>
        </p:nvSpPr>
        <p:spPr>
          <a:xfrm flipH="1">
            <a:off x="2024922" y="414652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2" name="Oval 171">
            <a:extLst>
              <a:ext uri="{FF2B5EF4-FFF2-40B4-BE49-F238E27FC236}">
                <ns2:creationId id="{3F2BF1D0-7B45-6E45-9749-4C89397883E2}"/>
              </a:ext>
            </a:extLst>
          </p:cNvPr>
          <p:cNvSpPr>
            <a:spLocks noChangeAspect="1"/>
          </p:cNvSpPr>
          <p:nvPr/>
        </p:nvSpPr>
        <p:spPr>
          <a:xfrm flipH="1">
            <a:off x="2214421" y="311823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ns2:creationId id="{5C4A8CAF-6093-DA4D-8E1D-F5DFBD78E1BA}"/>
              </a:ext>
            </a:extLst>
          </p:cNvPr>
          <p:cNvSpPr>
            <a:spLocks noChangeAspect="1"/>
          </p:cNvSpPr>
          <p:nvPr/>
        </p:nvSpPr>
        <p:spPr>
          <a:xfrm flipH="1">
            <a:off x="1841406" y="2896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ns2:creationId id="{059086E5-7989-BF4D-B184-9D5A6516B050}"/>
              </a:ext>
            </a:extLst>
          </p:cNvPr>
          <p:cNvSpPr>
            <a:spLocks noChangeAspect="1"/>
          </p:cNvSpPr>
          <p:nvPr/>
        </p:nvSpPr>
        <p:spPr>
          <a:xfrm flipH="1">
            <a:off x="2024979" y="187139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TextBox 53">
            <a:extLst>
              <a:ext uri="{FF2B5EF4-FFF2-40B4-BE49-F238E27FC236}">
                <ns2:creationId id="{14A5B4A5-C392-E442-818D-FB711E90577C}"/>
              </a:ext>
            </a:extLst>
          </p:cNvPr>
          <p:cNvSpPr txBox="1"/>
          <p:nvPr/>
        </p:nvSpPr>
        <p:spPr>
          <a:xfrm>
            <a:off x="-7005731" y="948690"/>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 Total immutable point potentials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 Personality point potentials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ns2:creationId id="{177A867C-241B-7045-A629-A217BBE571A3}"/>
              </a:ext>
            </a:extLst>
          </p:cNvPr>
          <p:cNvSpPr txBox="1"/>
          <p:nvPr/>
        </p:nvSpPr>
        <p:spPr>
          <a:xfrm>
            <a:off x="294853" y="6165876"/>
            <a:ext cx="2674130"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representations of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
        <p:nvSpPr>
          <p:cNvPr id="66" name="Oval 65">
            <a:extLst>
              <a:ext uri="{FF2B5EF4-FFF2-40B4-BE49-F238E27FC236}">
                <ns2:creationId id="{60DC97CA-4933-5144-AD0E-4B9259B3D059}"/>
              </a:ext>
            </a:extLst>
          </p:cNvPr>
          <p:cNvSpPr>
            <a:spLocks noChangeAspect="1"/>
          </p:cNvSpPr>
          <p:nvPr/>
        </p:nvSpPr>
        <p:spPr>
          <a:xfrm rot="1800000">
            <a:off x="5835663" y="2942256"/>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a:extLst>
              <a:ext uri="{FF2B5EF4-FFF2-40B4-BE49-F238E27FC236}">
                <ns2:creationId id="{90A0E22D-2796-7E44-8E4C-206675AE475C}"/>
              </a:ext>
            </a:extLst>
          </p:cNvPr>
          <p:cNvSpPr>
            <a:spLocks noChangeAspect="1"/>
          </p:cNvSpPr>
          <p:nvPr/>
        </p:nvSpPr>
        <p:spPr>
          <a:xfrm rot="1800000">
            <a:off x="5378463" y="2485056"/>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ns2:creationId id="{D297BF16-9C15-2040-BCC8-A5BFEB1B52F4}"/>
              </a:ext>
            </a:extLst>
          </p:cNvPr>
          <p:cNvSpPr>
            <a:spLocks noChangeAspect="1"/>
          </p:cNvSpPr>
          <p:nvPr/>
        </p:nvSpPr>
        <p:spPr>
          <a:xfrm rot="1800000" flipH="1">
            <a:off x="5729123" y="290506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4" name="Oval 73">
            <a:extLst>
              <a:ext uri="{FF2B5EF4-FFF2-40B4-BE49-F238E27FC236}">
                <ns2:creationId id="{5C6E120B-5A78-B549-B413-C7DCB46D1339}"/>
              </a:ext>
            </a:extLst>
          </p:cNvPr>
          <p:cNvSpPr>
            <a:spLocks noChangeAspect="1"/>
          </p:cNvSpPr>
          <p:nvPr/>
        </p:nvSpPr>
        <p:spPr>
          <a:xfrm rot="1800000" flipH="1">
            <a:off x="6100954" y="312480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2" name="Oval 81">
            <a:extLst>
              <a:ext uri="{FF2B5EF4-FFF2-40B4-BE49-F238E27FC236}">
                <ns2:creationId id="{A9EDA037-A611-D14A-BC2B-24742816B594}"/>
              </a:ext>
            </a:extLst>
          </p:cNvPr>
          <p:cNvSpPr>
            <a:spLocks noChangeAspect="1"/>
          </p:cNvSpPr>
          <p:nvPr/>
        </p:nvSpPr>
        <p:spPr>
          <a:xfrm rot="19800000" flipH="1">
            <a:off x="5321277" y="335990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3" name="Oval 82">
            <a:extLst>
              <a:ext uri="{FF2B5EF4-FFF2-40B4-BE49-F238E27FC236}">
                <ns2:creationId id="{6D4762A5-D4FE-8A47-9050-4DE853FC9ACF}"/>
              </a:ext>
            </a:extLst>
          </p:cNvPr>
          <p:cNvSpPr>
            <a:spLocks noChangeAspect="1"/>
          </p:cNvSpPr>
          <p:nvPr/>
        </p:nvSpPr>
        <p:spPr>
          <a:xfrm rot="19800000" flipH="1">
            <a:off x="6503654" y="2676421"/>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8" name="Oval 57">
            <a:extLst>
              <a:ext uri="{FF2B5EF4-FFF2-40B4-BE49-F238E27FC236}">
                <ns2:creationId id="{396D9099-B529-CC40-BE9B-1299522B0CE1}"/>
              </a:ext>
            </a:extLst>
          </p:cNvPr>
          <p:cNvSpPr>
            <a:spLocks noChangeAspect="1"/>
          </p:cNvSpPr>
          <p:nvPr/>
        </p:nvSpPr>
        <p:spPr>
          <a:xfrm flipH="1">
            <a:off x="5322204" y="3358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ns2:creationId id="{40A0AABC-4D11-FA48-9610-E094E1CA7C3D}"/>
              </a:ext>
            </a:extLst>
          </p:cNvPr>
          <p:cNvSpPr>
            <a:spLocks noChangeAspect="1"/>
          </p:cNvSpPr>
          <p:nvPr/>
        </p:nvSpPr>
        <p:spPr>
          <a:xfrm flipH="1">
            <a:off x="6505130" y="267562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1" name="Oval 60">
            <a:extLst>
              <a:ext uri="{FF2B5EF4-FFF2-40B4-BE49-F238E27FC236}">
                <ns2:creationId id="{AAB9E695-8AAE-F24E-B2F1-5E2D840198FB}"/>
              </a:ext>
            </a:extLst>
          </p:cNvPr>
          <p:cNvSpPr>
            <a:spLocks noChangeAspect="1"/>
          </p:cNvSpPr>
          <p:nvPr/>
        </p:nvSpPr>
        <p:spPr>
          <a:xfrm flipH="1">
            <a:off x="6103492" y="312415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ns2:creationId id="{D319CADC-88BE-C34C-87F0-64FDEF3C07E5}"/>
              </a:ext>
            </a:extLst>
          </p:cNvPr>
          <p:cNvSpPr>
            <a:spLocks noChangeAspect="1"/>
          </p:cNvSpPr>
          <p:nvPr/>
        </p:nvSpPr>
        <p:spPr>
          <a:xfrm flipH="1">
            <a:off x="5730477" y="2902264"/>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aphicFrame>
        <p:nvGraphicFramePr>
          <p:cNvPr id="11" name="Table 11">
            <a:extLst>
              <a:ext uri="{FF2B5EF4-FFF2-40B4-BE49-F238E27FC236}">
                <ns2:creationId id="{77D181D9-7730-5244-9AEB-0B44475E0600}"/>
              </a:ext>
            </a:extLst>
          </p:cNvPr>
          <p:cNvGraphicFramePr>
            <a:graphicFrameLocks noGrp="1"/>
          </p:cNvGraphicFramePr>
          <p:nvPr>
            <p:extLst>
              <p:ext uri="{D42A27DB-BD31-4B8C-83A1-F6EECF244321}">
                <ns3:modId val="812640237"/>
              </p:ext>
            </p:extLst>
          </p:nvPr>
        </p:nvGraphicFramePr>
        <p:xfrm>
          <a:off x="3997981" y="4160656"/>
          <a:ext cx="4132564" cy="2377440"/>
        </p:xfrm>
        <a:graphic>
          <a:graphicData uri="http://schemas.openxmlformats.org/drawingml/2006/table">
            <a:tbl>
              <a:tblPr firstRow="1" bandRow="1">
                <a:tableStyleId>{073A0DAA-6AF3-43AB-8588-CEC1D06C72B9}</a:tableStyleId>
              </a:tblPr>
              <a:tblGrid>
                <a:gridCol w="1438593">
                  <a:extLst>
                    <a:ext uri="{9D8B030D-6E8A-4147-A177-3AD203B41FA5}">
                      <ns2:colId val="1628065868"/>
                    </a:ext>
                  </a:extLst>
                </a:gridCol>
                <a:gridCol w="955992">
                  <a:extLst>
                    <a:ext uri="{9D8B030D-6E8A-4147-A177-3AD203B41FA5}">
                      <ns2:colId val="3333418016"/>
                    </a:ext>
                  </a:extLst>
                </a:gridCol>
                <a:gridCol w="1041718">
                  <a:extLst>
                    <a:ext uri="{9D8B030D-6E8A-4147-A177-3AD203B41FA5}">
                      <ns2:colId val="2983966065"/>
                    </a:ext>
                  </a:extLst>
                </a:gridCol>
                <a:gridCol w="696261">
                  <a:extLst>
                    <a:ext uri="{9D8B030D-6E8A-4147-A177-3AD203B41FA5}">
                      <ns2:colId val="4282305198"/>
                    </a:ext>
                  </a:extLst>
                </a:gridCol>
              </a:tblGrid>
              <a:tr h="205869">
                <a:tc>
                  <a:txBody>
                    <a:bodyPr/>
                    <a:lstStyle/>
                    <a:p>
                      <a:r>
                        <a:rPr lang="en-US" sz="2000" dirty="0"/>
                        <a:t>Binary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ns2:rowId val="18528099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Energy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 </a:t>
                      </a:r>
                      <a:r>
                        <a:rPr lang="en-US" sz="2000" dirty="0"/>
                        <a:t>&lt;&lt; E</a:t>
                      </a:r>
                      <a:r>
                        <a:rPr lang="en-US" sz="2000" baseline="-25000" dirty="0"/>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 </a:t>
                      </a:r>
                      <a:r>
                        <a:rPr lang="en-US" sz="2000" dirty="0"/>
                        <a:t>&lt;&lt; 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ns2:rowId val="141183626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Frequency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a:t>
                      </a:r>
                      <a:r>
                        <a:rPr lang="en-US" sz="2000" baseline="-25000" dirty="0"/>
                        <a:t> </a:t>
                      </a:r>
                      <a:r>
                        <a:rPr lang="en-US" sz="2000" dirty="0"/>
                        <a:t>&lt;&lt; </a:t>
                      </a:r>
                      <a:r>
                        <a:rPr lang="en-US" sz="2000" dirty="0" err="1"/>
                        <a:t>f</a:t>
                      </a:r>
                      <a:r>
                        <a:rPr lang="en-US" sz="2000" baseline="-25000" dirty="0" err="1"/>
                        <a:t>II</a:t>
                      </a:r>
                      <a:endParaRPr 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a:t>
                      </a:r>
                      <a:r>
                        <a:rPr lang="en-US" sz="2000" baseline="-25000" dirty="0"/>
                        <a:t> </a:t>
                      </a:r>
                      <a:r>
                        <a:rPr lang="en-US" sz="2000" dirty="0"/>
                        <a:t>&lt;&lt; </a:t>
                      </a: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ns2:rowId val="3951172800"/>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Radius</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a:t>
                      </a:r>
                      <a:r>
                        <a:rPr lang="en-US" sz="2000" baseline="-25000" dirty="0"/>
                        <a:t> </a:t>
                      </a:r>
                      <a:r>
                        <a:rPr lang="en-US" sz="2000" dirty="0"/>
                        <a:t>&gt;&gt; </a:t>
                      </a:r>
                      <a:r>
                        <a:rPr lang="en-US" sz="2000" dirty="0" err="1"/>
                        <a:t>r</a:t>
                      </a:r>
                      <a:r>
                        <a:rPr lang="en-US" sz="2000" baseline="-25000" dirty="0" err="1"/>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a:t>
                      </a:r>
                      <a:r>
                        <a:rPr lang="en-US" sz="2000" baseline="-25000" dirty="0"/>
                        <a:t> </a:t>
                      </a:r>
                      <a:r>
                        <a:rPr lang="en-US" sz="2000" dirty="0"/>
                        <a:t>&gt;&gt; </a:t>
                      </a: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ns2:rowId val="222755059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KE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extLst>
                  <a:ext uri="{0D108BD9-81ED-4DB2-BD59-A6C34878D82A}">
                    <ns2:rowId val="254374266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extLst>
                  <a:ext uri="{0D108BD9-81ED-4DB2-BD59-A6C34878D82A}">
                    <ns2:rowId val="2995610343"/>
                  </a:ext>
                </a:extLst>
              </a:tr>
            </a:tbl>
          </a:graphicData>
        </a:graphic>
      </p:graphicFrame>
      <p:sp>
        <p:nvSpPr>
          <p:cNvPr id="79" name="Oval 78">
            <a:extLst>
              <a:ext uri="{FF2B5EF4-FFF2-40B4-BE49-F238E27FC236}">
                <ns2:creationId id="{15B31D96-2778-435B-756B-68583CFBB131}"/>
              </a:ext>
            </a:extLst>
          </p:cNvPr>
          <p:cNvSpPr>
            <a:spLocks noChangeAspect="1"/>
          </p:cNvSpPr>
          <p:nvPr/>
        </p:nvSpPr>
        <p:spPr>
          <a:xfrm rot="1800000">
            <a:off x="9865028" y="2941910"/>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ns2:creationId id="{9BE8D9EA-A13C-B196-1949-E66A81BF2006}"/>
              </a:ext>
            </a:extLst>
          </p:cNvPr>
          <p:cNvSpPr>
            <a:spLocks noChangeAspect="1"/>
          </p:cNvSpPr>
          <p:nvPr/>
        </p:nvSpPr>
        <p:spPr>
          <a:xfrm rot="1800000" flipH="1">
            <a:off x="9758488" y="290472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7" name="Oval 86">
            <a:extLst>
              <a:ext uri="{FF2B5EF4-FFF2-40B4-BE49-F238E27FC236}">
                <ns2:creationId id="{8D1BCF79-E853-9416-C28A-6708CC928E0C}"/>
              </a:ext>
            </a:extLst>
          </p:cNvPr>
          <p:cNvSpPr>
            <a:spLocks noChangeAspect="1"/>
          </p:cNvSpPr>
          <p:nvPr/>
        </p:nvSpPr>
        <p:spPr>
          <a:xfrm rot="1800000" flipH="1">
            <a:off x="10130319" y="312446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5" name="Oval 74">
            <a:extLst>
              <a:ext uri="{FF2B5EF4-FFF2-40B4-BE49-F238E27FC236}">
                <ns2:creationId id="{C5B87A85-A0F0-EC90-F2B2-11781931796B}"/>
              </a:ext>
            </a:extLst>
          </p:cNvPr>
          <p:cNvSpPr>
            <a:spLocks noChangeAspect="1"/>
          </p:cNvSpPr>
          <p:nvPr/>
        </p:nvSpPr>
        <p:spPr>
          <a:xfrm flipH="1">
            <a:off x="10132857" y="312380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ns2:creationId id="{E0C248B0-0741-46E3-B654-774D78B62993}"/>
              </a:ext>
            </a:extLst>
          </p:cNvPr>
          <p:cNvSpPr>
            <a:spLocks noChangeAspect="1"/>
          </p:cNvSpPr>
          <p:nvPr/>
        </p:nvSpPr>
        <p:spPr>
          <a:xfrm flipH="1">
            <a:off x="9759842" y="2901918"/>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TextBox 11">
            <a:extLst>
              <a:ext uri="{FF2B5EF4-FFF2-40B4-BE49-F238E27FC236}">
                <ns2:creationId id="{E1E8861D-786C-7C40-88AC-F034E46925B4}"/>
              </a:ext>
            </a:extLst>
          </p:cNvPr>
          <p:cNvSpPr txBox="1"/>
          <p:nvPr/>
        </p:nvSpPr>
        <p:spPr>
          <a:xfrm>
            <a:off x="4840806" y="1387463"/>
            <a:ext cx="24978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 Fermion Core</a:t>
            </a:r>
          </a:p>
        </p:txBody>
      </p:sp>
      <p:sp>
        <p:nvSpPr>
          <p:cNvPr id="93" name="TextBox 92">
            <a:extLst>
              <a:ext uri="{FF2B5EF4-FFF2-40B4-BE49-F238E27FC236}">
                <ns2:creationId id="{8AD09EC1-9170-324B-81C1-8F206DFB0A03}"/>
              </a:ext>
            </a:extLst>
          </p:cNvPr>
          <p:cNvSpPr txBox="1"/>
          <p:nvPr/>
        </p:nvSpPr>
        <p:spPr>
          <a:xfrm>
            <a:off x="6266316" y="219340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94" name="TextBox 93">
            <a:extLst>
              <a:ext uri="{FF2B5EF4-FFF2-40B4-BE49-F238E27FC236}">
                <ns2:creationId id="{9E55F970-1CC8-204C-B3C6-9050D4F9C6C0}"/>
              </a:ext>
            </a:extLst>
          </p:cNvPr>
          <p:cNvSpPr txBox="1"/>
          <p:nvPr/>
        </p:nvSpPr>
        <p:spPr>
          <a:xfrm>
            <a:off x="5943880" y="257986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8" name="TextBox 7">
            <a:extLst>
              <a:ext uri="{FF2B5EF4-FFF2-40B4-BE49-F238E27FC236}">
                <ns2:creationId id="{5E4D2F58-3062-A8C1-C241-A3FB682778BC}"/>
              </a:ext>
            </a:extLst>
          </p:cNvPr>
          <p:cNvSpPr txBox="1"/>
          <p:nvPr/>
        </p:nvSpPr>
        <p:spPr>
          <a:xfrm>
            <a:off x="8839016" y="1387463"/>
            <a:ext cx="25506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III Fermion Core</a:t>
            </a:r>
          </a:p>
        </p:txBody>
      </p:sp>
      <p:sp>
        <p:nvSpPr>
          <p:cNvPr id="14" name="TextBox 13">
            <a:extLst>
              <a:ext uri="{FF2B5EF4-FFF2-40B4-BE49-F238E27FC236}">
                <ns2:creationId id="{FB183F00-9B3D-EB10-7013-CBD28154666B}"/>
              </a:ext>
            </a:extLst>
          </p:cNvPr>
          <p:cNvSpPr txBox="1"/>
          <p:nvPr/>
        </p:nvSpPr>
        <p:spPr>
          <a:xfrm>
            <a:off x="10121195" y="2642903"/>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16" name="TextBox 15">
            <a:extLst>
              <a:ext uri="{FF2B5EF4-FFF2-40B4-BE49-F238E27FC236}">
                <ns2:creationId id="{20F4ECD7-87AF-7261-E6F5-884B06BC0D6E}"/>
              </a:ext>
            </a:extLst>
          </p:cNvPr>
          <p:cNvSpPr txBox="1"/>
          <p:nvPr/>
        </p:nvSpPr>
        <p:spPr>
          <a:xfrm>
            <a:off x="991971" y="1387463"/>
            <a:ext cx="24449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 Fermion Core</a:t>
            </a:r>
          </a:p>
        </p:txBody>
      </p:sp>
      <p:sp>
        <p:nvSpPr>
          <p:cNvPr id="17" name="TextBox 16">
            <a:extLst>
              <a:ext uri="{FF2B5EF4-FFF2-40B4-BE49-F238E27FC236}">
                <ns2:creationId id="{AF12CB76-0957-DA64-F826-154A6FA05F30}"/>
              </a:ext>
            </a:extLst>
          </p:cNvPr>
          <p:cNvSpPr txBox="1"/>
          <p:nvPr/>
        </p:nvSpPr>
        <p:spPr>
          <a:xfrm>
            <a:off x="2735783" y="1858373"/>
            <a:ext cx="2483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p>
        </p:txBody>
      </p:sp>
      <p:sp>
        <p:nvSpPr>
          <p:cNvPr id="18" name="TextBox 17">
            <a:extLst>
              <a:ext uri="{FF2B5EF4-FFF2-40B4-BE49-F238E27FC236}">
                <ns2:creationId id="{6C0B8542-C95E-6DAE-DB71-A729869913AF}"/>
              </a:ext>
            </a:extLst>
          </p:cNvPr>
          <p:cNvSpPr txBox="1"/>
          <p:nvPr/>
        </p:nvSpPr>
        <p:spPr>
          <a:xfrm>
            <a:off x="2483733" y="223147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19" name="TextBox 18">
            <a:extLst>
              <a:ext uri="{FF2B5EF4-FFF2-40B4-BE49-F238E27FC236}">
                <ns2:creationId id="{5F1ED0DE-4DED-197B-A210-7F76433733A9}"/>
              </a:ext>
            </a:extLst>
          </p:cNvPr>
          <p:cNvSpPr txBox="1"/>
          <p:nvPr/>
        </p:nvSpPr>
        <p:spPr>
          <a:xfrm>
            <a:off x="2161297" y="261793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Tree>
    <p:extLst>
      <p:ext uri="{BB962C8B-B14F-4D97-AF65-F5344CB8AC3E}">
        <ns3:creationId val="1392620348"/>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882" name="Arc 881">
            <a:extLst>
              <a:ext uri="{FF2B5EF4-FFF2-40B4-BE49-F238E27FC236}">
                <ns2:creationId id="{FC15BCD7-61F1-F280-B291-6D3C7FB4ADD0}"/>
              </a:ext>
            </a:extLst>
          </p:cNvPr>
          <p:cNvSpPr/>
          <p:nvPr/>
        </p:nvSpPr>
        <p:spPr>
          <a:xfrm>
            <a:off x="1012393" y="1983959"/>
            <a:ext cx="99680" cy="996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ns2:creationId id="{C409198E-9FF1-9934-214B-CB1AE9BF1CA6}"/>
              </a:ext>
            </a:extLst>
          </p:cNvPr>
          <p:cNvSpPr/>
          <p:nvPr/>
        </p:nvSpPr>
        <p:spPr>
          <a:xfrm rot="10800000">
            <a:off x="1012393" y="1983959"/>
            <a:ext cx="99680" cy="996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0" name="Arc 879">
            <a:extLst>
              <a:ext uri="{FF2B5EF4-FFF2-40B4-BE49-F238E27FC236}">
                <ns2:creationId id="{4F3C1EC7-6A00-1E0E-5587-84A4B83927BD}"/>
              </a:ext>
            </a:extLst>
          </p:cNvPr>
          <p:cNvSpPr/>
          <p:nvPr/>
        </p:nvSpPr>
        <p:spPr>
          <a:xfrm rot="14400000">
            <a:off x="991719" y="1963285"/>
            <a:ext cx="141029" cy="14102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ns2:creationId id="{1ADBB78A-3E70-4A44-59BC-3AB4D23B434B}"/>
              </a:ext>
            </a:extLst>
          </p:cNvPr>
          <p:cNvSpPr/>
          <p:nvPr/>
        </p:nvSpPr>
        <p:spPr>
          <a:xfrm rot="3600000">
            <a:off x="991719" y="1963285"/>
            <a:ext cx="141029" cy="14102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8" name="Arc 877">
            <a:extLst>
              <a:ext uri="{FF2B5EF4-FFF2-40B4-BE49-F238E27FC236}">
                <ns2:creationId id="{06F449CB-794E-5ADB-7CF6-72C5F8B76E92}"/>
              </a:ext>
            </a:extLst>
          </p:cNvPr>
          <p:cNvSpPr/>
          <p:nvPr/>
        </p:nvSpPr>
        <p:spPr>
          <a:xfrm rot="7200000">
            <a:off x="970793" y="1942358"/>
            <a:ext cx="182880" cy="1828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ns2:creationId id="{B36B7510-1BFA-36CB-A0DD-1FA558F7B120}"/>
              </a:ext>
            </a:extLst>
          </p:cNvPr>
          <p:cNvSpPr/>
          <p:nvPr/>
        </p:nvSpPr>
        <p:spPr>
          <a:xfrm rot="18000000">
            <a:off x="970793" y="1942358"/>
            <a:ext cx="182880" cy="1828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4">
            <a:extLst>
              <a:ext uri="{FF2B5EF4-FFF2-40B4-BE49-F238E27FC236}">
                <ns2:creationId id="{7C5ACA46-7BDC-F97A-021D-407AA155B145}"/>
              </a:ext>
            </a:extLst>
          </p:cNvPr>
          <p:cNvSpPr txBox="1">
            <a:spLocks/>
          </p:cNvSpPr>
          <p:nvPr/>
        </p:nvSpPr>
        <p:spPr>
          <a:xfrm>
            <a:off x="724738" y="278398"/>
            <a:ext cx="10854481" cy="989620"/>
          </a:xfrm>
          <a:prstGeom prst="rect">
            <a:avLst/>
          </a:prstGeom>
          <a:noFill/>
          <a:ln>
            <a:noFill/>
          </a:ln>
        </p:spPr>
        <p:txBody>
          <a:bodyPr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Tri-Binaries Scale by Frequency, Radius, and Emission</a:t>
            </a:r>
          </a:p>
        </p:txBody>
      </p:sp>
      <p:sp>
        <p:nvSpPr>
          <p:cNvPr id="13" name="Arc 12">
            <a:extLst>
              <a:ext uri="{FF2B5EF4-FFF2-40B4-BE49-F238E27FC236}">
                <ns2:creationId id="{20AF1D60-E2A9-92E9-F7B7-3978E3A4D1DA}"/>
              </a:ext>
            </a:extLst>
          </p:cNvPr>
          <p:cNvSpPr/>
          <p:nvPr/>
        </p:nvSpPr>
        <p:spPr>
          <a:xfrm>
            <a:off x="3413558" y="1859361"/>
            <a:ext cx="348882" cy="34888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Arc 13">
            <a:extLst>
              <a:ext uri="{FF2B5EF4-FFF2-40B4-BE49-F238E27FC236}">
                <ns2:creationId id="{1EE8DFE3-9774-B3E7-F4E6-55E47877ECA6}"/>
              </a:ext>
            </a:extLst>
          </p:cNvPr>
          <p:cNvSpPr/>
          <p:nvPr/>
        </p:nvSpPr>
        <p:spPr>
          <a:xfrm rot="10800000">
            <a:off x="3413558" y="1859361"/>
            <a:ext cx="348882" cy="34888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Arc 10">
            <a:extLst>
              <a:ext uri="{FF2B5EF4-FFF2-40B4-BE49-F238E27FC236}">
                <ns2:creationId id="{7049C8F0-28D5-3E07-9D82-9670E04BEDC1}"/>
              </a:ext>
            </a:extLst>
          </p:cNvPr>
          <p:cNvSpPr/>
          <p:nvPr/>
        </p:nvSpPr>
        <p:spPr>
          <a:xfrm rot="14400000">
            <a:off x="3341198" y="1787001"/>
            <a:ext cx="493603" cy="49360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Arc 11">
            <a:extLst>
              <a:ext uri="{FF2B5EF4-FFF2-40B4-BE49-F238E27FC236}">
                <ns2:creationId id="{349A0666-017B-F5D7-43B2-D11023AC7C26}"/>
              </a:ext>
            </a:extLst>
          </p:cNvPr>
          <p:cNvSpPr/>
          <p:nvPr/>
        </p:nvSpPr>
        <p:spPr>
          <a:xfrm rot="3600000">
            <a:off x="3341198" y="1787001"/>
            <a:ext cx="493603" cy="49360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rc 8">
            <a:extLst>
              <a:ext uri="{FF2B5EF4-FFF2-40B4-BE49-F238E27FC236}">
                <ns2:creationId id="{A7C07429-12D5-433B-A3D2-07C905013D6D}"/>
              </a:ext>
            </a:extLst>
          </p:cNvPr>
          <p:cNvSpPr/>
          <p:nvPr/>
        </p:nvSpPr>
        <p:spPr>
          <a:xfrm rot="7200000">
            <a:off x="3267958" y="1713758"/>
            <a:ext cx="640080" cy="6400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Arc 9">
            <a:extLst>
              <a:ext uri="{FF2B5EF4-FFF2-40B4-BE49-F238E27FC236}">
                <ns2:creationId id="{66051411-8C85-E2D9-1E91-7F0E5813AB0C}"/>
              </a:ext>
            </a:extLst>
          </p:cNvPr>
          <p:cNvSpPr/>
          <p:nvPr/>
        </p:nvSpPr>
        <p:spPr>
          <a:xfrm rot="18000000">
            <a:off x="3267958" y="1713758"/>
            <a:ext cx="640080" cy="6400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Arc 22">
            <a:extLst>
              <a:ext uri="{FF2B5EF4-FFF2-40B4-BE49-F238E27FC236}">
                <ns2:creationId id="{DC076570-F758-AD57-F467-DBF409D6EA66}"/>
              </a:ext>
            </a:extLst>
          </p:cNvPr>
          <p:cNvSpPr/>
          <p:nvPr/>
        </p:nvSpPr>
        <p:spPr>
          <a:xfrm>
            <a:off x="1309746" y="1959039"/>
            <a:ext cx="149521" cy="14952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Arc 23">
            <a:extLst>
              <a:ext uri="{FF2B5EF4-FFF2-40B4-BE49-F238E27FC236}">
                <ns2:creationId id="{38015C71-F26F-E649-2892-5AD30311C9BB}"/>
              </a:ext>
            </a:extLst>
          </p:cNvPr>
          <p:cNvSpPr/>
          <p:nvPr/>
        </p:nvSpPr>
        <p:spPr>
          <a:xfrm rot="10800000">
            <a:off x="1309746" y="1959039"/>
            <a:ext cx="149521" cy="14952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Arc 20">
            <a:extLst>
              <a:ext uri="{FF2B5EF4-FFF2-40B4-BE49-F238E27FC236}">
                <ns2:creationId id="{16F0EF73-DD83-530D-E45F-77029AF124FA}"/>
              </a:ext>
            </a:extLst>
          </p:cNvPr>
          <p:cNvSpPr/>
          <p:nvPr/>
        </p:nvSpPr>
        <p:spPr>
          <a:xfrm rot="14400000">
            <a:off x="1278734" y="1928028"/>
            <a:ext cx="211544" cy="211544"/>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ns2:creationId id="{16CDEC78-0238-7556-F8CE-FCA1F5523779}"/>
              </a:ext>
            </a:extLst>
          </p:cNvPr>
          <p:cNvSpPr/>
          <p:nvPr/>
        </p:nvSpPr>
        <p:spPr>
          <a:xfrm rot="3600000">
            <a:off x="1278734" y="1928028"/>
            <a:ext cx="211544" cy="211544"/>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Arc 18">
            <a:extLst>
              <a:ext uri="{FF2B5EF4-FFF2-40B4-BE49-F238E27FC236}">
                <ns2:creationId id="{A1031EC1-4722-AF6A-E19E-DDD837130F83}"/>
              </a:ext>
            </a:extLst>
          </p:cNvPr>
          <p:cNvSpPr/>
          <p:nvPr/>
        </p:nvSpPr>
        <p:spPr>
          <a:xfrm rot="7200000">
            <a:off x="1247346" y="1896638"/>
            <a:ext cx="274320" cy="27432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Arc 19">
            <a:extLst>
              <a:ext uri="{FF2B5EF4-FFF2-40B4-BE49-F238E27FC236}">
                <ns2:creationId id="{83D229D3-5C8C-9697-70B9-5000E3D56681}"/>
              </a:ext>
            </a:extLst>
          </p:cNvPr>
          <p:cNvSpPr/>
          <p:nvPr/>
        </p:nvSpPr>
        <p:spPr>
          <a:xfrm rot="18000000">
            <a:off x="1247346" y="1896638"/>
            <a:ext cx="274320" cy="27432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rc 32">
            <a:extLst>
              <a:ext uri="{FF2B5EF4-FFF2-40B4-BE49-F238E27FC236}">
                <ns2:creationId id="{004DFF05-27B5-CF27-A278-96C25BA0EE39}"/>
              </a:ext>
            </a:extLst>
          </p:cNvPr>
          <p:cNvSpPr/>
          <p:nvPr/>
        </p:nvSpPr>
        <p:spPr>
          <a:xfrm>
            <a:off x="1698539" y="1934120"/>
            <a:ext cx="199361" cy="19936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Arc 33">
            <a:extLst>
              <a:ext uri="{FF2B5EF4-FFF2-40B4-BE49-F238E27FC236}">
                <ns2:creationId id="{03221FF9-3140-1477-132D-D8658354A551}"/>
              </a:ext>
            </a:extLst>
          </p:cNvPr>
          <p:cNvSpPr/>
          <p:nvPr/>
        </p:nvSpPr>
        <p:spPr>
          <a:xfrm rot="10800000">
            <a:off x="1698539" y="1934120"/>
            <a:ext cx="199361" cy="19936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Arc 30">
            <a:extLst>
              <a:ext uri="{FF2B5EF4-FFF2-40B4-BE49-F238E27FC236}">
                <ns2:creationId id="{3604387D-448C-E5F6-9015-5522773A904A}"/>
              </a:ext>
            </a:extLst>
          </p:cNvPr>
          <p:cNvSpPr/>
          <p:nvPr/>
        </p:nvSpPr>
        <p:spPr>
          <a:xfrm rot="14400000">
            <a:off x="1657190" y="1892771"/>
            <a:ext cx="282059" cy="28205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Arc 31">
            <a:extLst>
              <a:ext uri="{FF2B5EF4-FFF2-40B4-BE49-F238E27FC236}">
                <ns2:creationId id="{E7D37BFE-A1EE-BFE7-8B4E-6040F5C4036D}"/>
              </a:ext>
            </a:extLst>
          </p:cNvPr>
          <p:cNvSpPr/>
          <p:nvPr/>
        </p:nvSpPr>
        <p:spPr>
          <a:xfrm rot="3600000">
            <a:off x="1657190" y="1892771"/>
            <a:ext cx="282059" cy="28205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Arc 28">
            <a:extLst>
              <a:ext uri="{FF2B5EF4-FFF2-40B4-BE49-F238E27FC236}">
                <ns2:creationId id="{B2E14F30-C459-EF7E-93D2-950CD4356948}"/>
              </a:ext>
            </a:extLst>
          </p:cNvPr>
          <p:cNvSpPr/>
          <p:nvPr/>
        </p:nvSpPr>
        <p:spPr>
          <a:xfrm rot="7200000">
            <a:off x="1615339" y="1850918"/>
            <a:ext cx="365760" cy="36576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Arc 29">
            <a:extLst>
              <a:ext uri="{FF2B5EF4-FFF2-40B4-BE49-F238E27FC236}">
                <ns2:creationId id="{8E3DDEE3-514E-5A9B-A776-CC33BF746A31}"/>
              </a:ext>
            </a:extLst>
          </p:cNvPr>
          <p:cNvSpPr/>
          <p:nvPr/>
        </p:nvSpPr>
        <p:spPr>
          <a:xfrm rot="18000000">
            <a:off x="1615339" y="1850918"/>
            <a:ext cx="365760" cy="36576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Arc 42">
            <a:extLst>
              <a:ext uri="{FF2B5EF4-FFF2-40B4-BE49-F238E27FC236}">
                <ns2:creationId id="{55C02498-066D-36C2-615D-C788EA992A92}"/>
              </a:ext>
            </a:extLst>
          </p:cNvPr>
          <p:cNvSpPr/>
          <p:nvPr/>
        </p:nvSpPr>
        <p:spPr>
          <a:xfrm>
            <a:off x="2178772" y="1909200"/>
            <a:ext cx="249201" cy="24920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Arc 43">
            <a:extLst>
              <a:ext uri="{FF2B5EF4-FFF2-40B4-BE49-F238E27FC236}">
                <ns2:creationId id="{C510E530-0022-D8DA-9EC8-52DF9D5F8146}"/>
              </a:ext>
            </a:extLst>
          </p:cNvPr>
          <p:cNvSpPr/>
          <p:nvPr/>
        </p:nvSpPr>
        <p:spPr>
          <a:xfrm rot="10800000">
            <a:off x="2178772" y="1909200"/>
            <a:ext cx="249201" cy="24920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Arc 40">
            <a:extLst>
              <a:ext uri="{FF2B5EF4-FFF2-40B4-BE49-F238E27FC236}">
                <ns2:creationId id="{A8C5A661-F163-5216-998B-DC376C8C17A0}"/>
              </a:ext>
            </a:extLst>
          </p:cNvPr>
          <p:cNvSpPr/>
          <p:nvPr/>
        </p:nvSpPr>
        <p:spPr>
          <a:xfrm rot="14400000">
            <a:off x="2127086" y="1857514"/>
            <a:ext cx="352573" cy="35257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Arc 41">
            <a:extLst>
              <a:ext uri="{FF2B5EF4-FFF2-40B4-BE49-F238E27FC236}">
                <ns2:creationId id="{E327469A-DC1C-B06B-BBDB-37C85EE67940}"/>
              </a:ext>
            </a:extLst>
          </p:cNvPr>
          <p:cNvSpPr/>
          <p:nvPr/>
        </p:nvSpPr>
        <p:spPr>
          <a:xfrm rot="3600000">
            <a:off x="2127086" y="1857514"/>
            <a:ext cx="352573" cy="35257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Arc 38">
            <a:extLst>
              <a:ext uri="{FF2B5EF4-FFF2-40B4-BE49-F238E27FC236}">
                <ns2:creationId id="{FD1D82EA-71C3-96C6-0E2E-3A7733467ED4}"/>
              </a:ext>
            </a:extLst>
          </p:cNvPr>
          <p:cNvSpPr/>
          <p:nvPr/>
        </p:nvSpPr>
        <p:spPr>
          <a:xfrm rot="7200000">
            <a:off x="2074772" y="1805198"/>
            <a:ext cx="457200" cy="45720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Arc 39">
            <a:extLst>
              <a:ext uri="{FF2B5EF4-FFF2-40B4-BE49-F238E27FC236}">
                <ns2:creationId id="{00889E94-6AD8-1B92-89B0-50C2EA7A3206}"/>
              </a:ext>
            </a:extLst>
          </p:cNvPr>
          <p:cNvSpPr/>
          <p:nvPr/>
        </p:nvSpPr>
        <p:spPr>
          <a:xfrm rot="18000000">
            <a:off x="2074772" y="1805198"/>
            <a:ext cx="457200" cy="45720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Arc 52">
            <a:extLst>
              <a:ext uri="{FF2B5EF4-FFF2-40B4-BE49-F238E27FC236}">
                <ns2:creationId id="{2BFCACC8-2194-B033-02B2-34D9934F9051}"/>
              </a:ext>
            </a:extLst>
          </p:cNvPr>
          <p:cNvSpPr/>
          <p:nvPr/>
        </p:nvSpPr>
        <p:spPr>
          <a:xfrm>
            <a:off x="2750445" y="1884281"/>
            <a:ext cx="299041" cy="29904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Arc 53">
            <a:extLst>
              <a:ext uri="{FF2B5EF4-FFF2-40B4-BE49-F238E27FC236}">
                <ns2:creationId id="{CC812B6D-9F86-D5E6-C47B-1FEFA28F90AE}"/>
              </a:ext>
            </a:extLst>
          </p:cNvPr>
          <p:cNvSpPr/>
          <p:nvPr/>
        </p:nvSpPr>
        <p:spPr>
          <a:xfrm rot="10800000">
            <a:off x="2750445" y="1884281"/>
            <a:ext cx="299041" cy="29904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Arc 50">
            <a:extLst>
              <a:ext uri="{FF2B5EF4-FFF2-40B4-BE49-F238E27FC236}">
                <ns2:creationId id="{4489DB90-53CC-4F5E-469E-A2FAC10E5983}"/>
              </a:ext>
            </a:extLst>
          </p:cNvPr>
          <p:cNvSpPr/>
          <p:nvPr/>
        </p:nvSpPr>
        <p:spPr>
          <a:xfrm rot="14400000">
            <a:off x="2688422" y="1822258"/>
            <a:ext cx="423088" cy="423088"/>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Arc 51">
            <a:extLst>
              <a:ext uri="{FF2B5EF4-FFF2-40B4-BE49-F238E27FC236}">
                <ns2:creationId id="{5617BA55-E203-B765-5854-24BC2E912FB6}"/>
              </a:ext>
            </a:extLst>
          </p:cNvPr>
          <p:cNvSpPr/>
          <p:nvPr/>
        </p:nvSpPr>
        <p:spPr>
          <a:xfrm rot="3600000">
            <a:off x="2688422" y="1822258"/>
            <a:ext cx="423088" cy="423088"/>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Arc 48">
            <a:extLst>
              <a:ext uri="{FF2B5EF4-FFF2-40B4-BE49-F238E27FC236}">
                <ns2:creationId id="{8EC54BFC-7044-2AFA-943B-953ADD30A45F}"/>
              </a:ext>
            </a:extLst>
          </p:cNvPr>
          <p:cNvSpPr/>
          <p:nvPr/>
        </p:nvSpPr>
        <p:spPr>
          <a:xfrm rot="7200000">
            <a:off x="2625645" y="1759478"/>
            <a:ext cx="548640" cy="54864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Arc 49">
            <a:extLst>
              <a:ext uri="{FF2B5EF4-FFF2-40B4-BE49-F238E27FC236}">
                <ns2:creationId id="{A5B44A5A-486C-A508-F475-1C34DA727A04}"/>
              </a:ext>
            </a:extLst>
          </p:cNvPr>
          <p:cNvSpPr/>
          <p:nvPr/>
        </p:nvSpPr>
        <p:spPr>
          <a:xfrm rot="18000000">
            <a:off x="2625645" y="1759478"/>
            <a:ext cx="548640" cy="54864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Arc 62">
            <a:extLst>
              <a:ext uri="{FF2B5EF4-FFF2-40B4-BE49-F238E27FC236}">
                <ns2:creationId id="{DA570CE9-D1A4-8587-F0C8-BA1467A8D526}"/>
              </a:ext>
            </a:extLst>
          </p:cNvPr>
          <p:cNvSpPr/>
          <p:nvPr/>
        </p:nvSpPr>
        <p:spPr>
          <a:xfrm>
            <a:off x="4168111" y="1834442"/>
            <a:ext cx="398722" cy="39872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9" name="Arc 988">
            <a:extLst>
              <a:ext uri="{FF2B5EF4-FFF2-40B4-BE49-F238E27FC236}">
                <ns2:creationId id="{36871A95-8292-38BE-3C56-B5414C6A701A}"/>
              </a:ext>
            </a:extLst>
          </p:cNvPr>
          <p:cNvSpPr/>
          <p:nvPr/>
        </p:nvSpPr>
        <p:spPr>
          <a:xfrm rot="10800000">
            <a:off x="4168111" y="1834442"/>
            <a:ext cx="398722" cy="39872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Arc 60">
            <a:extLst>
              <a:ext uri="{FF2B5EF4-FFF2-40B4-BE49-F238E27FC236}">
                <ns2:creationId id="{778CD6A6-C6B4-2299-4434-BD61F6377550}"/>
              </a:ext>
            </a:extLst>
          </p:cNvPr>
          <p:cNvSpPr/>
          <p:nvPr/>
        </p:nvSpPr>
        <p:spPr>
          <a:xfrm rot="14400000">
            <a:off x="4085413" y="1751744"/>
            <a:ext cx="564117" cy="564117"/>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Arc 61">
            <a:extLst>
              <a:ext uri="{FF2B5EF4-FFF2-40B4-BE49-F238E27FC236}">
                <ns2:creationId id="{92F2F074-749F-7874-5DDE-1447672B3314}"/>
              </a:ext>
            </a:extLst>
          </p:cNvPr>
          <p:cNvSpPr/>
          <p:nvPr/>
        </p:nvSpPr>
        <p:spPr>
          <a:xfrm rot="3600000">
            <a:off x="4085413" y="1751744"/>
            <a:ext cx="564117" cy="564117"/>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Arc 58">
            <a:extLst>
              <a:ext uri="{FF2B5EF4-FFF2-40B4-BE49-F238E27FC236}">
                <ns2:creationId id="{3A9CD413-1857-E8BF-5D77-0E1456960D9F}"/>
              </a:ext>
            </a:extLst>
          </p:cNvPr>
          <p:cNvSpPr/>
          <p:nvPr/>
        </p:nvSpPr>
        <p:spPr>
          <a:xfrm rot="7200000">
            <a:off x="4001711" y="1668038"/>
            <a:ext cx="731520" cy="73152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Arc 59">
            <a:extLst>
              <a:ext uri="{FF2B5EF4-FFF2-40B4-BE49-F238E27FC236}">
                <ns2:creationId id="{4EDE69B6-B2F9-E7D6-B0D8-824DEEC80E52}"/>
              </a:ext>
            </a:extLst>
          </p:cNvPr>
          <p:cNvSpPr/>
          <p:nvPr/>
        </p:nvSpPr>
        <p:spPr>
          <a:xfrm rot="18000000">
            <a:off x="4001711" y="1668038"/>
            <a:ext cx="731520" cy="73152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8" name="Arc 997">
            <a:extLst>
              <a:ext uri="{FF2B5EF4-FFF2-40B4-BE49-F238E27FC236}">
                <ns2:creationId id="{78649D63-2ECB-4C9E-4544-7A96B5E8DB9A}"/>
              </a:ext>
            </a:extLst>
          </p:cNvPr>
          <p:cNvSpPr/>
          <p:nvPr/>
        </p:nvSpPr>
        <p:spPr>
          <a:xfrm>
            <a:off x="5014104" y="1809522"/>
            <a:ext cx="448562" cy="44856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9" name="Arc 998">
            <a:extLst>
              <a:ext uri="{FF2B5EF4-FFF2-40B4-BE49-F238E27FC236}">
                <ns2:creationId id="{895B6E9E-69D8-915A-8F50-8BE06BE3177D}"/>
              </a:ext>
            </a:extLst>
          </p:cNvPr>
          <p:cNvSpPr/>
          <p:nvPr/>
        </p:nvSpPr>
        <p:spPr>
          <a:xfrm rot="10800000">
            <a:off x="5014104" y="1809522"/>
            <a:ext cx="448562" cy="44856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6" name="Arc 995">
            <a:extLst>
              <a:ext uri="{FF2B5EF4-FFF2-40B4-BE49-F238E27FC236}">
                <ns2:creationId id="{F83541B4-8918-3EB9-2951-02C7B5354430}"/>
              </a:ext>
            </a:extLst>
          </p:cNvPr>
          <p:cNvSpPr/>
          <p:nvPr/>
        </p:nvSpPr>
        <p:spPr>
          <a:xfrm rot="14400000">
            <a:off x="4921069" y="1716487"/>
            <a:ext cx="634632" cy="63463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7" name="Arc 996">
            <a:extLst>
              <a:ext uri="{FF2B5EF4-FFF2-40B4-BE49-F238E27FC236}">
                <ns2:creationId id="{956E4016-D593-6C37-3A2C-197A5B2DEFE6}"/>
              </a:ext>
            </a:extLst>
          </p:cNvPr>
          <p:cNvSpPr/>
          <p:nvPr/>
        </p:nvSpPr>
        <p:spPr>
          <a:xfrm rot="3600000">
            <a:off x="4921069" y="1716487"/>
            <a:ext cx="634632" cy="63463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4" name="Arc 993">
            <a:extLst>
              <a:ext uri="{FF2B5EF4-FFF2-40B4-BE49-F238E27FC236}">
                <ns2:creationId id="{0E5789AA-2FCF-40B9-1B0D-A98846D54031}"/>
              </a:ext>
            </a:extLst>
          </p:cNvPr>
          <p:cNvSpPr/>
          <p:nvPr/>
        </p:nvSpPr>
        <p:spPr>
          <a:xfrm rot="7200000">
            <a:off x="4826904" y="1622318"/>
            <a:ext cx="822960" cy="82296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5" name="Arc 994">
            <a:extLst>
              <a:ext uri="{FF2B5EF4-FFF2-40B4-BE49-F238E27FC236}">
                <ns2:creationId id="{7769ECA1-C383-65FE-8E1B-63AF76DA67C9}"/>
              </a:ext>
            </a:extLst>
          </p:cNvPr>
          <p:cNvSpPr/>
          <p:nvPr/>
        </p:nvSpPr>
        <p:spPr>
          <a:xfrm rot="18000000">
            <a:off x="4826904" y="1622318"/>
            <a:ext cx="822960" cy="82296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8" name="Arc 1007">
            <a:extLst>
              <a:ext uri="{FF2B5EF4-FFF2-40B4-BE49-F238E27FC236}">
                <ns2:creationId id="{978B6393-8023-3F86-C8F1-D641BA898172}"/>
              </a:ext>
            </a:extLst>
          </p:cNvPr>
          <p:cNvSpPr/>
          <p:nvPr/>
        </p:nvSpPr>
        <p:spPr>
          <a:xfrm>
            <a:off x="5951537" y="1784603"/>
            <a:ext cx="498402" cy="49840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9" name="Arc 1008">
            <a:extLst>
              <a:ext uri="{FF2B5EF4-FFF2-40B4-BE49-F238E27FC236}">
                <ns2:creationId id="{4B4C9990-53D9-3DC7-4998-3169BD5D070E}"/>
              </a:ext>
            </a:extLst>
          </p:cNvPr>
          <p:cNvSpPr/>
          <p:nvPr/>
        </p:nvSpPr>
        <p:spPr>
          <a:xfrm rot="10800000">
            <a:off x="5951537" y="1784603"/>
            <a:ext cx="498402" cy="49840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6" name="Arc 1005">
            <a:extLst>
              <a:ext uri="{FF2B5EF4-FFF2-40B4-BE49-F238E27FC236}">
                <ns2:creationId id="{C91FE4D5-2B5E-CB6B-D0B1-DD4AA7530FE3}"/>
              </a:ext>
            </a:extLst>
          </p:cNvPr>
          <p:cNvSpPr/>
          <p:nvPr/>
        </p:nvSpPr>
        <p:spPr>
          <a:xfrm rot="14400000">
            <a:off x="5848165" y="1681231"/>
            <a:ext cx="705147" cy="705147"/>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7" name="Arc 1006">
            <a:extLst>
              <a:ext uri="{FF2B5EF4-FFF2-40B4-BE49-F238E27FC236}">
                <ns2:creationId id="{91F03B8D-8180-8BA3-3E84-E5428E8991D4}"/>
              </a:ext>
            </a:extLst>
          </p:cNvPr>
          <p:cNvSpPr/>
          <p:nvPr/>
        </p:nvSpPr>
        <p:spPr>
          <a:xfrm rot="3600000">
            <a:off x="5848165" y="1681231"/>
            <a:ext cx="705147" cy="705147"/>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4" name="Arc 1003">
            <a:extLst>
              <a:ext uri="{FF2B5EF4-FFF2-40B4-BE49-F238E27FC236}">
                <ns2:creationId id="{5FAE1C5D-0B15-8BAA-B445-493CF3066964}"/>
              </a:ext>
            </a:extLst>
          </p:cNvPr>
          <p:cNvSpPr/>
          <p:nvPr/>
        </p:nvSpPr>
        <p:spPr>
          <a:xfrm rot="7200000">
            <a:off x="5743537" y="1576598"/>
            <a:ext cx="914400" cy="91440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5" name="Arc 1004">
            <a:extLst>
              <a:ext uri="{FF2B5EF4-FFF2-40B4-BE49-F238E27FC236}">
                <ns2:creationId id="{A8867B60-8ACC-A21A-3B1B-7C895252D6CD}"/>
              </a:ext>
            </a:extLst>
          </p:cNvPr>
          <p:cNvSpPr/>
          <p:nvPr/>
        </p:nvSpPr>
        <p:spPr>
          <a:xfrm rot="18000000">
            <a:off x="5743537" y="1576598"/>
            <a:ext cx="914400" cy="91440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8" name="Arc 1017">
            <a:extLst>
              <a:ext uri="{FF2B5EF4-FFF2-40B4-BE49-F238E27FC236}">
                <ns2:creationId id="{1DF4F090-A72F-4A70-249C-F734DE682730}"/>
              </a:ext>
            </a:extLst>
          </p:cNvPr>
          <p:cNvSpPr/>
          <p:nvPr/>
        </p:nvSpPr>
        <p:spPr>
          <a:xfrm>
            <a:off x="6980410" y="1759683"/>
            <a:ext cx="548243" cy="548243"/>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9" name="Arc 1018">
            <a:extLst>
              <a:ext uri="{FF2B5EF4-FFF2-40B4-BE49-F238E27FC236}">
                <ns2:creationId id="{0E4FAD39-4518-87CF-74D3-A8A2EE69D1FF}"/>
              </a:ext>
            </a:extLst>
          </p:cNvPr>
          <p:cNvSpPr/>
          <p:nvPr/>
        </p:nvSpPr>
        <p:spPr>
          <a:xfrm rot="10800000">
            <a:off x="6980410" y="1759683"/>
            <a:ext cx="548243" cy="548243"/>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6" name="Arc 1015">
            <a:extLst>
              <a:ext uri="{FF2B5EF4-FFF2-40B4-BE49-F238E27FC236}">
                <ns2:creationId id="{B7DA9341-9C04-2070-792C-47B2E7E1270B}"/>
              </a:ext>
            </a:extLst>
          </p:cNvPr>
          <p:cNvSpPr/>
          <p:nvPr/>
        </p:nvSpPr>
        <p:spPr>
          <a:xfrm rot="14400000">
            <a:off x="6866701" y="1645974"/>
            <a:ext cx="775661" cy="775661"/>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7" name="Arc 1016">
            <a:extLst>
              <a:ext uri="{FF2B5EF4-FFF2-40B4-BE49-F238E27FC236}">
                <ns2:creationId id="{ED83C225-FD47-EDD2-A919-C8649C49F1C7}"/>
              </a:ext>
            </a:extLst>
          </p:cNvPr>
          <p:cNvSpPr/>
          <p:nvPr/>
        </p:nvSpPr>
        <p:spPr>
          <a:xfrm rot="3600000">
            <a:off x="6866701" y="1645974"/>
            <a:ext cx="775661" cy="775661"/>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4" name="Arc 1013">
            <a:extLst>
              <a:ext uri="{FF2B5EF4-FFF2-40B4-BE49-F238E27FC236}">
                <ns2:creationId id="{DF50CBCA-7FB9-A69A-68C4-F20FFB5F1892}"/>
              </a:ext>
            </a:extLst>
          </p:cNvPr>
          <p:cNvSpPr/>
          <p:nvPr/>
        </p:nvSpPr>
        <p:spPr>
          <a:xfrm rot="7200000">
            <a:off x="6751610" y="1530878"/>
            <a:ext cx="1005840" cy="100584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5" name="Arc 1014">
            <a:extLst>
              <a:ext uri="{FF2B5EF4-FFF2-40B4-BE49-F238E27FC236}">
                <ns2:creationId id="{02820139-1C71-A542-8C76-E729F94B385C}"/>
              </a:ext>
            </a:extLst>
          </p:cNvPr>
          <p:cNvSpPr/>
          <p:nvPr/>
        </p:nvSpPr>
        <p:spPr>
          <a:xfrm rot="18000000">
            <a:off x="6751610" y="1530878"/>
            <a:ext cx="1005840" cy="100584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2" name="Arc 771">
            <a:extLst>
              <a:ext uri="{FF2B5EF4-FFF2-40B4-BE49-F238E27FC236}">
                <ns2:creationId id="{95D80F65-395F-7755-9739-F81504D85E5F}"/>
              </a:ext>
            </a:extLst>
          </p:cNvPr>
          <p:cNvSpPr/>
          <p:nvPr/>
        </p:nvSpPr>
        <p:spPr>
          <a:xfrm>
            <a:off x="5198972" y="3112096"/>
            <a:ext cx="897124" cy="89712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3" name="Arc 772">
            <a:extLst>
              <a:ext uri="{FF2B5EF4-FFF2-40B4-BE49-F238E27FC236}">
                <ns2:creationId id="{1A11B5AC-5F95-B1E4-923D-B4F415A36B07}"/>
              </a:ext>
            </a:extLst>
          </p:cNvPr>
          <p:cNvSpPr/>
          <p:nvPr/>
        </p:nvSpPr>
        <p:spPr>
          <a:xfrm rot="10800000">
            <a:off x="5198972" y="3112096"/>
            <a:ext cx="897124" cy="89712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0" name="Arc 769">
            <a:extLst>
              <a:ext uri="{FF2B5EF4-FFF2-40B4-BE49-F238E27FC236}">
                <ns2:creationId id="{F8258244-F2CA-8479-9BAB-201BF1A43867}"/>
              </a:ext>
            </a:extLst>
          </p:cNvPr>
          <p:cNvSpPr/>
          <p:nvPr/>
        </p:nvSpPr>
        <p:spPr>
          <a:xfrm rot="14400000">
            <a:off x="5012902" y="2926026"/>
            <a:ext cx="1269264" cy="126926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1" name="Arc 770">
            <a:extLst>
              <a:ext uri="{FF2B5EF4-FFF2-40B4-BE49-F238E27FC236}">
                <ns2:creationId id="{C0F0ED6E-FFCC-351B-A845-1FFF5941401F}"/>
              </a:ext>
            </a:extLst>
          </p:cNvPr>
          <p:cNvSpPr/>
          <p:nvPr/>
        </p:nvSpPr>
        <p:spPr>
          <a:xfrm rot="3600000">
            <a:off x="5012902" y="2926026"/>
            <a:ext cx="1269264" cy="126926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8" name="Arc 767">
            <a:extLst>
              <a:ext uri="{FF2B5EF4-FFF2-40B4-BE49-F238E27FC236}">
                <ns2:creationId id="{6E9DDE38-002E-9538-D5A9-A94B1BF4BB88}"/>
              </a:ext>
            </a:extLst>
          </p:cNvPr>
          <p:cNvSpPr/>
          <p:nvPr/>
        </p:nvSpPr>
        <p:spPr>
          <a:xfrm rot="7200000">
            <a:off x="4824544" y="2737714"/>
            <a:ext cx="1645922" cy="16459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9" name="Arc 768">
            <a:extLst>
              <a:ext uri="{FF2B5EF4-FFF2-40B4-BE49-F238E27FC236}">
                <ns2:creationId id="{34048815-59EE-95AB-ECAF-9740CE74C9D2}"/>
              </a:ext>
            </a:extLst>
          </p:cNvPr>
          <p:cNvSpPr/>
          <p:nvPr/>
        </p:nvSpPr>
        <p:spPr>
          <a:xfrm rot="18000000">
            <a:off x="4824558" y="2737704"/>
            <a:ext cx="1645922" cy="16459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2" name="Arc 781">
            <a:extLst>
              <a:ext uri="{FF2B5EF4-FFF2-40B4-BE49-F238E27FC236}">
                <ns2:creationId id="{CDB85622-284E-E466-117E-955EC381DB7D}"/>
              </a:ext>
            </a:extLst>
          </p:cNvPr>
          <p:cNvSpPr/>
          <p:nvPr/>
        </p:nvSpPr>
        <p:spPr>
          <a:xfrm>
            <a:off x="7066500" y="3137036"/>
            <a:ext cx="847284" cy="84728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3" name="Arc 782">
            <a:extLst>
              <a:ext uri="{FF2B5EF4-FFF2-40B4-BE49-F238E27FC236}">
                <ns2:creationId id="{15229812-D6B5-4EFA-45E6-0AD94474BC29}"/>
              </a:ext>
            </a:extLst>
          </p:cNvPr>
          <p:cNvSpPr/>
          <p:nvPr/>
        </p:nvSpPr>
        <p:spPr>
          <a:xfrm rot="10800000">
            <a:off x="7066500" y="3137036"/>
            <a:ext cx="847284" cy="84728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0" name="Arc 779">
            <a:extLst>
              <a:ext uri="{FF2B5EF4-FFF2-40B4-BE49-F238E27FC236}">
                <ns2:creationId id="{4E0EC69D-4A6D-BEEE-8198-5538586B29A1}"/>
              </a:ext>
            </a:extLst>
          </p:cNvPr>
          <p:cNvSpPr/>
          <p:nvPr/>
        </p:nvSpPr>
        <p:spPr>
          <a:xfrm rot="14400000">
            <a:off x="6890767" y="2961303"/>
            <a:ext cx="1198749" cy="119874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1" name="Arc 780">
            <a:extLst>
              <a:ext uri="{FF2B5EF4-FFF2-40B4-BE49-F238E27FC236}">
                <ns2:creationId id="{5CD73F72-BFA1-9AC0-49C9-5F90C7726D66}"/>
              </a:ext>
            </a:extLst>
          </p:cNvPr>
          <p:cNvSpPr/>
          <p:nvPr/>
        </p:nvSpPr>
        <p:spPr>
          <a:xfrm rot="3600000">
            <a:off x="6890767" y="2961303"/>
            <a:ext cx="1198749" cy="119874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8" name="Arc 777">
            <a:extLst>
              <a:ext uri="{FF2B5EF4-FFF2-40B4-BE49-F238E27FC236}">
                <ns2:creationId id="{515EDDE7-4146-5801-8333-36858C22D153}"/>
              </a:ext>
            </a:extLst>
          </p:cNvPr>
          <p:cNvSpPr/>
          <p:nvPr/>
        </p:nvSpPr>
        <p:spPr>
          <a:xfrm rot="7200000">
            <a:off x="6712900" y="2783428"/>
            <a:ext cx="1554480" cy="15544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9" name="Arc 778">
            <a:extLst>
              <a:ext uri="{FF2B5EF4-FFF2-40B4-BE49-F238E27FC236}">
                <ns2:creationId id="{8EF5172C-7B79-FA1B-F288-623D9AD2E7C3}"/>
              </a:ext>
            </a:extLst>
          </p:cNvPr>
          <p:cNvSpPr/>
          <p:nvPr/>
        </p:nvSpPr>
        <p:spPr>
          <a:xfrm rot="18000000">
            <a:off x="6712900" y="2783428"/>
            <a:ext cx="1554480" cy="15544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2" name="Arc 791">
            <a:extLst>
              <a:ext uri="{FF2B5EF4-FFF2-40B4-BE49-F238E27FC236}">
                <ns2:creationId id="{739E31BB-89A5-7A62-75D5-E70ABA04F256}"/>
              </a:ext>
            </a:extLst>
          </p:cNvPr>
          <p:cNvSpPr/>
          <p:nvPr/>
        </p:nvSpPr>
        <p:spPr>
          <a:xfrm>
            <a:off x="8842605" y="3161955"/>
            <a:ext cx="797444" cy="79744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3" name="Arc 792">
            <a:extLst>
              <a:ext uri="{FF2B5EF4-FFF2-40B4-BE49-F238E27FC236}">
                <ns2:creationId id="{67DAF3E8-94D5-6200-0DF1-7D86C61FFB39}"/>
              </a:ext>
            </a:extLst>
          </p:cNvPr>
          <p:cNvSpPr/>
          <p:nvPr/>
        </p:nvSpPr>
        <p:spPr>
          <a:xfrm rot="10800000">
            <a:off x="8842605" y="3161955"/>
            <a:ext cx="797444" cy="79744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0" name="Arc 789">
            <a:extLst>
              <a:ext uri="{FF2B5EF4-FFF2-40B4-BE49-F238E27FC236}">
                <ns2:creationId id="{32CE912E-3119-62E7-048F-751B2EA92455}"/>
              </a:ext>
            </a:extLst>
          </p:cNvPr>
          <p:cNvSpPr/>
          <p:nvPr/>
        </p:nvSpPr>
        <p:spPr>
          <a:xfrm rot="14400000">
            <a:off x="8677210" y="2996560"/>
            <a:ext cx="1128234" cy="11282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1" name="Arc 790">
            <a:extLst>
              <a:ext uri="{FF2B5EF4-FFF2-40B4-BE49-F238E27FC236}">
                <ns2:creationId id="{AE03F87F-F21D-8380-0432-E285773098FB}"/>
              </a:ext>
            </a:extLst>
          </p:cNvPr>
          <p:cNvSpPr/>
          <p:nvPr/>
        </p:nvSpPr>
        <p:spPr>
          <a:xfrm rot="3600000">
            <a:off x="8677210" y="2996560"/>
            <a:ext cx="1128234" cy="11282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8" name="Arc 787">
            <a:extLst>
              <a:ext uri="{FF2B5EF4-FFF2-40B4-BE49-F238E27FC236}">
                <ns2:creationId id="{E5415718-9C78-E4B0-074A-569366C7EBE3}"/>
              </a:ext>
            </a:extLst>
          </p:cNvPr>
          <p:cNvSpPr/>
          <p:nvPr/>
        </p:nvSpPr>
        <p:spPr>
          <a:xfrm rot="7200000">
            <a:off x="8509805" y="2829148"/>
            <a:ext cx="1463040" cy="146304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9" name="Arc 788">
            <a:extLst>
              <a:ext uri="{FF2B5EF4-FFF2-40B4-BE49-F238E27FC236}">
                <ns2:creationId id="{FEAF39EC-858C-2BE0-2781-BFADCB576E88}"/>
              </a:ext>
            </a:extLst>
          </p:cNvPr>
          <p:cNvSpPr/>
          <p:nvPr/>
        </p:nvSpPr>
        <p:spPr>
          <a:xfrm rot="18000000">
            <a:off x="8509805" y="2829148"/>
            <a:ext cx="1463040" cy="146304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8" name="Arc 1027">
            <a:extLst>
              <a:ext uri="{FF2B5EF4-FFF2-40B4-BE49-F238E27FC236}">
                <ns2:creationId id="{F08EB276-CE33-AB00-D8FF-2DB6EAAB6B65}"/>
              </a:ext>
            </a:extLst>
          </p:cNvPr>
          <p:cNvSpPr/>
          <p:nvPr/>
        </p:nvSpPr>
        <p:spPr>
          <a:xfrm>
            <a:off x="10527272" y="3186875"/>
            <a:ext cx="747603" cy="74760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Arc 1028">
            <a:extLst>
              <a:ext uri="{FF2B5EF4-FFF2-40B4-BE49-F238E27FC236}">
                <ns2:creationId id="{79CA316C-08C9-58A0-3810-0A0F9A3DB0B2}"/>
              </a:ext>
            </a:extLst>
          </p:cNvPr>
          <p:cNvSpPr/>
          <p:nvPr/>
        </p:nvSpPr>
        <p:spPr>
          <a:xfrm rot="10800000">
            <a:off x="10527272" y="3186875"/>
            <a:ext cx="747603" cy="74760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6" name="Arc 1025">
            <a:extLst>
              <a:ext uri="{FF2B5EF4-FFF2-40B4-BE49-F238E27FC236}">
                <ns2:creationId id="{A9C5A2CB-E754-0D33-7588-4B95DC4D00F1}"/>
              </a:ext>
            </a:extLst>
          </p:cNvPr>
          <p:cNvSpPr/>
          <p:nvPr/>
        </p:nvSpPr>
        <p:spPr>
          <a:xfrm rot="14400000">
            <a:off x="10372214" y="3031817"/>
            <a:ext cx="1057720" cy="10577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7" name="Arc 1026">
            <a:extLst>
              <a:ext uri="{FF2B5EF4-FFF2-40B4-BE49-F238E27FC236}">
                <ns2:creationId id="{1661C786-5335-3797-3DB4-86D8E19992A6}"/>
              </a:ext>
            </a:extLst>
          </p:cNvPr>
          <p:cNvSpPr/>
          <p:nvPr/>
        </p:nvSpPr>
        <p:spPr>
          <a:xfrm rot="3600000">
            <a:off x="10372214" y="3031817"/>
            <a:ext cx="1057720" cy="10577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4" name="Arc 1023">
            <a:extLst>
              <a:ext uri="{FF2B5EF4-FFF2-40B4-BE49-F238E27FC236}">
                <ns2:creationId id="{23C38CA1-42D4-B0DB-5847-B11374EE215A}"/>
              </a:ext>
            </a:extLst>
          </p:cNvPr>
          <p:cNvSpPr/>
          <p:nvPr/>
        </p:nvSpPr>
        <p:spPr>
          <a:xfrm rot="7200000">
            <a:off x="10215272" y="2874868"/>
            <a:ext cx="1371600" cy="137160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5" name="Arc 1024">
            <a:extLst>
              <a:ext uri="{FF2B5EF4-FFF2-40B4-BE49-F238E27FC236}">
                <ns2:creationId id="{ED5C86BA-DAC8-F1B5-B123-DBFB7E72A9E6}"/>
              </a:ext>
            </a:extLst>
          </p:cNvPr>
          <p:cNvSpPr/>
          <p:nvPr/>
        </p:nvSpPr>
        <p:spPr>
          <a:xfrm rot="18000000">
            <a:off x="10215272" y="2874868"/>
            <a:ext cx="1371600" cy="137160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Arc 1037">
            <a:extLst>
              <a:ext uri="{FF2B5EF4-FFF2-40B4-BE49-F238E27FC236}">
                <ns2:creationId id="{D789D19B-C60B-173E-0E6C-1054FDBDF7C4}"/>
              </a:ext>
            </a:extLst>
          </p:cNvPr>
          <p:cNvSpPr/>
          <p:nvPr/>
        </p:nvSpPr>
        <p:spPr>
          <a:xfrm>
            <a:off x="10615672" y="1684925"/>
            <a:ext cx="697763" cy="69776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9" name="Arc 1038">
            <a:extLst>
              <a:ext uri="{FF2B5EF4-FFF2-40B4-BE49-F238E27FC236}">
                <ns2:creationId id="{3A583F9D-5A31-34D1-F501-7DE22CE1E61F}"/>
              </a:ext>
            </a:extLst>
          </p:cNvPr>
          <p:cNvSpPr/>
          <p:nvPr/>
        </p:nvSpPr>
        <p:spPr>
          <a:xfrm rot="10800000">
            <a:off x="10615672" y="1684925"/>
            <a:ext cx="697763" cy="69776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Arc 1035">
            <a:extLst>
              <a:ext uri="{FF2B5EF4-FFF2-40B4-BE49-F238E27FC236}">
                <ns2:creationId id="{403205DC-8BF7-4458-0FD3-558797A35580}"/>
              </a:ext>
            </a:extLst>
          </p:cNvPr>
          <p:cNvSpPr/>
          <p:nvPr/>
        </p:nvSpPr>
        <p:spPr>
          <a:xfrm rot="14400000">
            <a:off x="10470951" y="1540204"/>
            <a:ext cx="987205" cy="987205"/>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7" name="Arc 1036">
            <a:extLst>
              <a:ext uri="{FF2B5EF4-FFF2-40B4-BE49-F238E27FC236}">
                <ns2:creationId id="{22327059-797F-0BB5-5358-A1A71ED6481B}"/>
              </a:ext>
            </a:extLst>
          </p:cNvPr>
          <p:cNvSpPr/>
          <p:nvPr/>
        </p:nvSpPr>
        <p:spPr>
          <a:xfrm rot="3600000">
            <a:off x="10470951" y="1540204"/>
            <a:ext cx="987205" cy="987205"/>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4" name="Arc 1033">
            <a:extLst>
              <a:ext uri="{FF2B5EF4-FFF2-40B4-BE49-F238E27FC236}">
                <ns2:creationId id="{318EB971-2CAF-58E0-54A8-AB7CCBCDCC14}"/>
              </a:ext>
            </a:extLst>
          </p:cNvPr>
          <p:cNvSpPr/>
          <p:nvPr/>
        </p:nvSpPr>
        <p:spPr>
          <a:xfrm rot="7200000">
            <a:off x="10324472" y="1393718"/>
            <a:ext cx="1280160" cy="128016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Arc 1034">
            <a:extLst>
              <a:ext uri="{FF2B5EF4-FFF2-40B4-BE49-F238E27FC236}">
                <ns2:creationId id="{03635642-D75F-6F2F-8A50-194D6A9C766D}"/>
              </a:ext>
            </a:extLst>
          </p:cNvPr>
          <p:cNvSpPr/>
          <p:nvPr/>
        </p:nvSpPr>
        <p:spPr>
          <a:xfrm rot="18000000">
            <a:off x="10324472" y="1393718"/>
            <a:ext cx="1280160" cy="128016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Arc 1047">
            <a:extLst>
              <a:ext uri="{FF2B5EF4-FFF2-40B4-BE49-F238E27FC236}">
                <ns2:creationId id="{FA9F7B58-853C-DC59-7496-9AB2FD3124AB}"/>
              </a:ext>
            </a:extLst>
          </p:cNvPr>
          <p:cNvSpPr/>
          <p:nvPr/>
        </p:nvSpPr>
        <p:spPr>
          <a:xfrm>
            <a:off x="9312476" y="1709844"/>
            <a:ext cx="647923" cy="64792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9" name="Arc 1048">
            <a:extLst>
              <a:ext uri="{FF2B5EF4-FFF2-40B4-BE49-F238E27FC236}">
                <ns2:creationId id="{3E1162F5-71ED-1851-C1D9-6E46193257DE}"/>
              </a:ext>
            </a:extLst>
          </p:cNvPr>
          <p:cNvSpPr/>
          <p:nvPr/>
        </p:nvSpPr>
        <p:spPr>
          <a:xfrm rot="10800000">
            <a:off x="9312476" y="1709844"/>
            <a:ext cx="647923" cy="64792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Arc 1045">
            <a:extLst>
              <a:ext uri="{FF2B5EF4-FFF2-40B4-BE49-F238E27FC236}">
                <ns2:creationId id="{20B6084D-9BBA-323E-2620-A8DCB4D68929}"/>
              </a:ext>
            </a:extLst>
          </p:cNvPr>
          <p:cNvSpPr/>
          <p:nvPr/>
        </p:nvSpPr>
        <p:spPr>
          <a:xfrm rot="14400000">
            <a:off x="9178092" y="1575460"/>
            <a:ext cx="916690" cy="91669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7" name="Arc 1046">
            <a:extLst>
              <a:ext uri="{FF2B5EF4-FFF2-40B4-BE49-F238E27FC236}">
                <ns2:creationId id="{7613BEFD-4E3C-3B09-6614-0D75C224EEE1}"/>
              </a:ext>
            </a:extLst>
          </p:cNvPr>
          <p:cNvSpPr/>
          <p:nvPr/>
        </p:nvSpPr>
        <p:spPr>
          <a:xfrm rot="3600000">
            <a:off x="9178092" y="1575460"/>
            <a:ext cx="916690" cy="91669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4" name="Arc 1043">
            <a:extLst>
              <a:ext uri="{FF2B5EF4-FFF2-40B4-BE49-F238E27FC236}">
                <ns2:creationId id="{8ACA22F9-9A07-59E3-B33A-D096DF3882AF}"/>
              </a:ext>
            </a:extLst>
          </p:cNvPr>
          <p:cNvSpPr/>
          <p:nvPr/>
        </p:nvSpPr>
        <p:spPr>
          <a:xfrm rot="7200000">
            <a:off x="9042076" y="1439438"/>
            <a:ext cx="1188720" cy="118872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5" name="Arc 1044">
            <a:extLst>
              <a:ext uri="{FF2B5EF4-FFF2-40B4-BE49-F238E27FC236}">
                <ns2:creationId id="{709DF5D7-7573-21CC-491D-77CA566283B4}"/>
              </a:ext>
            </a:extLst>
          </p:cNvPr>
          <p:cNvSpPr/>
          <p:nvPr/>
        </p:nvSpPr>
        <p:spPr>
          <a:xfrm rot="18000000">
            <a:off x="9042076" y="1439438"/>
            <a:ext cx="1188720" cy="118872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Arc 1057">
            <a:extLst>
              <a:ext uri="{FF2B5EF4-FFF2-40B4-BE49-F238E27FC236}">
                <ns2:creationId id="{D6E61B71-A4BC-5567-7E6E-082FA3689E5F}"/>
              </a:ext>
            </a:extLst>
          </p:cNvPr>
          <p:cNvSpPr/>
          <p:nvPr/>
        </p:nvSpPr>
        <p:spPr>
          <a:xfrm>
            <a:off x="8100723" y="1734764"/>
            <a:ext cx="598083" cy="59808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9" name="Arc 1058">
            <a:extLst>
              <a:ext uri="{FF2B5EF4-FFF2-40B4-BE49-F238E27FC236}">
                <ns2:creationId id="{055637C2-7FC8-C9A3-811E-EFCAD6B3CB72}"/>
              </a:ext>
            </a:extLst>
          </p:cNvPr>
          <p:cNvSpPr/>
          <p:nvPr/>
        </p:nvSpPr>
        <p:spPr>
          <a:xfrm rot="10800000">
            <a:off x="8100723" y="1734764"/>
            <a:ext cx="598083" cy="59808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6" name="Arc 1055">
            <a:extLst>
              <a:ext uri="{FF2B5EF4-FFF2-40B4-BE49-F238E27FC236}">
                <ns2:creationId id="{19584E2A-EDC7-19C3-7BCE-D4F5228CA3C4}"/>
              </a:ext>
            </a:extLst>
          </p:cNvPr>
          <p:cNvSpPr/>
          <p:nvPr/>
        </p:nvSpPr>
        <p:spPr>
          <a:xfrm rot="14400000">
            <a:off x="7976676" y="1610717"/>
            <a:ext cx="846176" cy="846176"/>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Arc 1056">
            <a:extLst>
              <a:ext uri="{FF2B5EF4-FFF2-40B4-BE49-F238E27FC236}">
                <ns2:creationId id="{1C0FFBBE-9868-9262-0507-6CBF453282F0}"/>
              </a:ext>
            </a:extLst>
          </p:cNvPr>
          <p:cNvSpPr/>
          <p:nvPr/>
        </p:nvSpPr>
        <p:spPr>
          <a:xfrm rot="3600000">
            <a:off x="7976676" y="1610717"/>
            <a:ext cx="846176" cy="846176"/>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4" name="Arc 1053">
            <a:extLst>
              <a:ext uri="{FF2B5EF4-FFF2-40B4-BE49-F238E27FC236}">
                <ns2:creationId id="{2FE014D9-70AC-6E68-2232-33D079AAEE4D}"/>
              </a:ext>
            </a:extLst>
          </p:cNvPr>
          <p:cNvSpPr/>
          <p:nvPr/>
        </p:nvSpPr>
        <p:spPr>
          <a:xfrm rot="7200000">
            <a:off x="7851123" y="1485158"/>
            <a:ext cx="1097280" cy="109728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Arc 1054">
            <a:extLst>
              <a:ext uri="{FF2B5EF4-FFF2-40B4-BE49-F238E27FC236}">
                <ns2:creationId id="{A4CE5F17-01D4-37B4-D24E-1E743600105A}"/>
              </a:ext>
            </a:extLst>
          </p:cNvPr>
          <p:cNvSpPr/>
          <p:nvPr/>
        </p:nvSpPr>
        <p:spPr>
          <a:xfrm rot="18000000">
            <a:off x="7851123" y="1485158"/>
            <a:ext cx="1097280" cy="109728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Arc 1067">
            <a:extLst>
              <a:ext uri="{FF2B5EF4-FFF2-40B4-BE49-F238E27FC236}">
                <ns2:creationId id="{9ADA0D08-EE64-A935-6962-2A76F39DE3CA}"/>
              </a:ext>
            </a:extLst>
          </p:cNvPr>
          <p:cNvSpPr/>
          <p:nvPr/>
        </p:nvSpPr>
        <p:spPr>
          <a:xfrm>
            <a:off x="3239993" y="3087180"/>
            <a:ext cx="946955" cy="94695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9" name="Arc 1068">
            <a:extLst>
              <a:ext uri="{FF2B5EF4-FFF2-40B4-BE49-F238E27FC236}">
                <ns2:creationId id="{609C6B3F-D26B-BDA7-476A-E83A8CFEBB28}"/>
              </a:ext>
            </a:extLst>
          </p:cNvPr>
          <p:cNvSpPr/>
          <p:nvPr/>
        </p:nvSpPr>
        <p:spPr>
          <a:xfrm rot="10800000">
            <a:off x="3239993" y="3087180"/>
            <a:ext cx="946955" cy="94695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6" name="Arc 1065">
            <a:extLst>
              <a:ext uri="{FF2B5EF4-FFF2-40B4-BE49-F238E27FC236}">
                <ns2:creationId id="{66E97744-BC66-FD4E-51FE-656AD71D140C}"/>
              </a:ext>
            </a:extLst>
          </p:cNvPr>
          <p:cNvSpPr/>
          <p:nvPr/>
        </p:nvSpPr>
        <p:spPr>
          <a:xfrm rot="14400000">
            <a:off x="3043588" y="2890775"/>
            <a:ext cx="1339765" cy="133976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Arc 1066">
            <a:extLst>
              <a:ext uri="{FF2B5EF4-FFF2-40B4-BE49-F238E27FC236}">
                <ns2:creationId id="{E76DA54B-B9DE-EA9A-B53F-18EC1D410A38}"/>
              </a:ext>
            </a:extLst>
          </p:cNvPr>
          <p:cNvSpPr/>
          <p:nvPr/>
        </p:nvSpPr>
        <p:spPr>
          <a:xfrm rot="3600000">
            <a:off x="3043588" y="2890775"/>
            <a:ext cx="1339765" cy="133976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Arc 1063">
            <a:extLst>
              <a:ext uri="{FF2B5EF4-FFF2-40B4-BE49-F238E27FC236}">
                <ns2:creationId id="{D7398733-E3C5-377C-F12E-532327FF7E1C}"/>
              </a:ext>
            </a:extLst>
          </p:cNvPr>
          <p:cNvSpPr/>
          <p:nvPr/>
        </p:nvSpPr>
        <p:spPr>
          <a:xfrm rot="7200000">
            <a:off x="2844768" y="2692002"/>
            <a:ext cx="1737344" cy="173734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5" name="Arc 1064">
            <a:extLst>
              <a:ext uri="{FF2B5EF4-FFF2-40B4-BE49-F238E27FC236}">
                <ns2:creationId id="{2B51C444-EFF7-BA8A-0B48-3230A0F741B3}"/>
              </a:ext>
            </a:extLst>
          </p:cNvPr>
          <p:cNvSpPr/>
          <p:nvPr/>
        </p:nvSpPr>
        <p:spPr>
          <a:xfrm rot="18000000">
            <a:off x="2844783" y="2691992"/>
            <a:ext cx="1737344" cy="173734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8" name="Arc 1077">
            <a:extLst>
              <a:ext uri="{FF2B5EF4-FFF2-40B4-BE49-F238E27FC236}">
                <ns2:creationId id="{33A436BF-C654-3314-3CB4-296C5DDF71FB}"/>
              </a:ext>
            </a:extLst>
          </p:cNvPr>
          <p:cNvSpPr/>
          <p:nvPr/>
        </p:nvSpPr>
        <p:spPr>
          <a:xfrm>
            <a:off x="1189579" y="3062259"/>
            <a:ext cx="996795" cy="99679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9" name="Arc 1078">
            <a:extLst>
              <a:ext uri="{FF2B5EF4-FFF2-40B4-BE49-F238E27FC236}">
                <ns2:creationId id="{D511BB98-48CC-E1B9-B2D4-C1F6B8EF7402}"/>
              </a:ext>
            </a:extLst>
          </p:cNvPr>
          <p:cNvSpPr/>
          <p:nvPr/>
        </p:nvSpPr>
        <p:spPr>
          <a:xfrm rot="10800000">
            <a:off x="1189579" y="3062259"/>
            <a:ext cx="996795" cy="99679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6" name="Arc 1075">
            <a:extLst>
              <a:ext uri="{FF2B5EF4-FFF2-40B4-BE49-F238E27FC236}">
                <ns2:creationId id="{54833E6F-F601-CEC5-C07D-1C0B6D069744}"/>
              </a:ext>
            </a:extLst>
          </p:cNvPr>
          <p:cNvSpPr/>
          <p:nvPr/>
        </p:nvSpPr>
        <p:spPr>
          <a:xfrm rot="14400000">
            <a:off x="982837" y="2855517"/>
            <a:ext cx="1410279" cy="141027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7" name="Arc 1076">
            <a:extLst>
              <a:ext uri="{FF2B5EF4-FFF2-40B4-BE49-F238E27FC236}">
                <ns2:creationId id="{593B497D-F63E-19DC-E7F8-CCE99BE47223}"/>
              </a:ext>
            </a:extLst>
          </p:cNvPr>
          <p:cNvSpPr/>
          <p:nvPr/>
        </p:nvSpPr>
        <p:spPr>
          <a:xfrm rot="3600000">
            <a:off x="982837" y="2855517"/>
            <a:ext cx="1410279" cy="141027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4" name="Arc 1073">
            <a:extLst>
              <a:ext uri="{FF2B5EF4-FFF2-40B4-BE49-F238E27FC236}">
                <ns2:creationId id="{0A83DAEC-2403-7FAA-FF6A-E4C33DD20087}"/>
              </a:ext>
            </a:extLst>
          </p:cNvPr>
          <p:cNvSpPr/>
          <p:nvPr/>
        </p:nvSpPr>
        <p:spPr>
          <a:xfrm rot="7200000">
            <a:off x="773552" y="2646283"/>
            <a:ext cx="1828783" cy="182878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Arc 1074">
            <a:extLst>
              <a:ext uri="{FF2B5EF4-FFF2-40B4-BE49-F238E27FC236}">
                <ns2:creationId id="{A534EDFF-7286-BD39-3DFF-0D16FFED7C86}"/>
              </a:ext>
            </a:extLst>
          </p:cNvPr>
          <p:cNvSpPr/>
          <p:nvPr/>
        </p:nvSpPr>
        <p:spPr>
          <a:xfrm rot="18000000">
            <a:off x="773567" y="2646272"/>
            <a:ext cx="1828783" cy="182878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9" name="Arc 1088">
            <a:extLst>
              <a:ext uri="{FF2B5EF4-FFF2-40B4-BE49-F238E27FC236}">
                <ns2:creationId id="{5697FB4A-7A39-979B-8310-C269959192C2}"/>
              </a:ext>
            </a:extLst>
          </p:cNvPr>
          <p:cNvSpPr/>
          <p:nvPr/>
        </p:nvSpPr>
        <p:spPr>
          <a:xfrm>
            <a:off x="1020058" y="5118843"/>
            <a:ext cx="1046635" cy="10466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0" name="Arc 1089">
            <a:extLst>
              <a:ext uri="{FF2B5EF4-FFF2-40B4-BE49-F238E27FC236}">
                <ns2:creationId id="{633CD8D9-39F3-4124-10C1-F96DA0EBAE86}"/>
              </a:ext>
            </a:extLst>
          </p:cNvPr>
          <p:cNvSpPr/>
          <p:nvPr/>
        </p:nvSpPr>
        <p:spPr>
          <a:xfrm rot="10800000">
            <a:off x="1020058" y="5118843"/>
            <a:ext cx="1046635" cy="10466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7" name="Arc 1086">
            <a:extLst>
              <a:ext uri="{FF2B5EF4-FFF2-40B4-BE49-F238E27FC236}">
                <ns2:creationId id="{66EE86A5-32EB-EF70-4EE7-2F982188A1D5}"/>
              </a:ext>
            </a:extLst>
          </p:cNvPr>
          <p:cNvSpPr/>
          <p:nvPr/>
        </p:nvSpPr>
        <p:spPr>
          <a:xfrm rot="14400000">
            <a:off x="802979" y="4901763"/>
            <a:ext cx="1480793" cy="14807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8" name="Arc 1087">
            <a:extLst>
              <a:ext uri="{FF2B5EF4-FFF2-40B4-BE49-F238E27FC236}">
                <ns2:creationId id="{F6CA063A-DA63-1DC6-0FD9-C8F70FE4F446}"/>
              </a:ext>
            </a:extLst>
          </p:cNvPr>
          <p:cNvSpPr/>
          <p:nvPr/>
        </p:nvSpPr>
        <p:spPr>
          <a:xfrm rot="3600000">
            <a:off x="802979" y="4901763"/>
            <a:ext cx="1480793" cy="14807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Arc 1084">
            <a:extLst>
              <a:ext uri="{FF2B5EF4-FFF2-40B4-BE49-F238E27FC236}">
                <ns2:creationId id="{D02CE33F-8C19-6E90-CAC9-D6AB87BD254C}"/>
              </a:ext>
            </a:extLst>
          </p:cNvPr>
          <p:cNvSpPr/>
          <p:nvPr/>
        </p:nvSpPr>
        <p:spPr>
          <a:xfrm rot="7200000">
            <a:off x="583229" y="4682067"/>
            <a:ext cx="1920222" cy="19202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6" name="Arc 1085">
            <a:extLst>
              <a:ext uri="{FF2B5EF4-FFF2-40B4-BE49-F238E27FC236}">
                <ns2:creationId id="{6AB3D795-A0AE-1655-9357-9FFF7FE10B33}"/>
              </a:ext>
            </a:extLst>
          </p:cNvPr>
          <p:cNvSpPr/>
          <p:nvPr/>
        </p:nvSpPr>
        <p:spPr>
          <a:xfrm rot="18000000">
            <a:off x="583245" y="4682056"/>
            <a:ext cx="1920222" cy="19202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9" name="Arc 1098">
            <a:extLst>
              <a:ext uri="{FF2B5EF4-FFF2-40B4-BE49-F238E27FC236}">
                <ns2:creationId id="{4BEBED3E-D764-6594-A6B1-499451E6BE3C}"/>
              </a:ext>
            </a:extLst>
          </p:cNvPr>
          <p:cNvSpPr/>
          <p:nvPr/>
        </p:nvSpPr>
        <p:spPr>
          <a:xfrm>
            <a:off x="3198726" y="5093922"/>
            <a:ext cx="1096475" cy="109647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Arc 1099">
            <a:extLst>
              <a:ext uri="{FF2B5EF4-FFF2-40B4-BE49-F238E27FC236}">
                <ns2:creationId id="{2A9D2884-8E24-DB24-E900-A5633E55BF73}"/>
              </a:ext>
            </a:extLst>
          </p:cNvPr>
          <p:cNvSpPr/>
          <p:nvPr/>
        </p:nvSpPr>
        <p:spPr>
          <a:xfrm rot="10800000">
            <a:off x="3198726" y="5093922"/>
            <a:ext cx="1096475" cy="109647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Arc 1096">
            <a:extLst>
              <a:ext uri="{FF2B5EF4-FFF2-40B4-BE49-F238E27FC236}">
                <ns2:creationId id="{3BA88515-2C13-3BC1-33A3-74B067357101}"/>
              </a:ext>
            </a:extLst>
          </p:cNvPr>
          <p:cNvSpPr/>
          <p:nvPr/>
        </p:nvSpPr>
        <p:spPr>
          <a:xfrm rot="14400000">
            <a:off x="2971310" y="4866505"/>
            <a:ext cx="1551307" cy="1551307"/>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Arc 1097">
            <a:extLst>
              <a:ext uri="{FF2B5EF4-FFF2-40B4-BE49-F238E27FC236}">
                <ns2:creationId id="{46F90C79-B594-5BD2-FC87-77D2D0086EBF}"/>
              </a:ext>
            </a:extLst>
          </p:cNvPr>
          <p:cNvSpPr/>
          <p:nvPr/>
        </p:nvSpPr>
        <p:spPr>
          <a:xfrm rot="3600000">
            <a:off x="2971310" y="4866505"/>
            <a:ext cx="1551307" cy="1551307"/>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Arc 1094">
            <a:extLst>
              <a:ext uri="{FF2B5EF4-FFF2-40B4-BE49-F238E27FC236}">
                <ns2:creationId id="{975A377D-618E-4B82-0A94-24387AE0F303}"/>
              </a:ext>
            </a:extLst>
          </p:cNvPr>
          <p:cNvSpPr/>
          <p:nvPr/>
        </p:nvSpPr>
        <p:spPr>
          <a:xfrm rot="7200000">
            <a:off x="2741097" y="4636347"/>
            <a:ext cx="2011661" cy="201166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Arc 1095">
            <a:extLst>
              <a:ext uri="{FF2B5EF4-FFF2-40B4-BE49-F238E27FC236}">
                <ns2:creationId id="{FC507E19-3AFF-8048-05A4-F324E8770CC5}"/>
              </a:ext>
            </a:extLst>
          </p:cNvPr>
          <p:cNvSpPr/>
          <p:nvPr/>
        </p:nvSpPr>
        <p:spPr>
          <a:xfrm rot="18000000">
            <a:off x="2741114" y="4636336"/>
            <a:ext cx="2011661" cy="201166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9" name="Arc 1108">
            <a:extLst>
              <a:ext uri="{FF2B5EF4-FFF2-40B4-BE49-F238E27FC236}">
                <ns2:creationId id="{FF8E0D48-551C-ADDB-3AD7-41EA52C505E3}"/>
              </a:ext>
            </a:extLst>
          </p:cNvPr>
          <p:cNvSpPr/>
          <p:nvPr/>
        </p:nvSpPr>
        <p:spPr>
          <a:xfrm>
            <a:off x="5468835" y="5069002"/>
            <a:ext cx="1146315" cy="114631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Arc 1109">
            <a:extLst>
              <a:ext uri="{FF2B5EF4-FFF2-40B4-BE49-F238E27FC236}">
                <ns2:creationId id="{5856A04E-8C91-5163-BE97-72099B9B9483}"/>
              </a:ext>
            </a:extLst>
          </p:cNvPr>
          <p:cNvSpPr/>
          <p:nvPr/>
        </p:nvSpPr>
        <p:spPr>
          <a:xfrm rot="10800000">
            <a:off x="5468835" y="5069002"/>
            <a:ext cx="1146315" cy="114631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Arc 1106">
            <a:extLst>
              <a:ext uri="{FF2B5EF4-FFF2-40B4-BE49-F238E27FC236}">
                <ns2:creationId id="{0922C40D-2F0A-805D-B76A-7C6C63DD56E2}"/>
              </a:ext>
            </a:extLst>
          </p:cNvPr>
          <p:cNvSpPr/>
          <p:nvPr/>
        </p:nvSpPr>
        <p:spPr>
          <a:xfrm rot="14400000">
            <a:off x="5231082" y="4831248"/>
            <a:ext cx="1621820" cy="16218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Arc 1107">
            <a:extLst>
              <a:ext uri="{FF2B5EF4-FFF2-40B4-BE49-F238E27FC236}">
                <ns2:creationId id="{4947B33B-0A92-4728-45AB-21E8EC0DCE3B}"/>
              </a:ext>
            </a:extLst>
          </p:cNvPr>
          <p:cNvSpPr/>
          <p:nvPr/>
        </p:nvSpPr>
        <p:spPr>
          <a:xfrm rot="3600000">
            <a:off x="5231082" y="4831248"/>
            <a:ext cx="1621820" cy="16218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5" name="Arc 1104">
            <a:extLst>
              <a:ext uri="{FF2B5EF4-FFF2-40B4-BE49-F238E27FC236}">
                <ns2:creationId id="{7941B4F2-88A3-866D-9100-0495DA1E93EB}"/>
              </a:ext>
            </a:extLst>
          </p:cNvPr>
          <p:cNvSpPr/>
          <p:nvPr/>
        </p:nvSpPr>
        <p:spPr>
          <a:xfrm rot="7200000">
            <a:off x="4990404" y="4590628"/>
            <a:ext cx="2103100" cy="210310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Arc 1105">
            <a:extLst>
              <a:ext uri="{FF2B5EF4-FFF2-40B4-BE49-F238E27FC236}">
                <ns2:creationId id="{0ADBB0F4-AB37-C596-8DED-063E5936F86C}"/>
              </a:ext>
            </a:extLst>
          </p:cNvPr>
          <p:cNvSpPr/>
          <p:nvPr/>
        </p:nvSpPr>
        <p:spPr>
          <a:xfrm rot="18000000">
            <a:off x="4990422" y="4590616"/>
            <a:ext cx="2103100" cy="210310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9" name="Arc 1118">
            <a:extLst>
              <a:ext uri="{FF2B5EF4-FFF2-40B4-BE49-F238E27FC236}">
                <ns2:creationId id="{1AF14DC0-BAAC-4C9E-CD3B-3E4D7FC04E53}"/>
              </a:ext>
            </a:extLst>
          </p:cNvPr>
          <p:cNvSpPr/>
          <p:nvPr/>
        </p:nvSpPr>
        <p:spPr>
          <a:xfrm>
            <a:off x="7830383" y="5044081"/>
            <a:ext cx="1196155" cy="119615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Arc 1119">
            <a:extLst>
              <a:ext uri="{FF2B5EF4-FFF2-40B4-BE49-F238E27FC236}">
                <ns2:creationId id="{355DE5CC-F57D-497E-5702-0CD1BE9FFA13}"/>
              </a:ext>
            </a:extLst>
          </p:cNvPr>
          <p:cNvSpPr/>
          <p:nvPr/>
        </p:nvSpPr>
        <p:spPr>
          <a:xfrm rot="10800000">
            <a:off x="7830383" y="5044081"/>
            <a:ext cx="1196155" cy="119615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Arc 1116">
            <a:extLst>
              <a:ext uri="{FF2B5EF4-FFF2-40B4-BE49-F238E27FC236}">
                <ns2:creationId id="{78EA2A2E-1792-3867-4771-DDE1019F470E}"/>
              </a:ext>
            </a:extLst>
          </p:cNvPr>
          <p:cNvSpPr/>
          <p:nvPr/>
        </p:nvSpPr>
        <p:spPr>
          <a:xfrm rot="14400000">
            <a:off x="7582293" y="4795990"/>
            <a:ext cx="1692334" cy="1692336"/>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Arc 1117">
            <a:extLst>
              <a:ext uri="{FF2B5EF4-FFF2-40B4-BE49-F238E27FC236}">
                <ns2:creationId id="{7F954F4E-B737-A4BD-1AF0-E39B431D78A5}"/>
              </a:ext>
            </a:extLst>
          </p:cNvPr>
          <p:cNvSpPr/>
          <p:nvPr/>
        </p:nvSpPr>
        <p:spPr>
          <a:xfrm rot="3600000">
            <a:off x="7582293" y="4795990"/>
            <a:ext cx="1692334" cy="1692336"/>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Arc 1114">
            <a:extLst>
              <a:ext uri="{FF2B5EF4-FFF2-40B4-BE49-F238E27FC236}">
                <ns2:creationId id="{2A2FF1A2-7359-DA9A-571F-19BE9DF534D6}"/>
              </a:ext>
            </a:extLst>
          </p:cNvPr>
          <p:cNvSpPr/>
          <p:nvPr/>
        </p:nvSpPr>
        <p:spPr>
          <a:xfrm rot="7200000">
            <a:off x="7331151" y="4544908"/>
            <a:ext cx="2194540" cy="219454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Arc 1115">
            <a:extLst>
              <a:ext uri="{FF2B5EF4-FFF2-40B4-BE49-F238E27FC236}">
                <ns2:creationId id="{C684BC20-0F76-20FC-E58D-28B508D5FF4A}"/>
              </a:ext>
            </a:extLst>
          </p:cNvPr>
          <p:cNvSpPr/>
          <p:nvPr/>
        </p:nvSpPr>
        <p:spPr>
          <a:xfrm rot="18000000">
            <a:off x="7331170" y="4544896"/>
            <a:ext cx="2194540" cy="219454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9" name="Arc 1128">
            <a:extLst>
              <a:ext uri="{FF2B5EF4-FFF2-40B4-BE49-F238E27FC236}">
                <ns2:creationId id="{0E4A3291-7C78-0A33-8B26-2680D4AA8A63}"/>
              </a:ext>
            </a:extLst>
          </p:cNvPr>
          <p:cNvSpPr/>
          <p:nvPr/>
        </p:nvSpPr>
        <p:spPr>
          <a:xfrm>
            <a:off x="10283370" y="5019161"/>
            <a:ext cx="1245995" cy="12459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Arc 1129">
            <a:extLst>
              <a:ext uri="{FF2B5EF4-FFF2-40B4-BE49-F238E27FC236}">
                <ns2:creationId id="{DB5F0F72-EE90-A352-0DC7-AAD47F529301}"/>
              </a:ext>
            </a:extLst>
          </p:cNvPr>
          <p:cNvSpPr/>
          <p:nvPr/>
        </p:nvSpPr>
        <p:spPr>
          <a:xfrm rot="10800000">
            <a:off x="10283370" y="5019161"/>
            <a:ext cx="1245995" cy="12459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Arc 1126">
            <a:extLst>
              <a:ext uri="{FF2B5EF4-FFF2-40B4-BE49-F238E27FC236}">
                <ns2:creationId id="{8EEBF2EA-8751-7BC8-2871-7A89AE792887}"/>
              </a:ext>
            </a:extLst>
          </p:cNvPr>
          <p:cNvSpPr/>
          <p:nvPr/>
        </p:nvSpPr>
        <p:spPr>
          <a:xfrm rot="14400000">
            <a:off x="10024943" y="4760732"/>
            <a:ext cx="1762848" cy="176285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Arc 1127">
            <a:extLst>
              <a:ext uri="{FF2B5EF4-FFF2-40B4-BE49-F238E27FC236}">
                <ns2:creationId id="{E4466A72-0947-A7C7-FF9B-AF144679E86C}"/>
              </a:ext>
            </a:extLst>
          </p:cNvPr>
          <p:cNvSpPr/>
          <p:nvPr/>
        </p:nvSpPr>
        <p:spPr>
          <a:xfrm rot="3600000">
            <a:off x="10024943" y="4760732"/>
            <a:ext cx="1762848" cy="176285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Arc 1124">
            <a:extLst>
              <a:ext uri="{FF2B5EF4-FFF2-40B4-BE49-F238E27FC236}">
                <ns2:creationId id="{84D79132-7DA7-A238-20EF-413EEB710F5D}"/>
              </a:ext>
            </a:extLst>
          </p:cNvPr>
          <p:cNvSpPr/>
          <p:nvPr/>
        </p:nvSpPr>
        <p:spPr>
          <a:xfrm rot="7200000">
            <a:off x="9763337" y="4499189"/>
            <a:ext cx="2285979" cy="22859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Arc 1125">
            <a:extLst>
              <a:ext uri="{FF2B5EF4-FFF2-40B4-BE49-F238E27FC236}">
                <ns2:creationId id="{D3A550D0-DFA5-5D77-72C5-5F68B1388316}"/>
              </a:ext>
            </a:extLst>
          </p:cNvPr>
          <p:cNvSpPr/>
          <p:nvPr/>
        </p:nvSpPr>
        <p:spPr>
          <a:xfrm rot="18000000">
            <a:off x="9763357" y="4499176"/>
            <a:ext cx="2285979" cy="22859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ns2:creationId id="{CB1DC393-C824-73A5-0494-436D787F12BA}"/>
              </a:ext>
            </a:extLst>
          </p:cNvPr>
          <p:cNvSpPr txBox="1"/>
          <p:nvPr/>
        </p:nvSpPr>
        <p:spPr>
          <a:xfrm>
            <a:off x="837953" y="2297326"/>
            <a:ext cx="2557110" cy="307777"/>
          </a:xfrm>
          <a:prstGeom prst="rect">
            <a:avLst/>
          </a:prstGeom>
          <a:noFill/>
        </p:spPr>
        <p:txBody>
          <a:bodyPr wrap="none" rtlCol="0">
            <a:spAutoFit/>
          </a:bodyPr>
          <a:lstStyle/>
          <a:p>
            <a:r>
              <a:rPr lang="en-US" sz="1400" dirty="0">
                <a:solidFill>
                  <a:schemeClr val="bg1"/>
                </a:solidFill>
                <a:latin typeface="Helvetica Neue Light" panose="02000403000000020004" pitchFamily="2" charset="0"/>
                <a:ea typeface="Helvetica Neue Light" panose="02000403000000020004" pitchFamily="2" charset="0"/>
              </a:rPr>
              <a:t>scaling by orders of magnitude</a:t>
            </a:r>
          </a:p>
        </p:txBody>
      </p:sp>
    </p:spTree>
    <p:extLst>
      <p:ext uri="{BB962C8B-B14F-4D97-AF65-F5344CB8AC3E}">
        <ns3:creationId val="1583158606"/>
      </p:ext>
    </p:extLst>
  </p:cSld>
  <p:clrMapOvr>
    <a:masterClrMapping/>
  </p:clrMapOvr>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ns2:creationId id="{8B9F2801-314B-3743-8406-886D110B2060}"/>
              </a:ext>
            </a:extLst>
          </p:cNvPr>
          <p:cNvSpPr>
            <a:spLocks noGrp="1"/>
          </p:cNvSpPr>
          <p:nvPr>
            <p:ph type="title"/>
          </p:nvPr>
        </p:nvSpPr>
        <p:spPr>
          <a:xfrm>
            <a:off x="838200" y="187318"/>
            <a:ext cx="10515600" cy="777875"/>
          </a:xfrm>
        </p:spPr>
        <p:txBody>
          <a:bodyPr>
            <a:normAutofit/>
          </a:bodyPr>
          <a:lstStyle/>
          <a:p>
            <a:r>
              <a:rPr lang="en-US" b="0" dirty="0" sz="43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Neutral Tri-Binary Scaffold</a:t>
            </a:r>
          </a:p>
        </p:txBody>
      </p:sp>
      <p:sp>
        <p:nvSpPr>
          <p:cNvPr id="4" name="Footer Placeholder 3">
            <a:extLst>
              <a:ext uri="{FF2B5EF4-FFF2-40B4-BE49-F238E27FC236}">
                <ns2:creationId id="{9D9787B4-78F2-E94F-B4AF-51DD5B0F66AA}"/>
              </a:ext>
            </a:extLst>
          </p:cNvPr>
          <p:cNvSpPr>
            <a:spLocks noGrp="1"/>
          </p:cNvSpPr>
          <p:nvPr>
            <p:ph type="ftr" sz="quarter" idx="11"/>
          </p:nvPr>
        </p:nvSpPr>
        <p:spPr>
          <a:xfrm>
            <a:off x="3152452" y="655035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ns2:creationId id="{177B3BCB-D82C-E84C-9991-CE693E895CA7}"/>
              </a:ext>
            </a:extLst>
          </p:cNvPr>
          <p:cNvSpPr>
            <a:spLocks noChangeAspect="1"/>
          </p:cNvSpPr>
          <p:nvPr/>
        </p:nvSpPr>
        <p:spPr>
          <a:xfrm rot="1800000">
            <a:off x="2734761" y="306180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ns2:creationId id="{5D9E1FD4-330D-3B4F-A764-B00628290EBE}"/>
              </a:ext>
            </a:extLst>
          </p:cNvPr>
          <p:cNvSpPr>
            <a:spLocks noChangeAspect="1"/>
          </p:cNvSpPr>
          <p:nvPr/>
        </p:nvSpPr>
        <p:spPr>
          <a:xfrm rot="1800000">
            <a:off x="1820361" y="214740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ns2:creationId id="{29D26BB5-DDB3-0A45-B9F6-FD176EE0C297}"/>
              </a:ext>
            </a:extLst>
          </p:cNvPr>
          <p:cNvSpPr>
            <a:spLocks noChangeAspect="1"/>
          </p:cNvSpPr>
          <p:nvPr/>
        </p:nvSpPr>
        <p:spPr>
          <a:xfrm rot="1800000">
            <a:off x="2277561" y="260460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ns2:creationId id="{AFF61065-CDDC-23FC-A2FB-CE913FC5B29A}"/>
              </a:ext>
            </a:extLst>
          </p:cNvPr>
          <p:cNvGrpSpPr/>
          <p:nvPr/>
        </p:nvGrpSpPr>
        <p:grpSpPr>
          <a:xfrm>
            <a:off x="2224531" y="2795172"/>
            <a:ext cx="1487726" cy="987524"/>
            <a:chOff x="2224531" y="2795172"/>
            <a:chExt cx="1487726" cy="987524"/>
          </a:xfrm>
        </p:grpSpPr>
        <p:sp>
          <p:nvSpPr>
            <p:cNvPr id="169" name="Oval 168">
              <a:extLst>
                <a:ext uri="{FF2B5EF4-FFF2-40B4-BE49-F238E27FC236}">
                  <ns2:creationId id="{C4CD84E3-1A59-D840-979B-2DDC531F736E}"/>
                </a:ext>
              </a:extLst>
            </p:cNvPr>
            <p:cNvSpPr>
              <a:spLocks noChangeAspect="1"/>
            </p:cNvSpPr>
            <p:nvPr/>
          </p:nvSpPr>
          <p:spPr>
            <a:xfrm flipH="1">
              <a:off x="2224531" y="347789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ns2:creationId id="{0C516E1C-C061-A941-B08D-1F3D314C814C}"/>
                </a:ext>
              </a:extLst>
            </p:cNvPr>
            <p:cNvSpPr>
              <a:spLocks noChangeAspect="1"/>
            </p:cNvSpPr>
            <p:nvPr/>
          </p:nvSpPr>
          <p:spPr>
            <a:xfrm flipH="1">
              <a:off x="3407457" y="279517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1" name="Group 10">
            <a:extLst>
              <a:ext uri="{FF2B5EF4-FFF2-40B4-BE49-F238E27FC236}">
                <ns2:creationId id="{E052E902-062E-BBA2-A813-CC015F77EFF2}"/>
              </a:ext>
            </a:extLst>
          </p:cNvPr>
          <p:cNvGrpSpPr/>
          <p:nvPr/>
        </p:nvGrpSpPr>
        <p:grpSpPr>
          <a:xfrm>
            <a:off x="2632804" y="3021810"/>
            <a:ext cx="677815" cy="526688"/>
            <a:chOff x="2632804" y="3021810"/>
            <a:chExt cx="677815" cy="526688"/>
          </a:xfrm>
        </p:grpSpPr>
        <p:sp>
          <p:nvSpPr>
            <p:cNvPr id="172" name="Oval 171">
              <a:extLst>
                <a:ext uri="{FF2B5EF4-FFF2-40B4-BE49-F238E27FC236}">
                  <ns2:creationId id="{3F2BF1D0-7B45-6E45-9749-4C89397883E2}"/>
                </a:ext>
              </a:extLst>
            </p:cNvPr>
            <p:cNvSpPr>
              <a:spLocks noChangeAspect="1"/>
            </p:cNvSpPr>
            <p:nvPr/>
          </p:nvSpPr>
          <p:spPr>
            <a:xfrm flipH="1">
              <a:off x="3005819" y="324369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ns2:creationId id="{5C4A8CAF-6093-DA4D-8E1D-F5DFBD78E1BA}"/>
                </a:ext>
              </a:extLst>
            </p:cNvPr>
            <p:cNvSpPr>
              <a:spLocks noChangeAspect="1"/>
            </p:cNvSpPr>
            <p:nvPr/>
          </p:nvSpPr>
          <p:spPr>
            <a:xfrm flipH="1">
              <a:off x="2632804" y="302181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9" name="Group 8">
            <a:extLst>
              <a:ext uri="{FF2B5EF4-FFF2-40B4-BE49-F238E27FC236}">
                <ns2:creationId id="{F33DF015-F9D0-8D86-F441-4528C1A90C3D}"/>
              </a:ext>
            </a:extLst>
          </p:cNvPr>
          <p:cNvGrpSpPr/>
          <p:nvPr/>
        </p:nvGrpSpPr>
        <p:grpSpPr>
          <a:xfrm>
            <a:off x="2816320" y="1996856"/>
            <a:ext cx="304857" cy="2579925"/>
            <a:chOff x="2816320" y="1996856"/>
            <a:chExt cx="304857" cy="2579925"/>
          </a:xfrm>
        </p:grpSpPr>
        <p:sp>
          <p:nvSpPr>
            <p:cNvPr id="171" name="Oval 170">
              <a:extLst>
                <a:ext uri="{FF2B5EF4-FFF2-40B4-BE49-F238E27FC236}">
                  <ns2:creationId id="{38A006FF-6837-4E46-A95F-6757B6B88BB7}"/>
                </a:ext>
              </a:extLst>
            </p:cNvPr>
            <p:cNvSpPr>
              <a:spLocks noChangeAspect="1"/>
            </p:cNvSpPr>
            <p:nvPr/>
          </p:nvSpPr>
          <p:spPr>
            <a:xfrm flipH="1">
              <a:off x="2816320" y="427198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ns2:creationId id="{059086E5-7989-BF4D-B184-9D5A6516B050}"/>
                </a:ext>
              </a:extLst>
            </p:cNvPr>
            <p:cNvSpPr>
              <a:spLocks noChangeAspect="1"/>
            </p:cNvSpPr>
            <p:nvPr/>
          </p:nvSpPr>
          <p:spPr>
            <a:xfrm flipH="1">
              <a:off x="2816377" y="199685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54" name="TextBox 53">
            <a:extLst>
              <a:ext uri="{FF2B5EF4-FFF2-40B4-BE49-F238E27FC236}">
                <ns2:creationId id="{14A5B4A5-C392-E442-818D-FB711E90577C}"/>
              </a:ext>
            </a:extLst>
          </p:cNvPr>
          <p:cNvSpPr txBox="1"/>
          <p:nvPr/>
        </p:nvSpPr>
        <p:spPr>
          <a:xfrm>
            <a:off x="5794941" y="1005931"/>
            <a:ext cx="6196338" cy="5909310"/>
          </a:xfrm>
          <a:prstGeom prst="rect">
            <a:avLst/>
          </a:prstGeom>
          <a:noFill/>
        </p:spPr>
        <p:txBody>
          <a:bodyPr wrap="square" rtlCol="0">
            <a:spAutoFit/>
          </a:bodyPr>
          <a:lstStyle/>
          <a:p>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Architecture</a:t>
            </a:r>
          </a:p>
          <a:p>
            <a:pPr lvl="1"/>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6 core architrinos: 3 electrinos + 3 positrinos</a:t>
            </a:r>
          </a:p>
          <a:p>
            <a:pPr lvl="1"/>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3 nested electrino:positrino binaries</a:t>
            </a:r>
          </a:p>
          <a:p>
            <a:pPr lvl="1"/>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neutral scaffold; axial layer is separate</a:t>
            </a:r>
          </a:p>
          <a:p>
            <a:pPr lvl="1"/>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pro/anti branch is ordered tri-binary chirality</a:t>
            </a:r>
          </a:p>
          <a:p>
            <a:pPr lvl="1"/>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shielding lowers externally exposed response</a:t>
            </a:r>
          </a:p>
          <a:p>
            <a:pPr lvl="1"/>
            <a:r>
              <a:rPr kumimoji="0" lang="en-US" sz="18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closure target: stability, color recovery, and mass map</a:t>
            </a:r>
          </a:p>
        </p:txBody>
      </p:sp>
      <p:sp>
        <p:nvSpPr>
          <p:cNvPr id="55" name="TextBox 54">
            <a:extLst>
              <a:ext uri="{FF2B5EF4-FFF2-40B4-BE49-F238E27FC236}">
                <ns2:creationId id="{177A867C-241B-7045-A629-A217BBE571A3}"/>
              </a:ext>
            </a:extLst>
          </p:cNvPr>
          <p:cNvSpPr txBox="1"/>
          <p:nvPr/>
        </p:nvSpPr>
        <p:spPr>
          <a:xfrm>
            <a:off x="1450236" y="5663225"/>
            <a:ext cx="2965877" cy="538609"/>
          </a:xfrm>
          <a:prstGeom prst="rect">
            <a:avLst/>
          </a:prstGeom>
          <a:noFill/>
        </p:spPr>
        <p:txBody>
          <a:bodyPr wrap="none" rtlCol="0">
            <a:spAutoFit/>
          </a:bodyPr>
          <a:lstStyle/>
          <a:p>
            <a:r>
              <a:rPr kumimoji="0" lang="en-US" sz="1600" b="0"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 of separated binary energy scales.</a:t>
            </a:r>
          </a:p>
        </p:txBody>
      </p:sp>
    </p:spTree>
    <p:custDataLst>
      <p:tags r:id="rId1"/>
    </p:custDataLst>
    <p:extLst>
      <p:ext uri="{BB962C8B-B14F-4D97-AF65-F5344CB8AC3E}">
        <ns4:creationId val="388647747"/>
      </p:ext>
    </p:extLst>
  </p:cSld>
  <p:clrMapOvr>
    <a:masterClrMapping/>
  </p:clrMapOvr>
  <p:transition spd="slow" advTm="1341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11"/>
                                        </p:tgtEl>
                                        <p:attrNameLst>
                                          <p:attrName>r</p:attrName>
                                        </p:attrNameLst>
                                      </p:cBhvr>
                                    </p:animRot>
                                  </p:childTnLst>
                                </p:cTn>
                              </p:par>
                              <p:par>
                                <p:cTn id="7" presetID="8" presetClass="emph" presetSubtype="0" repeatCount="indefinite" fill="hold" nodeType="withEffect">
                                  <p:stCondLst>
                                    <p:cond delay="0"/>
                                  </p:stCondLst>
                                  <p:endCondLst>
                                    <p:cond evt="onNext" delay="0">
                                      <p:tgtEl>
                                        <p:sldTgt/>
                                      </p:tgtEl>
                                    </p:cond>
                                  </p:endCondLst>
                                  <p:childTnLst>
                                    <p:animRot by="21600000">
                                      <p:cBhvr>
                                        <p:cTn id="8" dur="2000" fill="hold"/>
                                        <p:tgtEl>
                                          <p:spTgt spid="10"/>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5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ns2: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sz="1200" b="0" i="0" u="none" strike="noStrike" kern="1200" cap="none" spc="0" normalizeH="0" baseline="0" noProof="0" dirty="0">
                <a:solidFill>
                  <a:srgbClr val="808080"/>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ns2: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ns2: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ns2:creationId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ns2:creationId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ns2:creationId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ns2:creationId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ns2:creationId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ns2:creationId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ns2:creationId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ns2:creationId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ns2:creationId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ns2:creationId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ns2:creationId id="{1B04EF87-D246-C217-EDC4-F20C86B970C3}"/>
              </a:ext>
            </a:extLst>
          </p:cNvPr>
          <p:cNvSpPr txBox="1"/>
          <p:nvPr/>
        </p:nvSpPr>
        <p:spPr>
          <a:xfrm>
            <a:off x="1746448" y="49037"/>
            <a:ext cx="8845627" cy="369332"/>
          </a:xfrm>
          <a:prstGeom prst="rect">
            <a:avLst/>
          </a:prstGeom>
          <a:noFill/>
        </p:spPr>
        <p:txBody>
          <a:bodyPr wrap="none" rtlCol="0">
            <a:spAutoFit/>
          </a:bodyPr>
          <a:lstStyle/>
          <a:p>
            <a:r>
              <a:rPr kumimoji="0" lang="en-US" sz="2200" b="1" i="0" u="none" strike="noStrike" kern="1200" cap="none" spc="0" normalizeH="0" baseline="0" noProof="0" dirty="0">
                <a:solidFill>
                  <a:srgbClr val="FFFFFF"/>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Nested Tri-Binary Gyroscopic Closure</a:t>
            </a:r>
          </a:p>
        </p:txBody>
      </p:sp>
      <p:sp>
        <p:nvSpPr>
          <p:cNvPr id="4" name="Oval 3">
            <a:extLst>
              <a:ext uri="{FF2B5EF4-FFF2-40B4-BE49-F238E27FC236}">
                <ns2: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ns2: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ns2:creationId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ns2:creationId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ns2:creationId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ns2:creationId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ns3:creationId val="286006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ns2: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sz="1200" b="0" i="0" u="none" strike="noStrike" kern="1200" cap="none" spc="0" normalizeH="0" baseline="0" noProof="0" dirty="0">
                <a:solidFill>
                  <a:srgbClr val="808080"/>
                </a:solidFill>
                <a:ln>
                  <a:noFill/>
                </a:ln>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ns2: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ns2: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ns2:creationId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ns2:creationId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ns2:creationId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ns2:creationId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ns2:creationId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ns2:creationId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ns2:creationId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ns2:creationId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ns2:creationId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ns2:creationId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ns2:creationId id="{1B04EF87-D246-C217-EDC4-F20C86B970C3}"/>
              </a:ext>
            </a:extLst>
          </p:cNvPr>
          <p:cNvSpPr txBox="1"/>
          <p:nvPr/>
        </p:nvSpPr>
        <p:spPr>
          <a:xfrm>
            <a:off x="1048948" y="89941"/>
            <a:ext cx="9499716" cy="369332"/>
          </a:xfrm>
          <a:prstGeom prst="rect">
            <a:avLst/>
          </a:prstGeom>
          <a:noFill/>
        </p:spPr>
        <p:txBody>
          <a:bodyPr wrap="none" rtlCol="0">
            <a:spAutoFit/>
          </a:bodyPr>
          <a:lstStyle/>
          <a:p>
            <a:r>
              <a:rPr lang="en-US" b="1" dirty="0" sz="24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Phase Locking Near Field Speed</a:t>
            </a:r>
          </a:p>
        </p:txBody>
      </p:sp>
      <p:sp>
        <p:nvSpPr>
          <p:cNvPr id="4" name="Oval 3">
            <a:extLst>
              <a:ext uri="{FF2B5EF4-FFF2-40B4-BE49-F238E27FC236}">
                <ns2: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ns2: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ns2:creationId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ns2:creationId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ns2:creationId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ns2:creationId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TextBox 20">
            <a:extLst>
              <a:ext uri="{FF2B5EF4-FFF2-40B4-BE49-F238E27FC236}">
                <ns2:creationId id="{2DD8B040-BE25-D945-23B8-5EFEFEEE7B11}"/>
              </a:ext>
            </a:extLst>
          </p:cNvPr>
          <p:cNvSpPr txBox="1"/>
          <p:nvPr/>
        </p:nvSpPr>
        <p:spPr>
          <a:xfrm>
            <a:off x="1616396" y="3180408"/>
            <a:ext cx="1660731" cy="923330"/>
          </a:xfrm>
          <a:prstGeom prst="rect">
            <a:avLst/>
          </a:prstGeom>
          <a:noFill/>
        </p:spPr>
        <p:txBody>
          <a:bodyPr wrap="square">
            <a:spAutoFit/>
          </a:bodyPr>
          <a:lstStyle/>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III</a:t>
            </a:r>
          </a:p>
        </p:txBody>
      </p:sp>
      <p:cxnSp>
        <p:nvCxnSpPr>
          <p:cNvPr id="25" name="Straight Arrow Connector 24">
            <a:extLst>
              <a:ext uri="{FF2B5EF4-FFF2-40B4-BE49-F238E27FC236}">
                <ns2:creationId id="{D90A2777-5754-7C3B-2DE8-86FA0A6394EB}"/>
              </a:ext>
            </a:extLst>
          </p:cNvPr>
          <p:cNvCxnSpPr>
            <a:cxnSpLocks/>
          </p:cNvCxnSpPr>
          <p:nvPr/>
        </p:nvCxnSpPr>
        <p:spPr>
          <a:xfrm flipH="1">
            <a:off x="495158" y="3367589"/>
            <a:ext cx="1159105"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ns2:creationId id="{DC1549E3-58E4-BD08-4B6C-12166EC9ECF6}"/>
              </a:ext>
            </a:extLst>
          </p:cNvPr>
          <p:cNvCxnSpPr>
            <a:cxnSpLocks/>
            <a:stCxn id="21" idx="3"/>
          </p:cNvCxnSpPr>
          <p:nvPr/>
        </p:nvCxnSpPr>
        <p:spPr>
          <a:xfrm>
            <a:off x="3277127" y="3642073"/>
            <a:ext cx="118434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ns2:creationId id="{DFAE438A-BEF5-4199-8510-C1381A4A7016}"/>
              </a:ext>
            </a:extLst>
          </p:cNvPr>
          <p:cNvCxnSpPr>
            <a:cxnSpLocks/>
          </p:cNvCxnSpPr>
          <p:nvPr/>
        </p:nvCxnSpPr>
        <p:spPr>
          <a:xfrm>
            <a:off x="3277127" y="3913074"/>
            <a:ext cx="206065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le 35">
            <a:extLst>
              <a:ext uri="{FF2B5EF4-FFF2-40B4-BE49-F238E27FC236}">
                <ns2:creationId id="{983BE59E-B828-562F-AA46-E64CE9153158}"/>
              </a:ext>
            </a:extLst>
          </p:cNvPr>
          <p:cNvGraphicFramePr>
            <a:graphicFrameLocks/>
          </p:cNvGraphicFramePr>
          <p:nvPr>
            <p:extLst>
              <p:ext uri="{D42A27DB-BD31-4B8C-83A1-F6EECF244321}">
                <ns3:modId val="1482906810"/>
              </p:ext>
            </p:extLst>
          </p:nvPr>
        </p:nvGraphicFramePr>
        <p:xfrm>
          <a:off x="7616216" y="2891019"/>
          <a:ext cx="3308032" cy="1849936"/>
        </p:xfrm>
        <a:graphic>
          <a:graphicData uri="http://schemas.openxmlformats.org/drawingml/2006/table">
            <a:tbl>
              <a:tblPr firstRow="1" bandRow="1">
                <a:tableStyleId>{5C22544A-7EE6-4342-B048-85BDC9FD1C3A}</a:tableStyleId>
              </a:tblPr>
              <a:tblGrid>
                <a:gridCol w="1695767">
                  <a:extLst>
                    <a:ext uri="{9D8B030D-6E8A-4147-A177-3AD203B41FA5}">
                      <ns2:colId val="2662534927"/>
                    </a:ext>
                  </a:extLst>
                </a:gridCol>
                <a:gridCol w="563880">
                  <a:extLst>
                    <a:ext uri="{9D8B030D-6E8A-4147-A177-3AD203B41FA5}">
                      <ns2:colId val="1471760688"/>
                    </a:ext>
                  </a:extLst>
                </a:gridCol>
                <a:gridCol w="484505">
                  <a:extLst>
                    <a:ext uri="{9D8B030D-6E8A-4147-A177-3AD203B41FA5}">
                      <ns2:colId val="2546470576"/>
                    </a:ext>
                  </a:extLst>
                </a:gridCol>
                <a:gridCol w="563880">
                  <a:extLst>
                    <a:ext uri="{9D8B030D-6E8A-4147-A177-3AD203B41FA5}">
                      <ns2:colId val="1353440401"/>
                    </a:ext>
                  </a:extLst>
                </a:gridCol>
              </a:tblGrid>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Velocity</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gridSpan="3">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Generation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ns2:rowId val="2416222776"/>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Phase Hypothesis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ns2:rowId val="21318581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Max Curvature</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max</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138741756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Decay to binaries?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415836464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Inside a black hole </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1771413015"/>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assemblies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2761707017"/>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2344517578"/>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Typical Gen I fermion?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3200329389"/>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1584133917"/>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370370221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 c_f</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ns2:rowId val="493253458"/>
                  </a:ext>
                </a:extLst>
              </a:tr>
            </a:tbl>
          </a:graphicData>
        </a:graphic>
      </p:graphicFrame>
    </p:spTree>
    <p:extLst>
      <p:ext uri="{BB962C8B-B14F-4D97-AF65-F5344CB8AC3E}">
        <ns3:creationId val="98875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 name="Footer Placeholder 3">
            <a:extLst>
              <a:ext uri="{FF2B5EF4-FFF2-40B4-BE49-F238E27FC236}">
                <ns2:creationId id="{7C94C084-4476-0C4E-B896-CB3AC89A47F6}"/>
              </a:ext>
            </a:extLst>
          </p:cNvPr>
          <p:cNvSpPr txBox="1">
            <a:spLocks/>
          </p:cNvSpPr>
          <p:nvPr/>
        </p:nvSpPr>
        <p:spPr>
          <a:xfrm>
            <a:off x="11030928" y="651052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0" name="Oval 9">
            <a:extLst>
              <a:ext uri="{FF2B5EF4-FFF2-40B4-BE49-F238E27FC236}">
                <ns2:creationId id="{A28AE859-403F-BD43-BEB1-545EB8E1977A}"/>
              </a:ext>
            </a:extLst>
          </p:cNvPr>
          <p:cNvSpPr/>
          <p:nvPr/>
        </p:nvSpPr>
        <p:spPr>
          <a:xfrm rot="7985264">
            <a:off x="1327954"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Oval 1">
            <a:extLst>
              <a:ext uri="{FF2B5EF4-FFF2-40B4-BE49-F238E27FC236}">
                <ns2:creationId id="{F045F514-228E-6742-A307-C1B3A472F030}"/>
              </a:ext>
            </a:extLst>
          </p:cNvPr>
          <p:cNvSpPr/>
          <p:nvPr/>
        </p:nvSpPr>
        <p:spPr>
          <a:xfrm rot="3436369">
            <a:off x="1718784"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ns2:creationId id="{B0F006D8-9498-264F-A24A-B468200FD3C3}"/>
              </a:ext>
            </a:extLst>
          </p:cNvPr>
          <p:cNvSpPr/>
          <p:nvPr/>
        </p:nvSpPr>
        <p:spPr>
          <a:xfrm rot="5400000">
            <a:off x="1951301"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ns2:creationId id="{770F7325-8AD4-4F43-9113-4C17EE9953C7}"/>
              </a:ext>
            </a:extLst>
          </p:cNvPr>
          <p:cNvCxnSpPr>
            <a:cxnSpLocks/>
          </p:cNvCxnSpPr>
          <p:nvPr/>
        </p:nvCxnSpPr>
        <p:spPr>
          <a:xfrm flipH="1" flipV="1">
            <a:off x="661250" y="1756559"/>
            <a:ext cx="1408584" cy="179198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ns2:creationId id="{F2E31AF9-56E3-BC46-AFA6-42EFB601E7D5}"/>
              </a:ext>
            </a:extLst>
          </p:cNvPr>
          <p:cNvCxnSpPr>
            <a:cxnSpLocks/>
          </p:cNvCxnSpPr>
          <p:nvPr/>
        </p:nvCxnSpPr>
        <p:spPr>
          <a:xfrm flipV="1">
            <a:off x="2044612" y="2758475"/>
            <a:ext cx="761698" cy="8095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ns2:creationId id="{E62C9C09-0DBC-9A42-9B8C-BF043D3B6C37}"/>
              </a:ext>
            </a:extLst>
          </p:cNvPr>
          <p:cNvSpPr/>
          <p:nvPr/>
        </p:nvSpPr>
        <p:spPr>
          <a:xfrm>
            <a:off x="2034909"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ns2:creationId id="{DFCB96DE-856C-AE43-8844-A6E08EFF5D3E}"/>
              </a:ext>
            </a:extLst>
          </p:cNvPr>
          <p:cNvSpPr>
            <a:spLocks noChangeAspect="1"/>
          </p:cNvSpPr>
          <p:nvPr/>
        </p:nvSpPr>
        <p:spPr>
          <a:xfrm flipH="1">
            <a:off x="1466885"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ns2:creationId id="{659A54D7-98B8-264E-9B65-96A3F96F0199}"/>
              </a:ext>
            </a:extLst>
          </p:cNvPr>
          <p:cNvSpPr>
            <a:spLocks noChangeAspect="1"/>
          </p:cNvSpPr>
          <p:nvPr/>
        </p:nvSpPr>
        <p:spPr>
          <a:xfrm flipH="1">
            <a:off x="2173705"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Oval 28">
            <a:extLst>
              <a:ext uri="{FF2B5EF4-FFF2-40B4-BE49-F238E27FC236}">
                <ns2:creationId id="{B0B2E478-2356-F24B-A732-ADA817687CF2}"/>
              </a:ext>
            </a:extLst>
          </p:cNvPr>
          <p:cNvSpPr>
            <a:spLocks noChangeAspect="1"/>
          </p:cNvSpPr>
          <p:nvPr/>
        </p:nvSpPr>
        <p:spPr>
          <a:xfrm flipH="1">
            <a:off x="3448066" y="448290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0" name="Oval 29">
            <a:extLst>
              <a:ext uri="{FF2B5EF4-FFF2-40B4-BE49-F238E27FC236}">
                <ns2:creationId id="{E1A14FE8-9B9C-EF42-8DE1-3124EA21ED1B}"/>
              </a:ext>
            </a:extLst>
          </p:cNvPr>
          <p:cNvSpPr>
            <a:spLocks noChangeAspect="1"/>
          </p:cNvSpPr>
          <p:nvPr/>
        </p:nvSpPr>
        <p:spPr>
          <a:xfrm flipH="1">
            <a:off x="492687" y="24573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1" name="Oval 30">
            <a:extLst>
              <a:ext uri="{FF2B5EF4-FFF2-40B4-BE49-F238E27FC236}">
                <ns2:creationId id="{38A258A4-ED66-4F46-88B4-8430D9301022}"/>
              </a:ext>
            </a:extLst>
          </p:cNvPr>
          <p:cNvSpPr>
            <a:spLocks noChangeAspect="1"/>
          </p:cNvSpPr>
          <p:nvPr/>
        </p:nvSpPr>
        <p:spPr>
          <a:xfrm flipH="1">
            <a:off x="1771178"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2" name="Oval 31">
            <a:extLst>
              <a:ext uri="{FF2B5EF4-FFF2-40B4-BE49-F238E27FC236}">
                <ns2:creationId id="{9524279B-E4E3-1B42-917A-FCF7BB324C88}"/>
              </a:ext>
            </a:extLst>
          </p:cNvPr>
          <p:cNvSpPr>
            <a:spLocks noChangeAspect="1"/>
          </p:cNvSpPr>
          <p:nvPr/>
        </p:nvSpPr>
        <p:spPr>
          <a:xfrm flipH="1">
            <a:off x="2516338"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35" name="Straight Arrow Connector 34">
            <a:extLst>
              <a:ext uri="{FF2B5EF4-FFF2-40B4-BE49-F238E27FC236}">
                <ns2:creationId id="{B0ABF816-498E-324A-9A5C-A8C734DE83C8}"/>
              </a:ext>
            </a:extLst>
          </p:cNvPr>
          <p:cNvCxnSpPr>
            <a:cxnSpLocks/>
          </p:cNvCxnSpPr>
          <p:nvPr/>
        </p:nvCxnSpPr>
        <p:spPr>
          <a:xfrm>
            <a:off x="428708" y="246687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ns2:creationId id="{323DB1EB-B08B-1947-B375-3BCA73F65915}"/>
              </a:ext>
            </a:extLst>
          </p:cNvPr>
          <p:cNvCxnSpPr>
            <a:cxnSpLocks/>
          </p:cNvCxnSpPr>
          <p:nvPr/>
        </p:nvCxnSpPr>
        <p:spPr>
          <a:xfrm flipH="1" flipV="1">
            <a:off x="3602145" y="442153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ns2:creationId id="{1FA2E9EF-0287-1E4E-BBBC-57C829D7E6F7}"/>
              </a:ext>
            </a:extLst>
          </p:cNvPr>
          <p:cNvCxnSpPr>
            <a:cxnSpLocks/>
          </p:cNvCxnSpPr>
          <p:nvPr/>
        </p:nvCxnSpPr>
        <p:spPr>
          <a:xfrm rot="5400000" flipH="1" flipV="1">
            <a:off x="2241769"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ns2:creationId id="{6E38EC0A-5081-C44B-9103-E6D6C03352E9}"/>
              </a:ext>
            </a:extLst>
          </p:cNvPr>
          <p:cNvCxnSpPr>
            <a:cxnSpLocks/>
          </p:cNvCxnSpPr>
          <p:nvPr/>
        </p:nvCxnSpPr>
        <p:spPr>
          <a:xfrm flipH="1" flipV="1">
            <a:off x="2684901"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ns2:creationId id="{725B83A1-A579-CA49-A868-2B9441346B3D}"/>
              </a:ext>
            </a:extLst>
          </p:cNvPr>
          <p:cNvCxnSpPr>
            <a:cxnSpLocks/>
          </p:cNvCxnSpPr>
          <p:nvPr/>
        </p:nvCxnSpPr>
        <p:spPr>
          <a:xfrm rot="10800000" flipH="1" flipV="1">
            <a:off x="1448373"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ns2:creationId id="{1551D3CC-5882-2843-9818-376555954A5C}"/>
              </a:ext>
            </a:extLst>
          </p:cNvPr>
          <p:cNvCxnSpPr>
            <a:cxnSpLocks/>
          </p:cNvCxnSpPr>
          <p:nvPr/>
        </p:nvCxnSpPr>
        <p:spPr>
          <a:xfrm rot="16200000" flipH="1" flipV="1">
            <a:off x="1778808"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ns2:creationId id="{509FC5D5-C755-AB4D-9CEA-D642127F1A79}"/>
              </a:ext>
            </a:extLst>
          </p:cNvPr>
          <p:cNvCxnSpPr>
            <a:cxnSpLocks/>
          </p:cNvCxnSpPr>
          <p:nvPr/>
        </p:nvCxnSpPr>
        <p:spPr>
          <a:xfrm>
            <a:off x="406224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ns2:creationId id="{8C22A73D-9DED-8048-8E37-3F145D35B79B}"/>
              </a:ext>
            </a:extLst>
          </p:cNvPr>
          <p:cNvCxnSpPr>
            <a:cxnSpLocks/>
          </p:cNvCxnSpPr>
          <p:nvPr/>
        </p:nvCxnSpPr>
        <p:spPr>
          <a:xfrm>
            <a:off x="812448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ns2:creationId id="{F43FFE0D-7144-9D45-B565-17E61A301AB1}"/>
              </a:ext>
            </a:extLst>
          </p:cNvPr>
          <p:cNvSpPr/>
          <p:nvPr/>
        </p:nvSpPr>
        <p:spPr>
          <a:xfrm rot="6000000">
            <a:off x="539184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ns2:creationId id="{1A04E3EE-14A9-9241-8B85-38226E1E8E8D}"/>
              </a:ext>
            </a:extLst>
          </p:cNvPr>
          <p:cNvSpPr/>
          <p:nvPr/>
        </p:nvSpPr>
        <p:spPr>
          <a:xfrm rot="4800000">
            <a:off x="578267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ns2:creationId id="{01415BD3-0744-0C4E-B55B-EE973E04ED21}"/>
              </a:ext>
            </a:extLst>
          </p:cNvPr>
          <p:cNvSpPr/>
          <p:nvPr/>
        </p:nvSpPr>
        <p:spPr>
          <a:xfrm rot="5400000">
            <a:off x="601519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3" name="Straight Arrow Connector 62">
            <a:extLst>
              <a:ext uri="{FF2B5EF4-FFF2-40B4-BE49-F238E27FC236}">
                <ns2:creationId id="{4522A40D-E123-3145-9658-AB9C106EB437}"/>
              </a:ext>
            </a:extLst>
          </p:cNvPr>
          <p:cNvCxnSpPr>
            <a:cxnSpLocks/>
          </p:cNvCxnSpPr>
          <p:nvPr/>
        </p:nvCxnSpPr>
        <p:spPr>
          <a:xfrm flipH="1" flipV="1">
            <a:off x="5795681" y="1557343"/>
            <a:ext cx="338047" cy="1991201"/>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ns2:creationId id="{B10D7B18-1F83-8B41-98FF-F7F7C016CEFE}"/>
              </a:ext>
            </a:extLst>
          </p:cNvPr>
          <p:cNvCxnSpPr>
            <a:cxnSpLocks/>
          </p:cNvCxnSpPr>
          <p:nvPr/>
        </p:nvCxnSpPr>
        <p:spPr>
          <a:xfrm flipV="1">
            <a:off x="6108506" y="2547511"/>
            <a:ext cx="226203" cy="102046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ns2:creationId id="{D4BBA26F-C510-FF4D-BE95-9AA1DD550A13}"/>
              </a:ext>
            </a:extLst>
          </p:cNvPr>
          <p:cNvSpPr/>
          <p:nvPr/>
        </p:nvSpPr>
        <p:spPr>
          <a:xfrm>
            <a:off x="609880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ns2:creationId id="{FEBE1167-E135-304B-8667-FCE9287DB2BD}"/>
              </a:ext>
            </a:extLst>
          </p:cNvPr>
          <p:cNvSpPr>
            <a:spLocks noChangeAspect="1"/>
          </p:cNvSpPr>
          <p:nvPr/>
        </p:nvSpPr>
        <p:spPr>
          <a:xfrm flipH="1">
            <a:off x="5457754"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ns2:creationId id="{0136C9ED-6529-114B-BA78-8A66BE9B7004}"/>
              </a:ext>
            </a:extLst>
          </p:cNvPr>
          <p:cNvSpPr>
            <a:spLocks noChangeAspect="1"/>
          </p:cNvSpPr>
          <p:nvPr/>
        </p:nvSpPr>
        <p:spPr>
          <a:xfrm flipH="1">
            <a:off x="623759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ns2:creationId id="{6EF1BAE3-EDFF-9940-B8C5-7AD66F813964}"/>
              </a:ext>
            </a:extLst>
          </p:cNvPr>
          <p:cNvSpPr>
            <a:spLocks noChangeAspect="1"/>
          </p:cNvSpPr>
          <p:nvPr/>
        </p:nvSpPr>
        <p:spPr>
          <a:xfrm flipH="1">
            <a:off x="7511960" y="413238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ns2:creationId id="{09802901-FFE8-364C-A42F-772C20C0F55C}"/>
              </a:ext>
            </a:extLst>
          </p:cNvPr>
          <p:cNvSpPr>
            <a:spLocks noChangeAspect="1"/>
          </p:cNvSpPr>
          <p:nvPr/>
        </p:nvSpPr>
        <p:spPr>
          <a:xfrm flipH="1">
            <a:off x="4556581" y="279262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ns2:creationId id="{2FA2CE8B-5F59-5F47-BD40-1A275C868236}"/>
              </a:ext>
            </a:extLst>
          </p:cNvPr>
          <p:cNvSpPr>
            <a:spLocks noChangeAspect="1"/>
          </p:cNvSpPr>
          <p:nvPr/>
        </p:nvSpPr>
        <p:spPr>
          <a:xfrm flipH="1">
            <a:off x="583507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1" name="Oval 70">
            <a:extLst>
              <a:ext uri="{FF2B5EF4-FFF2-40B4-BE49-F238E27FC236}">
                <ns2:creationId id="{D53DB876-4C0A-4744-9A63-50436D251A95}"/>
              </a:ext>
            </a:extLst>
          </p:cNvPr>
          <p:cNvSpPr>
            <a:spLocks noChangeAspect="1"/>
          </p:cNvSpPr>
          <p:nvPr/>
        </p:nvSpPr>
        <p:spPr>
          <a:xfrm flipH="1">
            <a:off x="6634207"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72" name="Straight Arrow Connector 71">
            <a:extLst>
              <a:ext uri="{FF2B5EF4-FFF2-40B4-BE49-F238E27FC236}">
                <ns2:creationId id="{7295B6CD-7989-C941-9D0B-0E709F8787F7}"/>
              </a:ext>
            </a:extLst>
          </p:cNvPr>
          <p:cNvCxnSpPr>
            <a:cxnSpLocks/>
          </p:cNvCxnSpPr>
          <p:nvPr/>
        </p:nvCxnSpPr>
        <p:spPr>
          <a:xfrm rot="5400000">
            <a:off x="4565426" y="2664129"/>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ns2:creationId id="{4101900D-E316-5C4E-9E20-96B10D815133}"/>
              </a:ext>
            </a:extLst>
          </p:cNvPr>
          <p:cNvCxnSpPr>
            <a:cxnSpLocks/>
          </p:cNvCxnSpPr>
          <p:nvPr/>
        </p:nvCxnSpPr>
        <p:spPr>
          <a:xfrm rot="5400000" flipH="1" flipV="1">
            <a:off x="7613652" y="4218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ns2:creationId id="{C3889B20-A131-F348-9F79-30680F490D16}"/>
              </a:ext>
            </a:extLst>
          </p:cNvPr>
          <p:cNvCxnSpPr>
            <a:cxnSpLocks/>
          </p:cNvCxnSpPr>
          <p:nvPr/>
        </p:nvCxnSpPr>
        <p:spPr>
          <a:xfrm rot="5400000" flipH="1" flipV="1">
            <a:off x="630566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ns2:creationId id="{C0F31FBC-E349-954C-ACF2-5775D4791E29}"/>
              </a:ext>
            </a:extLst>
          </p:cNvPr>
          <p:cNvCxnSpPr>
            <a:cxnSpLocks/>
          </p:cNvCxnSpPr>
          <p:nvPr/>
        </p:nvCxnSpPr>
        <p:spPr>
          <a:xfrm flipH="1" flipV="1">
            <a:off x="6802770"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ns2:creationId id="{CF9CC54C-94DB-B144-9856-71D4CF6A9FFC}"/>
              </a:ext>
            </a:extLst>
          </p:cNvPr>
          <p:cNvCxnSpPr>
            <a:cxnSpLocks/>
          </p:cNvCxnSpPr>
          <p:nvPr/>
        </p:nvCxnSpPr>
        <p:spPr>
          <a:xfrm rot="10800000" flipH="1" flipV="1">
            <a:off x="5439242"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ns2:creationId id="{2A1F54C2-0D47-414E-AB5A-64FBAA9CA73E}"/>
              </a:ext>
            </a:extLst>
          </p:cNvPr>
          <p:cNvCxnSpPr>
            <a:cxnSpLocks/>
          </p:cNvCxnSpPr>
          <p:nvPr/>
        </p:nvCxnSpPr>
        <p:spPr>
          <a:xfrm rot="16200000" flipH="1" flipV="1">
            <a:off x="584270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ns2:creationId id="{DCC97071-9D67-DC48-AD13-C0A25508CBD8}"/>
              </a:ext>
            </a:extLst>
          </p:cNvPr>
          <p:cNvSpPr/>
          <p:nvPr/>
        </p:nvSpPr>
        <p:spPr>
          <a:xfrm rot="5400000">
            <a:off x="940392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Oval 79">
            <a:extLst>
              <a:ext uri="{FF2B5EF4-FFF2-40B4-BE49-F238E27FC236}">
                <ns2:creationId id="{4B5172ED-2D8A-034A-8B6D-511FB837A5C1}"/>
              </a:ext>
            </a:extLst>
          </p:cNvPr>
          <p:cNvSpPr/>
          <p:nvPr/>
        </p:nvSpPr>
        <p:spPr>
          <a:xfrm rot="5400000">
            <a:off x="979475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Oval 80">
            <a:extLst>
              <a:ext uri="{FF2B5EF4-FFF2-40B4-BE49-F238E27FC236}">
                <ns2:creationId id="{AB13C73C-22E9-E346-BD10-636EC5B03EEB}"/>
              </a:ext>
            </a:extLst>
          </p:cNvPr>
          <p:cNvSpPr/>
          <p:nvPr/>
        </p:nvSpPr>
        <p:spPr>
          <a:xfrm rot="5400000">
            <a:off x="1002727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ns2:creationId id="{1990AA94-0B5D-CE4D-9E67-06FDF3574AC7}"/>
              </a:ext>
            </a:extLst>
          </p:cNvPr>
          <p:cNvGrpSpPr/>
          <p:nvPr/>
        </p:nvGrpSpPr>
        <p:grpSpPr>
          <a:xfrm>
            <a:off x="2063484" y="603661"/>
            <a:ext cx="8075974" cy="2964314"/>
            <a:chOff x="2063484" y="475010"/>
            <a:chExt cx="8075974" cy="3092965"/>
          </a:xfrm>
        </p:grpSpPr>
        <p:cxnSp>
          <p:nvCxnSpPr>
            <p:cNvPr id="4" name="Straight Arrow Connector 3">
              <a:extLst>
                <a:ext uri="{FF2B5EF4-FFF2-40B4-BE49-F238E27FC236}">
                  <ns2:creationId id="{73E8E4AC-0527-6B4F-BB34-1C07B68C379A}"/>
                </a:ext>
              </a:extLst>
            </p:cNvPr>
            <p:cNvCxnSpPr>
              <a:cxnSpLocks/>
            </p:cNvCxnSpPr>
            <p:nvPr/>
          </p:nvCxnSpPr>
          <p:spPr>
            <a:xfrm flipV="1">
              <a:off x="2063484"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ns2:creationId id="{5D5DA236-2F5C-F24D-9362-22479B37AE27}"/>
                </a:ext>
              </a:extLst>
            </p:cNvPr>
            <p:cNvCxnSpPr>
              <a:cxnSpLocks/>
            </p:cNvCxnSpPr>
            <p:nvPr/>
          </p:nvCxnSpPr>
          <p:spPr>
            <a:xfrm flipV="1">
              <a:off x="612737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ns2:creationId id="{E04B73D7-CFB3-AA47-B209-D5B652F58A9A}"/>
                </a:ext>
              </a:extLst>
            </p:cNvPr>
            <p:cNvCxnSpPr>
              <a:cxnSpLocks/>
            </p:cNvCxnSpPr>
            <p:nvPr/>
          </p:nvCxnSpPr>
          <p:spPr>
            <a:xfrm flipV="1">
              <a:off x="1013945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Straight Arrow Connector 82">
            <a:extLst>
              <a:ext uri="{FF2B5EF4-FFF2-40B4-BE49-F238E27FC236}">
                <ns2:creationId id="{94207A4C-8434-F641-A011-611D2AB4793F}"/>
              </a:ext>
            </a:extLst>
          </p:cNvPr>
          <p:cNvCxnSpPr>
            <a:cxnSpLocks/>
          </p:cNvCxnSpPr>
          <p:nvPr/>
        </p:nvCxnSpPr>
        <p:spPr>
          <a:xfrm flipH="1" flipV="1">
            <a:off x="10012781" y="1270415"/>
            <a:ext cx="39518" cy="2278129"/>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ns2:creationId id="{DD3586A5-C84D-3F42-8EFF-7CA3F5F12774}"/>
              </a:ext>
            </a:extLst>
          </p:cNvPr>
          <p:cNvCxnSpPr>
            <a:cxnSpLocks/>
          </p:cNvCxnSpPr>
          <p:nvPr/>
        </p:nvCxnSpPr>
        <p:spPr>
          <a:xfrm flipV="1">
            <a:off x="10254251" y="2415014"/>
            <a:ext cx="8815" cy="112586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ns2:creationId id="{4B9400FD-E486-B14B-AC9C-BCB09D1135A2}"/>
              </a:ext>
            </a:extLst>
          </p:cNvPr>
          <p:cNvSpPr/>
          <p:nvPr/>
        </p:nvSpPr>
        <p:spPr>
          <a:xfrm>
            <a:off x="1011088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ns2:creationId id="{B6DDABCD-9B6E-0146-8BFF-3CBF4280B6B7}"/>
              </a:ext>
            </a:extLst>
          </p:cNvPr>
          <p:cNvSpPr>
            <a:spLocks noChangeAspect="1"/>
          </p:cNvSpPr>
          <p:nvPr/>
        </p:nvSpPr>
        <p:spPr>
          <a:xfrm flipH="1">
            <a:off x="9542859"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7" name="Oval 86">
            <a:extLst>
              <a:ext uri="{FF2B5EF4-FFF2-40B4-BE49-F238E27FC236}">
                <ns2:creationId id="{E35603F7-4AC6-D54E-B796-8ECF3E139D28}"/>
              </a:ext>
            </a:extLst>
          </p:cNvPr>
          <p:cNvSpPr>
            <a:spLocks noChangeAspect="1"/>
          </p:cNvSpPr>
          <p:nvPr/>
        </p:nvSpPr>
        <p:spPr>
          <a:xfrm flipH="1">
            <a:off x="1024967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8" name="Oval 87">
            <a:extLst>
              <a:ext uri="{FF2B5EF4-FFF2-40B4-BE49-F238E27FC236}">
                <ns2:creationId id="{5E822E41-836D-6B4A-859F-FD430E027DC8}"/>
              </a:ext>
            </a:extLst>
          </p:cNvPr>
          <p:cNvSpPr>
            <a:spLocks noChangeAspect="1"/>
          </p:cNvSpPr>
          <p:nvPr/>
        </p:nvSpPr>
        <p:spPr>
          <a:xfrm flipH="1">
            <a:off x="11524040" y="39266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ns2:creationId id="{942F0346-DB25-A44F-8938-8FB3746D7D80}"/>
              </a:ext>
            </a:extLst>
          </p:cNvPr>
          <p:cNvSpPr>
            <a:spLocks noChangeAspect="1"/>
          </p:cNvSpPr>
          <p:nvPr/>
        </p:nvSpPr>
        <p:spPr>
          <a:xfrm flipH="1">
            <a:off x="8568661" y="29907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ns2:creationId id="{CC8884F5-50D7-4345-825E-5F4014AE501E}"/>
              </a:ext>
            </a:extLst>
          </p:cNvPr>
          <p:cNvSpPr>
            <a:spLocks noChangeAspect="1"/>
          </p:cNvSpPr>
          <p:nvPr/>
        </p:nvSpPr>
        <p:spPr>
          <a:xfrm flipH="1">
            <a:off x="984715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ns2:creationId id="{7542A9BE-ECCE-5C40-A68A-16AE68143B72}"/>
              </a:ext>
            </a:extLst>
          </p:cNvPr>
          <p:cNvSpPr>
            <a:spLocks noChangeAspect="1"/>
          </p:cNvSpPr>
          <p:nvPr/>
        </p:nvSpPr>
        <p:spPr>
          <a:xfrm flipH="1">
            <a:off x="10592312"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4" name="Straight Arrow Connector 93">
            <a:extLst>
              <a:ext uri="{FF2B5EF4-FFF2-40B4-BE49-F238E27FC236}">
                <ns2:creationId id="{F9C01C71-7A09-AE4B-B957-2044CA563BC5}"/>
              </a:ext>
            </a:extLst>
          </p:cNvPr>
          <p:cNvCxnSpPr>
            <a:cxnSpLocks/>
          </p:cNvCxnSpPr>
          <p:nvPr/>
        </p:nvCxnSpPr>
        <p:spPr>
          <a:xfrm rot="5400000" flipH="1" flipV="1">
            <a:off x="1031774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ns2:creationId id="{03FE165A-ABC8-BE4E-8543-7690FB45F3BF}"/>
              </a:ext>
            </a:extLst>
          </p:cNvPr>
          <p:cNvCxnSpPr>
            <a:cxnSpLocks/>
          </p:cNvCxnSpPr>
          <p:nvPr/>
        </p:nvCxnSpPr>
        <p:spPr>
          <a:xfrm flipH="1" flipV="1">
            <a:off x="10760875"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ns2:creationId id="{D99813F5-0792-5E44-BD4E-C5C96C3DDB3F}"/>
              </a:ext>
            </a:extLst>
          </p:cNvPr>
          <p:cNvCxnSpPr>
            <a:cxnSpLocks/>
          </p:cNvCxnSpPr>
          <p:nvPr/>
        </p:nvCxnSpPr>
        <p:spPr>
          <a:xfrm rot="10800000" flipH="1" flipV="1">
            <a:off x="9524347"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ns2:creationId id="{55CBB2A3-47BB-2A4B-A755-E5E82F457977}"/>
              </a:ext>
            </a:extLst>
          </p:cNvPr>
          <p:cNvCxnSpPr>
            <a:cxnSpLocks/>
          </p:cNvCxnSpPr>
          <p:nvPr/>
        </p:nvCxnSpPr>
        <p:spPr>
          <a:xfrm rot="16200000" flipH="1" flipV="1">
            <a:off x="985478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ns2:creationId id="{03170DA2-933A-E746-8799-DEC80877A0BF}"/>
              </a:ext>
            </a:extLst>
          </p:cNvPr>
          <p:cNvSpPr txBox="1"/>
          <p:nvPr/>
        </p:nvSpPr>
        <p:spPr>
          <a:xfrm>
            <a:off x="167950" y="4983847"/>
            <a:ext cx="361349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Low-drift Noether core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exclusion envelope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spin-1/2 closure target</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Fermi-Dirac statistics route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pro/anti core chirality retained</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charged leptons and quarks</a:t>
            </a:r>
          </a:p>
        </p:txBody>
      </p:sp>
      <p:sp>
        <p:nvSpPr>
          <p:cNvPr id="99" name="TextBox 98">
            <a:extLst>
              <a:ext uri="{FF2B5EF4-FFF2-40B4-BE49-F238E27FC236}">
                <ns2:creationId id="{2C353E9F-48D8-8D44-BD78-75598043198D}"/>
              </a:ext>
            </a:extLst>
          </p:cNvPr>
          <p:cNvSpPr txBox="1"/>
          <p:nvPr/>
        </p:nvSpPr>
        <p:spPr>
          <a:xfrm>
            <a:off x="8577597" y="4983847"/>
            <a:ext cx="3252814"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Velocity </a:t>
            </a:r>
            <a:r>
              <a:rPr lang="en-US" sz="16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&gt;= “c” </a:t>
            </a: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boson shape, ~0 exclusion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Bose-Einstein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e.g.,</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photon</a:t>
            </a:r>
          </a:p>
        </p:txBody>
      </p:sp>
      <p:sp>
        <p:nvSpPr>
          <p:cNvPr id="101" name="TextBox 100">
            <a:extLst>
              <a:ext uri="{FF2B5EF4-FFF2-40B4-BE49-F238E27FC236}">
                <ns2:creationId id="{087455DC-03A3-AA4F-AD61-E0BCB1C90C94}"/>
              </a:ext>
            </a:extLst>
          </p:cNvPr>
          <p:cNvSpPr txBox="1"/>
          <p:nvPr/>
        </p:nvSpPr>
        <p:spPr>
          <a:xfrm>
            <a:off x="4233219" y="4983847"/>
            <a:ext cx="3994354"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High-drift Noether core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angular-momentum vectors tend toward axialization</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mass response becomes oscillatory</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neutrino-like comparison target</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claim level: open dynamics route</a:t>
            </a:r>
          </a:p>
        </p:txBody>
      </p:sp>
      <p:cxnSp>
        <p:nvCxnSpPr>
          <p:cNvPr id="106" name="Straight Arrow Connector 105">
            <a:extLst>
              <a:ext uri="{FF2B5EF4-FFF2-40B4-BE49-F238E27FC236}">
                <ns2:creationId id="{B011BF8B-9B3B-194E-860A-C437CC99C7A7}"/>
              </a:ext>
            </a:extLst>
          </p:cNvPr>
          <p:cNvCxnSpPr>
            <a:cxnSpLocks/>
          </p:cNvCxnSpPr>
          <p:nvPr/>
        </p:nvCxnSpPr>
        <p:spPr>
          <a:xfrm rot="5100000">
            <a:off x="8562724" y="2854201"/>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ns2:creationId id="{1FEAF416-CED6-C54A-A22B-8A4184554071}"/>
              </a:ext>
            </a:extLst>
          </p:cNvPr>
          <p:cNvCxnSpPr>
            <a:cxnSpLocks/>
          </p:cNvCxnSpPr>
          <p:nvPr/>
        </p:nvCxnSpPr>
        <p:spPr>
          <a:xfrm rot="5400000" flipH="1" flipV="1">
            <a:off x="11610950" y="4044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ns2:creationId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Noether-Core Regimes Map to Effective Statistics</a:t>
            </a:r>
          </a:p>
        </p:txBody>
      </p:sp>
      <p:sp>
        <p:nvSpPr>
          <p:cNvPr id="5" name="Up Arrow Callout 4">
            <a:extLst>
              <a:ext uri="{FF2B5EF4-FFF2-40B4-BE49-F238E27FC236}">
                <ns2:creationId id="{B23FD2B2-0A91-F8CE-1716-6E5846B3BAD3}"/>
              </a:ext>
            </a:extLst>
          </p:cNvPr>
          <p:cNvSpPr/>
          <p:nvPr/>
        </p:nvSpPr>
        <p:spPr>
          <a:xfrm>
            <a:off x="3037012" y="2254589"/>
            <a:ext cx="703014" cy="570680"/>
          </a:xfrm>
          <a:prstGeom prst="upArrowCallout">
            <a:avLst>
              <a:gd name="adj1" fmla="val 25000"/>
              <a:gd name="adj2" fmla="val 25000"/>
              <a:gd name="adj3" fmla="val 25000"/>
              <a:gd name="adj4" fmla="val 56415"/>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6" name="Up Arrow Callout 5">
            <a:extLst>
              <a:ext uri="{FF2B5EF4-FFF2-40B4-BE49-F238E27FC236}">
                <ns2:creationId id="{3A858C39-40E3-C371-2CB9-E81534047B20}"/>
              </a:ext>
            </a:extLst>
          </p:cNvPr>
          <p:cNvSpPr/>
          <p:nvPr/>
        </p:nvSpPr>
        <p:spPr>
          <a:xfrm>
            <a:off x="7160453" y="1724050"/>
            <a:ext cx="703014" cy="1101219"/>
          </a:xfrm>
          <a:prstGeom prst="upArrowCallout">
            <a:avLst>
              <a:gd name="adj1" fmla="val 25000"/>
              <a:gd name="adj2" fmla="val 25000"/>
              <a:gd name="adj3" fmla="val 25000"/>
              <a:gd name="adj4" fmla="val 3050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7" name="Up Arrow Callout 6">
            <a:extLst>
              <a:ext uri="{FF2B5EF4-FFF2-40B4-BE49-F238E27FC236}">
                <ns2:creationId id="{6F8D9548-9B8C-4C8C-8C9F-5270736394DE}"/>
              </a:ext>
            </a:extLst>
          </p:cNvPr>
          <p:cNvSpPr/>
          <p:nvPr/>
        </p:nvSpPr>
        <p:spPr>
          <a:xfrm>
            <a:off x="11191249" y="726654"/>
            <a:ext cx="703014" cy="2098616"/>
          </a:xfrm>
          <a:prstGeom prst="upArrowCallout">
            <a:avLst>
              <a:gd name="adj1" fmla="val 25000"/>
              <a:gd name="adj2" fmla="val 25000"/>
              <a:gd name="adj3" fmla="val 25000"/>
              <a:gd name="adj4" fmla="val 1596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Tree>
    <p:extLst>
      <p:ext uri="{BB962C8B-B14F-4D97-AF65-F5344CB8AC3E}">
        <ns3:creationId val="3357355047"/>
      </p:ext>
    </p:extLst>
  </p:cSld>
  <p:clrMapOvr>
    <a:masterClrMapping/>
  </p:clrMapOvr>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Donut 1">
            <a:extLst>
              <a:ext uri="{FF2B5EF4-FFF2-40B4-BE49-F238E27FC236}">
                <ns2:creationId id="{BA4288FE-88D7-9EDC-40A6-C24DF48CE79A}"/>
              </a:ext>
            </a:extLst>
          </p:cNvPr>
          <p:cNvSpPr/>
          <p:nvPr/>
        </p:nvSpPr>
        <p:spPr>
          <a:xfrm>
            <a:off x="914209" y="1156872"/>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onut 2">
            <a:extLst>
              <a:ext uri="{FF2B5EF4-FFF2-40B4-BE49-F238E27FC236}">
                <ns2:creationId id="{B708AADB-0A16-6D14-D9CD-DF1192E78C07}"/>
              </a:ext>
            </a:extLst>
          </p:cNvPr>
          <p:cNvSpPr/>
          <p:nvPr/>
        </p:nvSpPr>
        <p:spPr>
          <a:xfrm>
            <a:off x="1737842" y="1980507"/>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Donut 3">
            <a:extLst>
              <a:ext uri="{FF2B5EF4-FFF2-40B4-BE49-F238E27FC236}">
                <ns2:creationId id="{428EE5F5-1912-9D07-7806-71DBA8A4FA8F}"/>
              </a:ext>
            </a:extLst>
          </p:cNvPr>
          <p:cNvSpPr/>
          <p:nvPr/>
        </p:nvSpPr>
        <p:spPr>
          <a:xfrm>
            <a:off x="2528978" y="2759035"/>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ns2:creationId id="{1D6AD72A-9502-F178-9424-440D8A6757ED}"/>
              </a:ext>
            </a:extLst>
          </p:cNvPr>
          <p:cNvCxnSpPr>
            <a:cxnSpLocks/>
            <a:endCxn id="2" idx="7"/>
          </p:cNvCxnSpPr>
          <p:nvPr/>
        </p:nvCxnSpPr>
        <p:spPr>
          <a:xfrm flipV="1">
            <a:off x="3098796" y="1796723"/>
            <a:ext cx="1544736" cy="154473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ns2:creationId id="{CB52F6BF-FC61-3808-39AA-72AB802156DF}"/>
              </a:ext>
            </a:extLst>
          </p:cNvPr>
          <p:cNvCxnSpPr>
            <a:cxnSpLocks/>
          </p:cNvCxnSpPr>
          <p:nvPr/>
        </p:nvCxnSpPr>
        <p:spPr>
          <a:xfrm>
            <a:off x="3098796" y="3341460"/>
            <a:ext cx="595033" cy="125398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ns2:creationId id="{54059970-CC4F-C26F-4E26-B67060AA9468}"/>
              </a:ext>
            </a:extLst>
          </p:cNvPr>
          <p:cNvCxnSpPr>
            <a:cxnSpLocks/>
          </p:cNvCxnSpPr>
          <p:nvPr/>
        </p:nvCxnSpPr>
        <p:spPr>
          <a:xfrm flipH="1" flipV="1">
            <a:off x="2492035" y="3157179"/>
            <a:ext cx="606761" cy="18428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ns2:creationId id="{2AC75854-C582-B325-2779-91D5942E7C63}"/>
              </a:ext>
            </a:extLst>
          </p:cNvPr>
          <p:cNvSpPr txBox="1"/>
          <p:nvPr/>
        </p:nvSpPr>
        <p:spPr>
          <a:xfrm>
            <a:off x="2539994"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SLM</a:t>
            </a:r>
          </a:p>
        </p:txBody>
      </p:sp>
      <p:sp>
        <p:nvSpPr>
          <p:cNvPr id="5" name="Donut 4">
            <a:extLst>
              <a:ext uri="{FF2B5EF4-FFF2-40B4-BE49-F238E27FC236}">
                <ns2:creationId id="{C1882956-1CD8-6E50-F8A3-2F831D543740}"/>
              </a:ext>
            </a:extLst>
          </p:cNvPr>
          <p:cNvSpPr/>
          <p:nvPr/>
        </p:nvSpPr>
        <p:spPr>
          <a:xfrm>
            <a:off x="6920345" y="1160777"/>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Donut 6">
            <a:extLst>
              <a:ext uri="{FF2B5EF4-FFF2-40B4-BE49-F238E27FC236}">
                <ns2:creationId id="{CF0500E5-1CEE-8D30-C186-9577181EEDC5}"/>
              </a:ext>
            </a:extLst>
          </p:cNvPr>
          <p:cNvSpPr/>
          <p:nvPr/>
        </p:nvSpPr>
        <p:spPr>
          <a:xfrm>
            <a:off x="7743978" y="1984412"/>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onut 8">
            <a:extLst>
              <a:ext uri="{FF2B5EF4-FFF2-40B4-BE49-F238E27FC236}">
                <ns2:creationId id="{EE3E73BC-70EA-4ECC-D219-8C668A9231A4}"/>
              </a:ext>
            </a:extLst>
          </p:cNvPr>
          <p:cNvSpPr/>
          <p:nvPr/>
        </p:nvSpPr>
        <p:spPr>
          <a:xfrm>
            <a:off x="8535114" y="2762940"/>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ns2:creationId id="{8EE73430-EA8C-4D56-5368-6EE84D719BA1}"/>
              </a:ext>
            </a:extLst>
          </p:cNvPr>
          <p:cNvCxnSpPr>
            <a:cxnSpLocks/>
            <a:endCxn id="7" idx="7"/>
          </p:cNvCxnSpPr>
          <p:nvPr/>
        </p:nvCxnSpPr>
        <p:spPr>
          <a:xfrm flipV="1">
            <a:off x="9104932" y="2383026"/>
            <a:ext cx="962340" cy="96234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ns2:creationId id="{FA237148-3DC5-974C-0428-0EF5DFF85F6D}"/>
              </a:ext>
            </a:extLst>
          </p:cNvPr>
          <p:cNvCxnSpPr>
            <a:cxnSpLocks/>
          </p:cNvCxnSpPr>
          <p:nvPr/>
        </p:nvCxnSpPr>
        <p:spPr>
          <a:xfrm>
            <a:off x="9104932" y="3345365"/>
            <a:ext cx="812791" cy="20394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ns2:creationId id="{3C17F5ED-BDDC-BF50-22F2-809681141604}"/>
              </a:ext>
            </a:extLst>
          </p:cNvPr>
          <p:cNvCxnSpPr>
            <a:cxnSpLocks/>
          </p:cNvCxnSpPr>
          <p:nvPr/>
        </p:nvCxnSpPr>
        <p:spPr>
          <a:xfrm flipH="1" flipV="1">
            <a:off x="8471877" y="3157179"/>
            <a:ext cx="633055" cy="18818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ns2:creationId id="{42D340C8-BCD0-C685-AA68-6274E1F27D72}"/>
              </a:ext>
            </a:extLst>
          </p:cNvPr>
          <p:cNvSpPr txBox="1"/>
          <p:nvPr/>
        </p:nvSpPr>
        <p:spPr>
          <a:xfrm>
            <a:off x="8546130"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SML</a:t>
            </a:r>
          </a:p>
        </p:txBody>
      </p:sp>
      <p:sp>
        <p:nvSpPr>
          <p:cNvPr id="30" name="Title 4">
            <a:extLst>
              <a:ext uri="{FF2B5EF4-FFF2-40B4-BE49-F238E27FC236}">
                <ns2:creationId id="{C0C43CCF-97B1-AD41-7C98-F6EFE9A74335}"/>
              </a:ext>
            </a:extLst>
          </p:cNvPr>
          <p:cNvSpPr txBox="1">
            <a:spLocks/>
          </p:cNvSpPr>
          <p:nvPr/>
        </p:nvSpPr>
        <p:spPr>
          <a:xfrm>
            <a:off x="453293" y="187318"/>
            <a:ext cx="11238522" cy="777875"/>
          </a:xfrm>
          <a:prstGeom prst="rect">
            <a:avLst/>
          </a:prstGeom>
        </p:spPr>
        <p:txBody>
          <a:bodyPr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Angular-Momentum Orientation Encodes Chirality Choices</a:t>
            </a:r>
          </a:p>
        </p:txBody>
      </p:sp>
      <p:sp>
        <p:nvSpPr>
          <p:cNvPr id="31" name="TextBox 30">
            <a:extLst>
              <a:ext uri="{FF2B5EF4-FFF2-40B4-BE49-F238E27FC236}">
                <ns2:creationId id="{A0ACBB4C-A45F-8A60-4CAD-A0538D4CACB0}"/>
              </a:ext>
            </a:extLst>
          </p:cNvPr>
          <p:cNvSpPr txBox="1"/>
          <p:nvPr/>
        </p:nvSpPr>
        <p:spPr>
          <a:xfrm>
            <a:off x="3777497" y="5314225"/>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2" name="TextBox 31">
            <a:extLst>
              <a:ext uri="{FF2B5EF4-FFF2-40B4-BE49-F238E27FC236}">
                <ns2:creationId id="{71945390-E14D-E3B4-3810-7D8CF00E9BA1}"/>
              </a:ext>
            </a:extLst>
          </p:cNvPr>
          <p:cNvSpPr txBox="1"/>
          <p:nvPr/>
        </p:nvSpPr>
        <p:spPr>
          <a:xfrm>
            <a:off x="647968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3" name="TextBox 32">
            <a:extLst>
              <a:ext uri="{FF2B5EF4-FFF2-40B4-BE49-F238E27FC236}">
                <ns2:creationId id="{08AE107B-C680-F726-75BB-CEC65D991224}"/>
              </a:ext>
            </a:extLst>
          </p:cNvPr>
          <p:cNvSpPr txBox="1"/>
          <p:nvPr/>
        </p:nvSpPr>
        <p:spPr>
          <a:xfrm>
            <a:off x="4474369" y="1445966"/>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
        <p:nvSpPr>
          <p:cNvPr id="34" name="TextBox 33">
            <a:extLst>
              <a:ext uri="{FF2B5EF4-FFF2-40B4-BE49-F238E27FC236}">
                <ns2:creationId id="{5D8F3AF5-4341-0AFB-6621-F883DF56D80F}"/>
              </a:ext>
            </a:extLst>
          </p:cNvPr>
          <p:cNvSpPr txBox="1"/>
          <p:nvPr/>
        </p:nvSpPr>
        <p:spPr>
          <a:xfrm>
            <a:off x="10465886" y="1429472"/>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5" name="TextBox 34">
            <a:extLst>
              <a:ext uri="{FF2B5EF4-FFF2-40B4-BE49-F238E27FC236}">
                <ns2:creationId id="{5785E698-D0F4-2F28-B338-A2B3B2C6E5DA}"/>
              </a:ext>
            </a:extLst>
          </p:cNvPr>
          <p:cNvSpPr txBox="1"/>
          <p:nvPr/>
        </p:nvSpPr>
        <p:spPr>
          <a:xfrm>
            <a:off x="47220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6" name="TextBox 35">
            <a:extLst>
              <a:ext uri="{FF2B5EF4-FFF2-40B4-BE49-F238E27FC236}">
                <ns2:creationId id="{1955B46F-F178-3B04-0104-3A7E4B8A88AD}"/>
              </a:ext>
            </a:extLst>
          </p:cNvPr>
          <p:cNvSpPr txBox="1"/>
          <p:nvPr/>
        </p:nvSpPr>
        <p:spPr>
          <a:xfrm>
            <a:off x="9655795" y="5365217"/>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Tree>
    <p:extLst>
      <p:ext uri="{BB962C8B-B14F-4D97-AF65-F5344CB8AC3E}">
        <ns3:creationId val="1283311828"/>
      </p:ext>
    </p:extLst>
  </p:cSld>
  <p:clrMapOvr>
    <a:masterClrMapping/>
  </p:clrMapOvr>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graphicFrame>
        <p:nvGraphicFramePr>
          <p:cNvPr id="3" name="Table 2">
            <a:extLst>
              <a:ext uri="{FF2B5EF4-FFF2-40B4-BE49-F238E27FC236}">
                <ns2:creationId id="{724E0CA2-2D05-FFCC-E9C4-CA968FBD7555}"/>
              </a:ext>
            </a:extLst>
          </p:cNvPr>
          <p:cNvGraphicFramePr>
            <a:graphicFrameLocks noGrp="1"/>
          </p:cNvGraphicFramePr>
          <p:nvPr>
            <p:extLst>
              <p:ext uri="{D42A27DB-BD31-4B8C-83A1-F6EECF244321}">
                <ns3:modId val="3058871316"/>
              </p:ext>
            </p:extLst>
          </p:nvPr>
        </p:nvGraphicFramePr>
        <p:xfrm>
          <a:off x="781099" y="1430867"/>
          <a:ext cx="5545665" cy="4842933"/>
        </p:xfrm>
        <a:graphic>
          <a:graphicData uri="http://schemas.openxmlformats.org/drawingml/2006/table">
            <a:tbl>
              <a:tblPr firstRow="1" bandRow="1">
                <a:tableStyleId>{073A0DAA-6AF3-43AB-8588-CEC1D06C72B9}</a:tableStyleId>
              </a:tblPr>
              <a:tblGrid>
                <a:gridCol w="1848555">
                  <a:extLst>
                    <a:ext uri="{9D8B030D-6E8A-4147-A177-3AD203B41FA5}">
                      <ns2:colId val="230221416"/>
                    </a:ext>
                  </a:extLst>
                </a:gridCol>
                <a:gridCol w="1848555">
                  <a:extLst>
                    <a:ext uri="{9D8B030D-6E8A-4147-A177-3AD203B41FA5}">
                      <ns2:colId val="3174247679"/>
                    </a:ext>
                  </a:extLst>
                </a:gridCol>
                <a:gridCol w="1848555">
                  <a:extLst>
                    <a:ext uri="{9D8B030D-6E8A-4147-A177-3AD203B41FA5}">
                      <ns2:colId val="1148376956"/>
                    </a:ext>
                  </a:extLst>
                </a:gridCol>
              </a:tblGrid>
              <a:tr h="1614311">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Tri-binary</a:t>
                      </a:r>
                    </a:p>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Forms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ns2:rowId val="3796638479"/>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Pro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ns2:rowId val="1596901457"/>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Anti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ns2:rowId val="3042622526"/>
                  </a:ext>
                </a:extLst>
              </a:tr>
            </a:tbl>
          </a:graphicData>
        </a:graphic>
      </p:graphicFrame>
      <p:grpSp>
        <p:nvGrpSpPr>
          <p:cNvPr id="5" name="Group 4">
            <a:extLst>
              <a:ext uri="{FF2B5EF4-FFF2-40B4-BE49-F238E27FC236}">
                <ns2:creationId id="{D4ABFA44-986D-EBB0-AAAB-E799A3820470}"/>
              </a:ext>
            </a:extLst>
          </p:cNvPr>
          <p:cNvGrpSpPr/>
          <p:nvPr/>
        </p:nvGrpSpPr>
        <p:grpSpPr>
          <a:xfrm>
            <a:off x="3040221" y="4990413"/>
            <a:ext cx="1000690" cy="1000690"/>
            <a:chOff x="5070055" y="4965013"/>
            <a:chExt cx="1000690" cy="1000690"/>
          </a:xfrm>
        </p:grpSpPr>
        <p:grpSp>
          <p:nvGrpSpPr>
            <p:cNvPr id="884" name="Group 883">
              <a:extLst>
                <a:ext uri="{FF2B5EF4-FFF2-40B4-BE49-F238E27FC236}">
                  <ns2:creationId id="{3788A685-B5AE-0EE0-02E2-BD13127E4924}"/>
                </a:ext>
              </a:extLst>
            </p:cNvPr>
            <p:cNvGrpSpPr/>
            <p:nvPr/>
          </p:nvGrpSpPr>
          <p:grpSpPr>
            <a:xfrm rot="14400000">
              <a:off x="5070055" y="4965013"/>
              <a:ext cx="1000690" cy="1000690"/>
              <a:chOff x="5354637" y="3446463"/>
              <a:chExt cx="214313" cy="214313"/>
            </a:xfrm>
          </p:grpSpPr>
          <p:sp>
            <p:nvSpPr>
              <p:cNvPr id="893" name="Arc 892">
                <a:extLst>
                  <a:ext uri="{FF2B5EF4-FFF2-40B4-BE49-F238E27FC236}">
                    <ns2:creationId id="{36CB7700-E907-6A13-C359-273700B1A38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4" name="Arc 893">
                <a:extLst>
                  <a:ext uri="{FF2B5EF4-FFF2-40B4-BE49-F238E27FC236}">
                    <ns2:creationId id="{233B539C-5706-C044-A36C-4A440F2CB17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6" name="Group 885">
              <a:extLst>
                <a:ext uri="{FF2B5EF4-FFF2-40B4-BE49-F238E27FC236}">
                  <ns2:creationId id="{529336BD-FD8A-80B1-06AC-3EFDCD06B2D7}"/>
                </a:ext>
              </a:extLst>
            </p:cNvPr>
            <p:cNvGrpSpPr/>
            <p:nvPr/>
          </p:nvGrpSpPr>
          <p:grpSpPr>
            <a:xfrm>
              <a:off x="5297683" y="5192641"/>
              <a:ext cx="545436" cy="545436"/>
              <a:chOff x="5354637" y="3446463"/>
              <a:chExt cx="214313" cy="214313"/>
            </a:xfrm>
          </p:grpSpPr>
          <p:sp>
            <p:nvSpPr>
              <p:cNvPr id="891" name="Arc 890">
                <a:extLst>
                  <a:ext uri="{FF2B5EF4-FFF2-40B4-BE49-F238E27FC236}">
                    <ns2:creationId id="{1465D130-2D7B-8F25-811E-DF848D90064F}"/>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2" name="Arc 891">
                <a:extLst>
                  <a:ext uri="{FF2B5EF4-FFF2-40B4-BE49-F238E27FC236}">
                    <ns2:creationId id="{A281CF3F-1386-D588-8AD3-6379F2D99E77}"/>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7" name="Group 886">
              <a:extLst>
                <a:ext uri="{FF2B5EF4-FFF2-40B4-BE49-F238E27FC236}">
                  <ns2:creationId id="{ADA46A4F-620A-7653-976E-B1DDDCE90D24}"/>
                </a:ext>
              </a:extLst>
            </p:cNvPr>
            <p:cNvGrpSpPr/>
            <p:nvPr/>
          </p:nvGrpSpPr>
          <p:grpSpPr>
            <a:xfrm rot="7200000">
              <a:off x="5184556" y="5079514"/>
              <a:ext cx="771690" cy="771690"/>
              <a:chOff x="5354637" y="3446463"/>
              <a:chExt cx="214313" cy="214313"/>
            </a:xfrm>
          </p:grpSpPr>
          <p:sp>
            <p:nvSpPr>
              <p:cNvPr id="889" name="Arc 888">
                <a:extLst>
                  <a:ext uri="{FF2B5EF4-FFF2-40B4-BE49-F238E27FC236}">
                    <ns2:creationId id="{7FEDC80C-E0D5-FD26-0508-C035760A099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0" name="Arc 889">
                <a:extLst>
                  <a:ext uri="{FF2B5EF4-FFF2-40B4-BE49-F238E27FC236}">
                    <ns2:creationId id="{80EAEE0A-2226-488A-BAA7-6D1F67148E6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88" name="TextBox 887">
              <a:extLst>
                <a:ext uri="{FF2B5EF4-FFF2-40B4-BE49-F238E27FC236}">
                  <ns2:creationId id="{890AF967-0D63-BFD5-19AE-4087E1F7778D}"/>
                </a:ext>
              </a:extLst>
            </p:cNvPr>
            <p:cNvSpPr txBox="1"/>
            <p:nvPr/>
          </p:nvSpPr>
          <p:spPr>
            <a:xfrm>
              <a:off x="5337804"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0" name="Group 9">
            <a:extLst>
              <a:ext uri="{FF2B5EF4-FFF2-40B4-BE49-F238E27FC236}">
                <ns2:creationId id="{CBD0971C-302A-9F38-41E4-3630FB669227}"/>
              </a:ext>
            </a:extLst>
          </p:cNvPr>
          <p:cNvGrpSpPr/>
          <p:nvPr/>
        </p:nvGrpSpPr>
        <p:grpSpPr>
          <a:xfrm>
            <a:off x="3040221" y="3377734"/>
            <a:ext cx="1000690" cy="1000690"/>
            <a:chOff x="5070055" y="3352334"/>
            <a:chExt cx="1000690" cy="1000690"/>
          </a:xfrm>
        </p:grpSpPr>
        <p:grpSp>
          <p:nvGrpSpPr>
            <p:cNvPr id="874" name="Group 873">
              <a:extLst>
                <a:ext uri="{FF2B5EF4-FFF2-40B4-BE49-F238E27FC236}">
                  <ns2:creationId id="{9FE66D80-328B-DAA5-F448-0B32A16DC785}"/>
                </a:ext>
              </a:extLst>
            </p:cNvPr>
            <p:cNvGrpSpPr/>
            <p:nvPr/>
          </p:nvGrpSpPr>
          <p:grpSpPr>
            <a:xfrm>
              <a:off x="5297684" y="3579968"/>
              <a:ext cx="545436" cy="545436"/>
              <a:chOff x="5354637" y="3446463"/>
              <a:chExt cx="214313" cy="214313"/>
            </a:xfrm>
          </p:grpSpPr>
          <p:sp>
            <p:nvSpPr>
              <p:cNvPr id="882" name="Arc 881">
                <a:extLst>
                  <a:ext uri="{FF2B5EF4-FFF2-40B4-BE49-F238E27FC236}">
                    <ns2:creationId id="{FC15BCD7-61F1-F280-B291-6D3C7FB4ADD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ns2:creationId id="{C409198E-9FF1-9934-214B-CB1AE9BF1CA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5" name="Group 874">
              <a:extLst>
                <a:ext uri="{FF2B5EF4-FFF2-40B4-BE49-F238E27FC236}">
                  <ns2:creationId id="{3C8EDDAE-C1C9-D4BD-2A0E-C714BCD6A1B5}"/>
                </a:ext>
              </a:extLst>
            </p:cNvPr>
            <p:cNvGrpSpPr/>
            <p:nvPr/>
          </p:nvGrpSpPr>
          <p:grpSpPr>
            <a:xfrm rot="14400000">
              <a:off x="5184556" y="3466841"/>
              <a:ext cx="771690" cy="771690"/>
              <a:chOff x="5354637" y="3446463"/>
              <a:chExt cx="214313" cy="214313"/>
            </a:xfrm>
          </p:grpSpPr>
          <p:sp>
            <p:nvSpPr>
              <p:cNvPr id="880" name="Arc 879">
                <a:extLst>
                  <a:ext uri="{FF2B5EF4-FFF2-40B4-BE49-F238E27FC236}">
                    <ns2:creationId id="{4F3C1EC7-6A00-1E0E-5587-84A4B83927B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ns2:creationId id="{1ADBB78A-3E70-4A44-59BC-3AB4D23B434B}"/>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6" name="Group 875">
              <a:extLst>
                <a:ext uri="{FF2B5EF4-FFF2-40B4-BE49-F238E27FC236}">
                  <ns2:creationId id="{1368CFD4-E675-4EB5-DB33-CF9BF2DEF546}"/>
                </a:ext>
              </a:extLst>
            </p:cNvPr>
            <p:cNvGrpSpPr/>
            <p:nvPr/>
          </p:nvGrpSpPr>
          <p:grpSpPr>
            <a:xfrm rot="7200000">
              <a:off x="5070055" y="3352334"/>
              <a:ext cx="1000690" cy="1000690"/>
              <a:chOff x="5354637" y="3446463"/>
              <a:chExt cx="214313" cy="214313"/>
            </a:xfrm>
          </p:grpSpPr>
          <p:sp>
            <p:nvSpPr>
              <p:cNvPr id="878" name="Arc 877">
                <a:extLst>
                  <a:ext uri="{FF2B5EF4-FFF2-40B4-BE49-F238E27FC236}">
                    <ns2:creationId id="{06F449CB-794E-5ADB-7CF6-72C5F8B76E9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ns2:creationId id="{B36B7510-1BFA-36CB-A0DD-1FA558F7B120}"/>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77" name="TextBox 876">
              <a:extLst>
                <a:ext uri="{FF2B5EF4-FFF2-40B4-BE49-F238E27FC236}">
                  <ns2:creationId id="{08CDEB2E-9954-7B09-E984-F3B13BA8E477}"/>
                </a:ext>
              </a:extLst>
            </p:cNvPr>
            <p:cNvSpPr txBox="1"/>
            <p:nvPr/>
          </p:nvSpPr>
          <p:spPr>
            <a:xfrm>
              <a:off x="5337804" y="3549513"/>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992"/>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 name="Group 3">
            <a:extLst>
              <a:ext uri="{FF2B5EF4-FFF2-40B4-BE49-F238E27FC236}">
                <ns2:creationId id="{47B434D1-F3AB-18BD-F82A-E67590400429}"/>
              </a:ext>
            </a:extLst>
          </p:cNvPr>
          <p:cNvGrpSpPr/>
          <p:nvPr/>
        </p:nvGrpSpPr>
        <p:grpSpPr>
          <a:xfrm>
            <a:off x="4920128" y="4990413"/>
            <a:ext cx="1000690" cy="1000690"/>
            <a:chOff x="6949962" y="4965013"/>
            <a:chExt cx="1000690" cy="1000690"/>
          </a:xfrm>
        </p:grpSpPr>
        <p:grpSp>
          <p:nvGrpSpPr>
            <p:cNvPr id="863" name="Group 862">
              <a:extLst>
                <a:ext uri="{FF2B5EF4-FFF2-40B4-BE49-F238E27FC236}">
                  <ns2:creationId id="{E189D93F-BB24-5955-90A1-FA3F46BE6D97}"/>
                </a:ext>
              </a:extLst>
            </p:cNvPr>
            <p:cNvGrpSpPr/>
            <p:nvPr/>
          </p:nvGrpSpPr>
          <p:grpSpPr>
            <a:xfrm rot="7200000" flipH="1">
              <a:off x="6949962" y="4965013"/>
              <a:ext cx="1000690" cy="1000690"/>
              <a:chOff x="5354637" y="3446463"/>
              <a:chExt cx="214313" cy="214313"/>
            </a:xfrm>
          </p:grpSpPr>
          <p:sp>
            <p:nvSpPr>
              <p:cNvPr id="872" name="Arc 871">
                <a:extLst>
                  <a:ext uri="{FF2B5EF4-FFF2-40B4-BE49-F238E27FC236}">
                    <ns2:creationId id="{8BB61C30-8593-D3DC-8AD2-10BC6294B1A8}"/>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3" name="Arc 872">
                <a:extLst>
                  <a:ext uri="{FF2B5EF4-FFF2-40B4-BE49-F238E27FC236}">
                    <ns2:creationId id="{47A0A3BE-65AE-F9F3-773A-23F07D69C50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5" name="Group 864">
              <a:extLst>
                <a:ext uri="{FF2B5EF4-FFF2-40B4-BE49-F238E27FC236}">
                  <ns2:creationId id="{F4532B4B-BBCD-C616-F698-5A0CD47B260D}"/>
                </a:ext>
              </a:extLst>
            </p:cNvPr>
            <p:cNvGrpSpPr/>
            <p:nvPr/>
          </p:nvGrpSpPr>
          <p:grpSpPr>
            <a:xfrm flipH="1">
              <a:off x="7177590" y="5192641"/>
              <a:ext cx="545436" cy="545436"/>
              <a:chOff x="5354637" y="3446463"/>
              <a:chExt cx="214313" cy="214313"/>
            </a:xfrm>
          </p:grpSpPr>
          <p:sp>
            <p:nvSpPr>
              <p:cNvPr id="870" name="Arc 869">
                <a:extLst>
                  <a:ext uri="{FF2B5EF4-FFF2-40B4-BE49-F238E27FC236}">
                    <ns2:creationId id="{281A41ED-02E0-5C34-7D1D-57E0E130F213}"/>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1" name="Arc 870">
                <a:extLst>
                  <a:ext uri="{FF2B5EF4-FFF2-40B4-BE49-F238E27FC236}">
                    <ns2:creationId id="{C11561C2-AE49-9EE3-2EB2-9F726F44CED2}"/>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6" name="Group 865">
              <a:extLst>
                <a:ext uri="{FF2B5EF4-FFF2-40B4-BE49-F238E27FC236}">
                  <ns2:creationId id="{79E835E1-6149-B756-8B12-509A4217F172}"/>
                </a:ext>
              </a:extLst>
            </p:cNvPr>
            <p:cNvGrpSpPr/>
            <p:nvPr/>
          </p:nvGrpSpPr>
          <p:grpSpPr>
            <a:xfrm rot="14400000" flipH="1">
              <a:off x="7064463" y="5079514"/>
              <a:ext cx="771690" cy="771690"/>
              <a:chOff x="5354637" y="3446463"/>
              <a:chExt cx="214313" cy="214313"/>
            </a:xfrm>
          </p:grpSpPr>
          <p:sp>
            <p:nvSpPr>
              <p:cNvPr id="868" name="Arc 867">
                <a:extLst>
                  <a:ext uri="{FF2B5EF4-FFF2-40B4-BE49-F238E27FC236}">
                    <ns2:creationId id="{CABACCC7-A7D0-99BE-0364-A7A3C1495C5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9" name="Arc 868">
                <a:extLst>
                  <a:ext uri="{FF2B5EF4-FFF2-40B4-BE49-F238E27FC236}">
                    <ns2:creationId id="{1A3C75D1-B9B9-68F5-7E50-5EDA4B145CD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67" name="TextBox 866">
              <a:extLst>
                <a:ext uri="{FF2B5EF4-FFF2-40B4-BE49-F238E27FC236}">
                  <ns2:creationId id="{C565B451-6695-BFF1-B79F-53DC353055DC}"/>
                </a:ext>
              </a:extLst>
            </p:cNvPr>
            <p:cNvSpPr txBox="1"/>
            <p:nvPr/>
          </p:nvSpPr>
          <p:spPr>
            <a:xfrm>
              <a:off x="7217711"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419"/>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 name="Group 7">
            <a:extLst>
              <a:ext uri="{FF2B5EF4-FFF2-40B4-BE49-F238E27FC236}">
                <ns2:creationId id="{FAE91C52-4CCA-7ABD-52A3-5D70DBE80172}"/>
              </a:ext>
            </a:extLst>
          </p:cNvPr>
          <p:cNvGrpSpPr/>
          <p:nvPr/>
        </p:nvGrpSpPr>
        <p:grpSpPr>
          <a:xfrm>
            <a:off x="4920128" y="3377734"/>
            <a:ext cx="1000690" cy="1000690"/>
            <a:chOff x="6949962" y="3352334"/>
            <a:chExt cx="1000690" cy="1000690"/>
          </a:xfrm>
        </p:grpSpPr>
        <p:grpSp>
          <p:nvGrpSpPr>
            <p:cNvPr id="853" name="Group 852">
              <a:extLst>
                <a:ext uri="{FF2B5EF4-FFF2-40B4-BE49-F238E27FC236}">
                  <ns2:creationId id="{EA2F50F5-72E1-97FE-997E-D262918EA600}"/>
                </a:ext>
              </a:extLst>
            </p:cNvPr>
            <p:cNvGrpSpPr/>
            <p:nvPr/>
          </p:nvGrpSpPr>
          <p:grpSpPr>
            <a:xfrm flipH="1">
              <a:off x="7177591" y="3579960"/>
              <a:ext cx="545436" cy="545436"/>
              <a:chOff x="5354637" y="3446463"/>
              <a:chExt cx="214313" cy="214313"/>
            </a:xfrm>
          </p:grpSpPr>
          <p:sp>
            <p:nvSpPr>
              <p:cNvPr id="861" name="Arc 860">
                <a:extLst>
                  <a:ext uri="{FF2B5EF4-FFF2-40B4-BE49-F238E27FC236}">
                    <ns2:creationId id="{3A4B5E9D-930B-00A3-60A0-6B12A671F4CB}"/>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2" name="Arc 861">
                <a:extLst>
                  <a:ext uri="{FF2B5EF4-FFF2-40B4-BE49-F238E27FC236}">
                    <ns2:creationId id="{A7BF6E8B-FC95-3F54-2C50-F033C773185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4" name="Group 853">
              <a:extLst>
                <a:ext uri="{FF2B5EF4-FFF2-40B4-BE49-F238E27FC236}">
                  <ns2:creationId id="{37ABC4E7-9794-CE15-8C8C-566CE91F76B7}"/>
                </a:ext>
              </a:extLst>
            </p:cNvPr>
            <p:cNvGrpSpPr/>
            <p:nvPr/>
          </p:nvGrpSpPr>
          <p:grpSpPr>
            <a:xfrm rot="7200000" flipH="1">
              <a:off x="7064463" y="3466833"/>
              <a:ext cx="771690" cy="771690"/>
              <a:chOff x="5354637" y="3446463"/>
              <a:chExt cx="214313" cy="214313"/>
            </a:xfrm>
          </p:grpSpPr>
          <p:sp>
            <p:nvSpPr>
              <p:cNvPr id="859" name="Arc 858">
                <a:extLst>
                  <a:ext uri="{FF2B5EF4-FFF2-40B4-BE49-F238E27FC236}">
                    <ns2:creationId id="{C29C5FA5-05DA-34E4-39A4-C6C46627E92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 name="Arc 859">
                <a:extLst>
                  <a:ext uri="{FF2B5EF4-FFF2-40B4-BE49-F238E27FC236}">
                    <ns2:creationId id="{82B5BDD7-149F-21ED-59BD-14F093D0097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5" name="Group 854">
              <a:extLst>
                <a:ext uri="{FF2B5EF4-FFF2-40B4-BE49-F238E27FC236}">
                  <ns2:creationId id="{3AF91A85-4D02-4BE1-596B-ECCC7BF9B3C6}"/>
                </a:ext>
              </a:extLst>
            </p:cNvPr>
            <p:cNvGrpSpPr/>
            <p:nvPr/>
          </p:nvGrpSpPr>
          <p:grpSpPr>
            <a:xfrm rot="14400000" flipH="1">
              <a:off x="6949962" y="3352334"/>
              <a:ext cx="1000690" cy="1000690"/>
              <a:chOff x="5354637" y="3446463"/>
              <a:chExt cx="214313" cy="214313"/>
            </a:xfrm>
          </p:grpSpPr>
          <p:sp>
            <p:nvSpPr>
              <p:cNvPr id="857" name="Arc 856">
                <a:extLst>
                  <a:ext uri="{FF2B5EF4-FFF2-40B4-BE49-F238E27FC236}">
                    <ns2:creationId id="{1F348457-ED48-414D-121E-F2A86DC5B17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8" name="Arc 857">
                <a:extLst>
                  <a:ext uri="{FF2B5EF4-FFF2-40B4-BE49-F238E27FC236}">
                    <ns2:creationId id="{6D713D2D-FCDF-18B9-ACB0-DCE09F87846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56" name="TextBox 855">
              <a:extLst>
                <a:ext uri="{FF2B5EF4-FFF2-40B4-BE49-F238E27FC236}">
                  <ns2:creationId id="{A8E6DF8B-8E7B-A5AF-62B2-E0AE55D6B4F0}"/>
                </a:ext>
              </a:extLst>
            </p:cNvPr>
            <p:cNvSpPr txBox="1"/>
            <p:nvPr/>
          </p:nvSpPr>
          <p:spPr>
            <a:xfrm>
              <a:off x="7305074" y="3549506"/>
              <a:ext cx="290463"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637"/>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2" name="Title 4">
            <a:extLst>
              <a:ext uri="{FF2B5EF4-FFF2-40B4-BE49-F238E27FC236}">
                <ns2:creationId id="{B9040AB9-DFC1-6CFE-B9B3-761DF2F3D7E7}"/>
              </a:ext>
            </a:extLst>
          </p:cNvPr>
          <p:cNvSpPr txBox="1">
            <a:spLocks/>
          </p:cNvSpPr>
          <p:nvPr/>
        </p:nvSpPr>
        <p:spPr>
          <a:xfrm>
            <a:off x="781099" y="365125"/>
            <a:ext cx="10854481" cy="777875"/>
          </a:xfrm>
          <a:prstGeom prst="rect">
            <a:avLst/>
          </a:prstGeom>
          <a:noFill/>
          <a:ln>
            <a:noFill/>
          </a:ln>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Tri-Binaries Have Four Chirality Forms</a:t>
            </a:r>
          </a:p>
        </p:txBody>
      </p:sp>
      <p:sp>
        <p:nvSpPr>
          <p:cNvPr id="11" name="TextBox 10">
            <a:extLst>
              <a:ext uri="{FF2B5EF4-FFF2-40B4-BE49-F238E27FC236}">
                <ns2:creationId id="{FAD0649E-86C3-CF0C-EFF6-DACBD08DA8D4}"/>
              </a:ext>
            </a:extLst>
          </p:cNvPr>
          <p:cNvSpPr txBox="1"/>
          <p:nvPr/>
        </p:nvSpPr>
        <p:spPr>
          <a:xfrm>
            <a:off x="6398435" y="1430867"/>
            <a:ext cx="5708826"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Place an observer marker at (1,1,1) examining the angular momentum vectors of the three binaries.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are distinguished by the orientation of their angular momentum vectors — HML or HLM</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Left/right is the </a:t>
            </a: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 precession direction </a:t>
            </a: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the binaries.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chart shows that tri-binaries have four geometrical variations.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scale by many orders of magnitude in energy, frequency, radius, and orbital velocity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3:creationId val="3140955479"/>
      </p:ext>
    </p:extLst>
  </p:cSld>
  <p:clrMapOvr>
    <a:masterClrMapping/>
  </p:clrMapOvr>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ns2:creationId id="{4D9217BE-F0DF-0043-9A68-69C8B7088BF0}"/>
              </a:ext>
            </a:extLst>
          </p:cNvPr>
          <p:cNvSpPr/>
          <p:nvPr/>
        </p:nvSpPr>
        <p:spPr>
          <a:xfrm>
            <a:off x="-1564" y="264003"/>
            <a:ext cx="12192000" cy="523220"/>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Triply Nested Binaries with Candidate Axial Sites</a:t>
            </a:r>
          </a:p>
        </p:txBody>
      </p:sp>
      <p:sp>
        <p:nvSpPr>
          <p:cNvPr id="177" name="TextBox 176">
            <a:extLst>
              <a:ext uri="{FF2B5EF4-FFF2-40B4-BE49-F238E27FC236}">
                <ns2:creationId id="{CF706161-146F-363E-C3E1-CC4034884EA9}"/>
              </a:ext>
            </a:extLst>
          </p:cNvPr>
          <p:cNvSpPr txBox="1"/>
          <p:nvPr/>
        </p:nvSpPr>
        <p:spPr>
          <a:xfrm>
            <a:off x="412387" y="5485520"/>
            <a:ext cx="3015146"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Various scales of energy and radii.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Connector 91">
            <a:extLst>
              <a:ext uri="{FF2B5EF4-FFF2-40B4-BE49-F238E27FC236}">
                <ns2:creationId id="{3FE0242A-08DF-980D-F565-9BC7D4C8BC4E}"/>
              </a:ext>
            </a:extLst>
          </p:cNvPr>
          <p:cNvCxnSpPr>
            <a:cxnSpLocks/>
          </p:cNvCxnSpPr>
          <p:nvPr/>
        </p:nvCxnSpPr>
        <p:spPr>
          <a:xfrm>
            <a:off x="6017396" y="16065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ns2:creationId id="{E6B7701F-38F5-E709-397C-98DBAA043E08}"/>
              </a:ext>
            </a:extLst>
          </p:cNvPr>
          <p:cNvSpPr>
            <a:spLocks noChangeAspect="1"/>
          </p:cNvSpPr>
          <p:nvPr/>
        </p:nvSpPr>
        <p:spPr>
          <a:xfrm flipH="1">
            <a:off x="5940357" y="14476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ns2:creationId id="{81219D62-4289-176F-8E08-04F806AB525F}"/>
              </a:ext>
            </a:extLst>
          </p:cNvPr>
          <p:cNvSpPr>
            <a:spLocks noChangeAspect="1"/>
          </p:cNvSpPr>
          <p:nvPr/>
        </p:nvSpPr>
        <p:spPr>
          <a:xfrm flipH="1">
            <a:off x="5940357" y="58932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ns2:creationId id="{4E2B42AA-FE86-6B0D-8686-E619B2563ABB}"/>
              </a:ext>
            </a:extLst>
          </p:cNvPr>
          <p:cNvCxnSpPr>
            <a:cxnSpLocks/>
          </p:cNvCxnSpPr>
          <p:nvPr/>
        </p:nvCxnSpPr>
        <p:spPr>
          <a:xfrm>
            <a:off x="6017396" y="50884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ns2:creationId id="{DCC97071-9D67-DC48-AD13-C0A25508CBD8}"/>
              </a:ext>
            </a:extLst>
          </p:cNvPr>
          <p:cNvSpPr/>
          <p:nvPr/>
        </p:nvSpPr>
        <p:spPr>
          <a:xfrm rot="5400000">
            <a:off x="4976354" y="-20789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ns2:creationId id="{942F0346-DB25-A44F-8938-8FB3746D7D80}"/>
              </a:ext>
            </a:extLst>
          </p:cNvPr>
          <p:cNvSpPr>
            <a:spLocks noChangeAspect="1"/>
          </p:cNvSpPr>
          <p:nvPr/>
        </p:nvSpPr>
        <p:spPr>
          <a:xfrm flipH="1">
            <a:off x="1513969" y="30658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ns2:creationId id="{B011BF8B-9B3B-194E-860A-C437CC99C7A7}"/>
              </a:ext>
            </a:extLst>
          </p:cNvPr>
          <p:cNvCxnSpPr>
            <a:cxnSpLocks/>
          </p:cNvCxnSpPr>
          <p:nvPr/>
        </p:nvCxnSpPr>
        <p:spPr>
          <a:xfrm rot="5100000">
            <a:off x="1508032" y="29292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ns2:creationId id="{B691BD1B-0C71-2652-AD52-47998D06C232}"/>
              </a:ext>
            </a:extLst>
          </p:cNvPr>
          <p:cNvGrpSpPr/>
          <p:nvPr/>
        </p:nvGrpSpPr>
        <p:grpSpPr>
          <a:xfrm>
            <a:off x="10182838" y="4393360"/>
            <a:ext cx="201597" cy="232311"/>
            <a:chOff x="10182838" y="4393360"/>
            <a:chExt cx="201597" cy="232311"/>
          </a:xfrm>
        </p:grpSpPr>
        <p:sp>
          <p:nvSpPr>
            <p:cNvPr id="88" name="Oval 87">
              <a:extLst>
                <a:ext uri="{FF2B5EF4-FFF2-40B4-BE49-F238E27FC236}">
                  <ns2:creationId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ns2:creationId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ns2:creationId id="{86BA35E8-F55F-2668-671C-5DA98F573EA3}"/>
              </a:ext>
            </a:extLst>
          </p:cNvPr>
          <p:cNvCxnSpPr>
            <a:cxnSpLocks/>
          </p:cNvCxnSpPr>
          <p:nvPr/>
        </p:nvCxnSpPr>
        <p:spPr>
          <a:xfrm flipH="1">
            <a:off x="6168222" y="29634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ns2:creationId id="{D0556B34-06E7-FDA8-495E-EB40BFC8A215}"/>
              </a:ext>
            </a:extLst>
          </p:cNvPr>
          <p:cNvCxnSpPr>
            <a:cxnSpLocks/>
          </p:cNvCxnSpPr>
          <p:nvPr/>
        </p:nvCxnSpPr>
        <p:spPr>
          <a:xfrm rot="1084618">
            <a:off x="5760386" y="43138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ns2:creationId id="{463D8A50-BA55-4BA5-8F77-72FAC042FA19}"/>
              </a:ext>
            </a:extLst>
          </p:cNvPr>
          <p:cNvSpPr/>
          <p:nvPr/>
        </p:nvSpPr>
        <p:spPr>
          <a:xfrm rot="6484618">
            <a:off x="5536018" y="15278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ns2:creationId id="{77517358-66D6-909D-B148-8A53B4C43CFF}"/>
              </a:ext>
            </a:extLst>
          </p:cNvPr>
          <p:cNvCxnSpPr>
            <a:cxnSpLocks/>
          </p:cNvCxnSpPr>
          <p:nvPr/>
        </p:nvCxnSpPr>
        <p:spPr>
          <a:xfrm rot="19589315">
            <a:off x="5867674" y="34905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ns2:creationId id="{E5ABB798-9816-DC3C-B09B-87220060F0F2}"/>
              </a:ext>
            </a:extLst>
          </p:cNvPr>
          <p:cNvCxnSpPr>
            <a:cxnSpLocks/>
          </p:cNvCxnSpPr>
          <p:nvPr/>
        </p:nvCxnSpPr>
        <p:spPr>
          <a:xfrm rot="19589315">
            <a:off x="6135041" y="39004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ns2:creationId id="{7BC6D58B-888D-2259-AAD2-733AF8590239}"/>
              </a:ext>
            </a:extLst>
          </p:cNvPr>
          <p:cNvSpPr/>
          <p:nvPr/>
        </p:nvSpPr>
        <p:spPr>
          <a:xfrm rot="3389315">
            <a:off x="5857958" y="33346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ns2:creationId id="{F493495A-2B26-4E85-24CA-F93040968695}"/>
              </a:ext>
            </a:extLst>
          </p:cNvPr>
          <p:cNvSpPr>
            <a:spLocks noChangeAspect="1"/>
          </p:cNvSpPr>
          <p:nvPr/>
        </p:nvSpPr>
        <p:spPr>
          <a:xfrm flipH="1">
            <a:off x="7148016" y="36800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ns2:creationId id="{79519A63-1B18-F0A5-19D2-CC40B88D3095}"/>
              </a:ext>
            </a:extLst>
          </p:cNvPr>
          <p:cNvCxnSpPr>
            <a:cxnSpLocks/>
          </p:cNvCxnSpPr>
          <p:nvPr/>
        </p:nvCxnSpPr>
        <p:spPr>
          <a:xfrm flipH="1" flipV="1">
            <a:off x="7205123" y="35902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ns2:creationId id="{A6BCBBD9-4C68-E58D-B48F-F4470C10C0E4}"/>
              </a:ext>
            </a:extLst>
          </p:cNvPr>
          <p:cNvSpPr>
            <a:spLocks noChangeAspect="1"/>
          </p:cNvSpPr>
          <p:nvPr/>
        </p:nvSpPr>
        <p:spPr>
          <a:xfrm flipH="1">
            <a:off x="4512454" y="36333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ns2:creationId id="{E0DDDD78-97E5-74A8-6ACD-A658AFA670EF}"/>
              </a:ext>
            </a:extLst>
          </p:cNvPr>
          <p:cNvCxnSpPr>
            <a:cxnSpLocks/>
          </p:cNvCxnSpPr>
          <p:nvPr/>
        </p:nvCxnSpPr>
        <p:spPr>
          <a:xfrm>
            <a:off x="4482354" y="37877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ns2:creationId id="{179B8960-EB84-C3D5-DD9A-3DE74A40C28E}"/>
              </a:ext>
            </a:extLst>
          </p:cNvPr>
          <p:cNvSpPr>
            <a:spLocks noChangeAspect="1"/>
          </p:cNvSpPr>
          <p:nvPr/>
        </p:nvSpPr>
        <p:spPr>
          <a:xfrm flipH="1">
            <a:off x="5628940" y="37571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ns2:creationId id="{6A774548-1FAB-CA59-90E2-4D36F7DEDA64}"/>
              </a:ext>
            </a:extLst>
          </p:cNvPr>
          <p:cNvCxnSpPr>
            <a:cxnSpLocks/>
          </p:cNvCxnSpPr>
          <p:nvPr/>
        </p:nvCxnSpPr>
        <p:spPr>
          <a:xfrm flipH="1">
            <a:off x="5569038" y="37064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ns2:creationId id="{FCFBE2B9-5375-F9D6-DC26-28B8C38A30FA}"/>
              </a:ext>
            </a:extLst>
          </p:cNvPr>
          <p:cNvSpPr>
            <a:spLocks noChangeAspect="1"/>
          </p:cNvSpPr>
          <p:nvPr/>
        </p:nvSpPr>
        <p:spPr>
          <a:xfrm flipH="1">
            <a:off x="6220941" y="36180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ns2:creationId id="{36C4A668-F8F0-37A6-A499-F9EAB439CEC5}"/>
              </a:ext>
            </a:extLst>
          </p:cNvPr>
          <p:cNvCxnSpPr>
            <a:cxnSpLocks/>
          </p:cNvCxnSpPr>
          <p:nvPr/>
        </p:nvCxnSpPr>
        <p:spPr>
          <a:xfrm flipV="1">
            <a:off x="6408983" y="36333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ns2:creationId id="{76D91214-D6F4-E6A1-23E5-E0A9CDEB85BB}"/>
              </a:ext>
            </a:extLst>
          </p:cNvPr>
          <p:cNvSpPr>
            <a:spLocks noChangeAspect="1"/>
          </p:cNvSpPr>
          <p:nvPr/>
        </p:nvSpPr>
        <p:spPr>
          <a:xfrm flipH="1">
            <a:off x="5628517" y="45459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ns2:creationId id="{FD9CF885-906A-AE2F-B1CF-6E037188E3C1}"/>
              </a:ext>
            </a:extLst>
          </p:cNvPr>
          <p:cNvSpPr>
            <a:spLocks noChangeAspect="1"/>
          </p:cNvSpPr>
          <p:nvPr/>
        </p:nvSpPr>
        <p:spPr>
          <a:xfrm flipH="1">
            <a:off x="6193658" y="28526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ns2:creationId id="{B46CBF79-8FEB-E768-1ED0-F2BECF0CCE61}"/>
              </a:ext>
            </a:extLst>
          </p:cNvPr>
          <p:cNvSpPr>
            <a:spLocks noChangeAspect="1"/>
          </p:cNvSpPr>
          <p:nvPr/>
        </p:nvSpPr>
        <p:spPr>
          <a:xfrm flipH="1">
            <a:off x="6129631" y="39821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ns2:creationId id="{E29105DC-7279-9A43-FAC8-0876C02BBA15}"/>
              </a:ext>
            </a:extLst>
          </p:cNvPr>
          <p:cNvSpPr>
            <a:spLocks noChangeAspect="1"/>
          </p:cNvSpPr>
          <p:nvPr/>
        </p:nvSpPr>
        <p:spPr>
          <a:xfrm flipH="1">
            <a:off x="5712370" y="33487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3:creationId val="2997600140"/>
      </p:ext>
    </p:extLst>
  </p:cSld>
  <p:clrMapOvr>
    <a:masterClrMapping/>
  </p:clrMapOvr>
</p:sld>
</file>

<file path=ppt/slides/slide12.xml><?xml version="1.0" encoding="utf-8"?>
<p:sld xmlns:a="http://schemas.openxmlformats.org/drawingml/2006/main" xmlns:ns2="http://schemas.microsoft.com/office/drawing/2014/main" xmlns:ns3="http://schemas.microsoft.com/office/drawing/2017/decorative" xmlns:ns4="http://schemas.microsoft.com/office/powerpoint/2015/main" xmlns:ns5="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ns2:creationId id="{2A8AA5BC-4F7A-4226-8F99-6D824B226A9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ns2:creationId id="{3E5445C6-DD42-4979-86FF-03730E8C6DB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ns2:creationId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Part II: Dynamics and Closure Targets</a:t>
            </a:r>
          </a:p>
        </p:txBody>
      </p:sp>
      <p:sp>
        <p:nvSpPr>
          <p:cNvPr id="3" name="Subtitle 2">
            <a:extLst>
              <a:ext uri="{FF2B5EF4-FFF2-40B4-BE49-F238E27FC236}">
                <ns2:creationId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Claim levels: definition / hypothesis / closure target</a:t>
            </a:r>
          </a:p>
        </p:txBody>
      </p:sp>
      <p:cxnSp>
        <p:nvCxnSpPr>
          <p:cNvPr id="13" name="Straight Connector 12">
            <a:extLst>
              <a:ext uri="{FF2B5EF4-FFF2-40B4-BE49-F238E27FC236}">
                <ns2:creationId id="{45000665-DFC7-417E-8FD7-516A0F15C975}"/>
              </a:ext>
              <a:ext uri="{C183D7F6-B498-43B3-948B-1728B52AA6E4}">
                <ns3:decorative val="1"/>
              </a:ext>
            </a:extLst>
          </p:cNvPr>
          <p:cNvCxnSpPr>
            <a:cxnSpLocks noGrp="1" noRot="1" noChangeAspect="1" noMove="1" noResize="1" noEditPoints="1" noAdjustHandles="1" noChangeArrowheads="1" noChangeShapeType="1"/>
          </p:cNvCxnSpPr>
          <p:nvPr>
            <p:extLst>
              <p:ext uri="{386F3935-93C4-4BCD-93E2-E3B085C9AB24}">
                <ns4:designElem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ns2:creationId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a:t>
            </a:r>
            <a:r>
              <a:rPr kumimoji="0" lang="en-US" sz="1200" b="0" i="0" u="none" strike="noStrike" kern="1200" cap="none" spc="0" normalizeH="0" baseline="0" noProof="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Nature</a:t>
            </a:r>
            <a:endPar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5:creationId val="374783327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730134" y="0"/>
            <a:ext cx="10515600" cy="1325563"/>
          </a:xfrm>
        </p:spPr>
        <p:txBody>
          <a:bodyPr>
            <a:normAutofit/>
          </a:bodyPr>
          <a:lstStyle/>
          <a:p>
            <a:r>
              <a:rPr lang="en-US" b="0" dirty="0" sz="44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Noether-Core Medium Response</a:t>
            </a:r>
          </a:p>
        </p:txBody>
      </p:sp>
      <p:sp>
        <p:nvSpPr>
          <p:cNvPr id="3" name="Content Placeholder 2">
            <a:extLst>
              <a:ext uri="{FF2B5EF4-FFF2-40B4-BE49-F238E27FC236}">
                <ns2:creationId id="{B79D155D-AAA3-5D9A-34B2-23F2E49ED074}"/>
              </a:ext>
            </a:extLst>
          </p:cNvPr>
          <p:cNvSpPr>
            <a:spLocks noGrp="1"/>
          </p:cNvSpPr>
          <p:nvPr>
            <p:ph idx="1"/>
          </p:nvPr>
        </p:nvSpPr>
        <p:spPr>
          <a:xfrm>
            <a:off x="539634" y="1526366"/>
            <a:ext cx="11112731" cy="4351338"/>
          </a:xfrm>
        </p:spPr>
        <p:txBody>
          <a:bodyPr>
            <a:noAutofit/>
          </a:bodyPr>
          <a:lstStyle/>
          <a:p>
            <a:pPr lvl="0">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Assembly identity belongs to the stable tri-binary scaffold, not to a point-like particle.</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Constituent architrinos emit causal wakes; observer-level fields are effective summaries.</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dynamic exclusion envelope depends on energy, cadence, and group velocity.</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low drift speed, cores remain distinct enough to support the Fermi-Dirac route.</a:t>
            </a:r>
          </a:p>
          <a:p>
            <a:pPr lvl="0">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Noether-Sea / Higgs-sector response hypothesis</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Ambient Noether cores may be strongly shielded and weakly exposed.</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Matter assemblies perturb local Noether-Sea cadence, strain, and envelope scale.</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gravity route is a gradient in medium response, not a primitive force label.</a:t>
            </a:r>
          </a:p>
          <a:p>
            <a:pPr lvl="1">
              <a:lnSpc>
                <a:spcPct val="80000"/>
              </a:lnSpc>
            </a:pPr>
            <a:r>
              <a:rPr lang="en-US" sz="19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Higgs-sector claims remain closure targets until electroweak normalization is derived.</a:t>
            </a:r>
          </a:p>
        </p:txBody>
      </p:sp>
    </p:spTree>
    <p:extLst>
      <p:ext uri="{BB962C8B-B14F-4D97-AF65-F5344CB8AC3E}">
        <ns3:creationId val="1941007213"/>
      </p:ext>
    </p:extLst>
  </p:cSld>
  <p:clrMapOvr>
    <a:masterClrMapping/>
  </p:clrMapOvr>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299258" y="1"/>
            <a:ext cx="10515600" cy="914400"/>
          </a:xfrm>
        </p:spPr>
        <p:txBody>
          <a:bodyPr>
            <a:normAutofit/>
          </a:bodyPr>
          <a:lstStyle/>
          <a:p>
            <a:r>
              <a:rPr lang="en-US" b="0"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Velocity Retunes Core Geometry</a:t>
            </a:r>
          </a:p>
        </p:txBody>
      </p:sp>
      <p:sp>
        <p:nvSpPr>
          <p:cNvPr id="3" name="Content Placeholder 2">
            <a:extLst>
              <a:ext uri="{FF2B5EF4-FFF2-40B4-BE49-F238E27FC236}">
                <ns2:creationId id="{B79D155D-AAA3-5D9A-34B2-23F2E49ED074}"/>
              </a:ext>
            </a:extLst>
          </p:cNvPr>
          <p:cNvSpPr>
            <a:spLocks noGrp="1"/>
          </p:cNvSpPr>
          <p:nvPr>
            <p:ph idx="1"/>
          </p:nvPr>
        </p:nvSpPr>
        <p:spPr>
          <a:xfrm>
            <a:off x="299258" y="1122219"/>
            <a:ext cx="11587942" cy="5311832"/>
          </a:xfrm>
        </p:spPr>
        <p:txBody>
          <a:bodyPr>
            <a:noAutofit/>
          </a:bodyPr>
          <a:lstStyle/>
          <a:p>
            <a:pPr lvl="0">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Claim level: closure target.</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assembly drift speed approaches the local effective channel speed, the Noether-core envelope should become more oblate.</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open problem is not the visual flattening alone; the branch ledger must retune across all three binary layers.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Simulation target: solve the tri-binary path-history update and extract radii, frequencies, axes, and active causal roots.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Collider decay should be treated as exposure of inner branch energy, not as free access to isolated constituents.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Question to preserve: can any unshielded fragment cross a Noether core without triggering a reaction channel?</a:t>
            </a:r>
          </a:p>
        </p:txBody>
      </p:sp>
    </p:spTree>
    <p:extLst>
      <p:ext uri="{BB962C8B-B14F-4D97-AF65-F5344CB8AC3E}">
        <ns3:creationId val="3565157620"/>
      </p:ext>
    </p:extLst>
  </p:cSld>
  <p:clrMapOvr>
    <a:masterClrMapping/>
  </p:clrMapOvr>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299258" y="1"/>
            <a:ext cx="10515600" cy="914400"/>
          </a:xfrm>
        </p:spPr>
        <p:txBody>
          <a:bodyPr>
            <a:normAutofit/>
          </a:bodyPr>
          <a:lstStyle/>
          <a:p>
            <a:r>
              <a:rPr lang="en-US" b="0"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Energy Transfer Retunes the Sea</a:t>
            </a:r>
          </a:p>
        </p:txBody>
      </p:sp>
      <p:sp>
        <p:nvSpPr>
          <p:cNvPr id="3" name="Content Placeholder 2">
            <a:extLst>
              <a:ext uri="{FF2B5EF4-FFF2-40B4-BE49-F238E27FC236}">
                <ns2:creationId id="{B79D155D-AAA3-5D9A-34B2-23F2E49ED074}"/>
              </a:ext>
            </a:extLst>
          </p:cNvPr>
          <p:cNvSpPr>
            <a:spLocks noGrp="1"/>
          </p:cNvSpPr>
          <p:nvPr>
            <p:ph idx="1"/>
          </p:nvPr>
        </p:nvSpPr>
        <p:spPr>
          <a:xfrm>
            <a:off x="299258" y="1122219"/>
            <a:ext cx="11587942" cy="5311832"/>
          </a:xfrm>
        </p:spPr>
        <p:txBody>
          <a:bodyPr>
            <a:noAutofit/>
          </a:bodyPr>
          <a:lstStyle/>
          <a:p>
            <a:pPr lvl="0">
              <a:lnSpc>
                <a:spcPct val="80000"/>
              </a:lnSpc>
            </a:pPr>
            <a:r>
              <a:rPr lang="en-US" sz="2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Claim level: medium-response hypothesis.</a:t>
            </a:r>
          </a:p>
          <a:p>
            <a:pPr lvl="1">
              <a:lnSpc>
                <a:spcPct val="80000"/>
              </a:lnSpc>
            </a:pPr>
            <a:r>
              <a:rPr lang="en-US" sz="2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Architrinos emit causal wakes at fixed cadence and source amplitude.</a:t>
            </a:r>
          </a:p>
          <a:p>
            <a:pPr lvl="1">
              <a:lnSpc>
                <a:spcPct val="80000"/>
              </a:lnSpc>
            </a:pPr>
            <a:r>
              <a:rPr lang="en-US" sz="2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Noether core presents a low externally exposed signature because nested layers shield by superposition.</a:t>
            </a:r>
          </a:p>
          <a:p>
            <a:pPr lvl="1">
              <a:lnSpc>
                <a:spcPct val="80000"/>
              </a:lnSpc>
            </a:pPr>
            <a:r>
              <a:rPr lang="en-US" sz="2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Matter assemblies perturb neighboring Noether-Sea cores through received wake structure.</a:t>
            </a:r>
          </a:p>
          <a:p>
            <a:pPr lvl="1">
              <a:lnSpc>
                <a:spcPct val="80000"/>
              </a:lnSpc>
            </a:pPr>
            <a:r>
              <a:rPr lang="en-US" sz="2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Retuning may appear as changed cadence, strain, envelope scale, or coupling to nearby cores.</a:t>
            </a:r>
          </a:p>
          <a:p>
            <a:pPr lvl="1">
              <a:lnSpc>
                <a:spcPct val="80000"/>
              </a:lnSpc>
            </a:pPr>
            <a:r>
              <a:rPr lang="en-US" sz="2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Mass response should be derived from trapped causal history, shielding, and Noether-Sea coupling.</a:t>
            </a:r>
          </a:p>
        </p:txBody>
      </p:sp>
    </p:spTree>
    <p:extLst>
      <p:ext uri="{BB962C8B-B14F-4D97-AF65-F5344CB8AC3E}">
        <ns3:creationId val="3868557288"/>
      </p:ext>
    </p:extLst>
  </p:cSld>
  <p:clrMapOvr>
    <a:masterClrMapping/>
  </p:clrMapOvr>
</p:sld>
</file>

<file path=ppt/slides/slide16.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329479" y="135398"/>
            <a:ext cx="11651506"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Open Dynamics Questions</a:t>
            </a:r>
          </a:p>
        </p:txBody>
      </p:sp>
      <p:sp>
        <p:nvSpPr>
          <p:cNvPr id="3" name="Content Placeholder 2">
            <a:extLst>
              <a:ext uri="{FF2B5EF4-FFF2-40B4-BE49-F238E27FC236}">
                <ns2:creationId id="{B79D155D-AAA3-5D9A-34B2-23F2E49ED074}"/>
              </a:ext>
            </a:extLst>
          </p:cNvPr>
          <p:cNvSpPr>
            <a:spLocks noGrp="1"/>
          </p:cNvSpPr>
          <p:nvPr>
            <p:ph idx="1"/>
          </p:nvPr>
        </p:nvSpPr>
        <p:spPr>
          <a:xfrm>
            <a:off x="127320" y="1145735"/>
            <a:ext cx="11587942" cy="3082656"/>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Higgs cluster has two pro and two anti Noether cores. Do they couple like a Helium nucleus?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Our photon model suggests that counter-rotating binaries strongly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Let’s speculate we are coupling the two poles of the Gen III binary (highest energy binary).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are 4 Gen III binaries in a Higgs cluster.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have 8 poles to couple.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Pro1, Pro2, Anti1, Anti2, each with L or R angular momentum</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 II binaries may also couple. Gen I binaries may also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 what degree, if any, do these Gen III axial couplings contribute to assembly shielding?</a:t>
            </a:r>
          </a:p>
        </p:txBody>
      </p:sp>
      <p:grpSp>
        <p:nvGrpSpPr>
          <p:cNvPr id="75" name="Group 74">
            <a:extLst>
              <a:ext uri="{FF2B5EF4-FFF2-40B4-BE49-F238E27FC236}">
                <ns2:creationId id="{B0A53707-C834-4F34-378C-5C72CF1AE58D}"/>
              </a:ext>
            </a:extLst>
          </p:cNvPr>
          <p:cNvGrpSpPr/>
          <p:nvPr/>
        </p:nvGrpSpPr>
        <p:grpSpPr>
          <a:xfrm>
            <a:off x="6671510" y="4199519"/>
            <a:ext cx="2417783" cy="2401433"/>
            <a:chOff x="9203694" y="2557847"/>
            <a:chExt cx="2197755" cy="2182893"/>
          </a:xfrm>
        </p:grpSpPr>
        <p:grpSp>
          <p:nvGrpSpPr>
            <p:cNvPr id="44" name="Group 43">
              <a:extLst>
                <a:ext uri="{FF2B5EF4-FFF2-40B4-BE49-F238E27FC236}">
                  <ns2:creationId id="{1C7A851A-2597-3CBD-D89B-ECCAA7C13BCD}"/>
                </a:ext>
              </a:extLst>
            </p:cNvPr>
            <p:cNvGrpSpPr/>
            <p:nvPr/>
          </p:nvGrpSpPr>
          <p:grpSpPr>
            <a:xfrm>
              <a:off x="9208666" y="2560077"/>
              <a:ext cx="2192783" cy="2180663"/>
              <a:chOff x="3734227" y="5528530"/>
              <a:chExt cx="961621" cy="956306"/>
            </a:xfrm>
          </p:grpSpPr>
          <p:grpSp>
            <p:nvGrpSpPr>
              <p:cNvPr id="20" name="Group 19">
                <a:extLst>
                  <a:ext uri="{FF2B5EF4-FFF2-40B4-BE49-F238E27FC236}">
                    <ns2:creationId id="{464CB806-5282-ADD2-4F22-950D24E28566}"/>
                  </a:ext>
                </a:extLst>
              </p:cNvPr>
              <p:cNvGrpSpPr/>
              <p:nvPr/>
            </p:nvGrpSpPr>
            <p:grpSpPr>
              <a:xfrm rot="-2700000">
                <a:off x="4237321" y="6197385"/>
                <a:ext cx="458527" cy="116379"/>
                <a:chOff x="2948270" y="5975076"/>
                <a:chExt cx="458527" cy="116379"/>
              </a:xfrm>
            </p:grpSpPr>
            <p:sp>
              <p:nvSpPr>
                <p:cNvPr id="9" name="Triangle 8">
                  <a:extLst>
                    <a:ext uri="{FF2B5EF4-FFF2-40B4-BE49-F238E27FC236}">
                      <ns2:creationId id="{653D09CA-0607-266C-383E-88B09FA037BC}"/>
                    </a:ext>
                  </a:extLst>
                </p:cNvPr>
                <p:cNvSpPr/>
                <p:nvPr/>
              </p:nvSpPr>
              <p:spPr>
                <a:xfrm rot="16200000">
                  <a:off x="3223918" y="590857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ns2:creationId id="{CFBE7FBE-040E-20F1-BE9B-566DD8E2313F}"/>
                    </a:ext>
                  </a:extLst>
                </p:cNvPr>
                <p:cNvSpPr/>
                <p:nvPr/>
              </p:nvSpPr>
              <p:spPr>
                <a:xfrm rot="5400000">
                  <a:off x="3014772" y="5908575"/>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ns2:creationId id="{45761C65-CCF1-CB46-65A2-C2BDE422D320}"/>
                  </a:ext>
                </a:extLst>
              </p:cNvPr>
              <p:cNvGrpSpPr/>
              <p:nvPr/>
            </p:nvGrpSpPr>
            <p:grpSpPr>
              <a:xfrm rot="8100000">
                <a:off x="3734227" y="5699604"/>
                <a:ext cx="458527" cy="116379"/>
                <a:chOff x="3462217" y="5772635"/>
                <a:chExt cx="458527" cy="116379"/>
              </a:xfrm>
            </p:grpSpPr>
            <p:sp>
              <p:nvSpPr>
                <p:cNvPr id="11" name="Triangle 10">
                  <a:extLst>
                    <a:ext uri="{FF2B5EF4-FFF2-40B4-BE49-F238E27FC236}">
                      <ns2:creationId id="{839A7610-A33E-5562-3FFB-63A91538385F}"/>
                    </a:ext>
                  </a:extLst>
                </p:cNvPr>
                <p:cNvSpPr/>
                <p:nvPr/>
              </p:nvSpPr>
              <p:spPr>
                <a:xfrm rot="16200000">
                  <a:off x="3737865"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ns2:creationId id="{016C091E-ABD0-7F47-C973-830670EC4059}"/>
                    </a:ext>
                  </a:extLst>
                </p:cNvPr>
                <p:cNvSpPr/>
                <p:nvPr/>
              </p:nvSpPr>
              <p:spPr>
                <a:xfrm rot="5400000">
                  <a:off x="3528719"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ns2:creationId id="{F350E158-BA92-80C3-3390-CFF134ACA5AC}"/>
                  </a:ext>
                </a:extLst>
              </p:cNvPr>
              <p:cNvGrpSpPr/>
              <p:nvPr/>
            </p:nvGrpSpPr>
            <p:grpSpPr>
              <a:xfrm rot="2700000">
                <a:off x="3734904" y="6197383"/>
                <a:ext cx="458527" cy="116379"/>
                <a:chOff x="2931935" y="5772635"/>
                <a:chExt cx="458527" cy="116379"/>
              </a:xfrm>
            </p:grpSpPr>
            <p:sp>
              <p:nvSpPr>
                <p:cNvPr id="13" name="Triangle 12">
                  <a:extLst>
                    <a:ext uri="{FF2B5EF4-FFF2-40B4-BE49-F238E27FC236}">
                      <ns2:creationId id="{A4C53E10-D851-2A98-2CA7-76A5789B9D0B}"/>
                    </a:ext>
                  </a:extLst>
                </p:cNvPr>
                <p:cNvSpPr/>
                <p:nvPr/>
              </p:nvSpPr>
              <p:spPr>
                <a:xfrm rot="16200000">
                  <a:off x="3207583"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ns2:creationId id="{C114906B-31C3-748C-9C65-6B8FEC4B897E}"/>
                    </a:ext>
                  </a:extLst>
                </p:cNvPr>
                <p:cNvSpPr/>
                <p:nvPr/>
              </p:nvSpPr>
              <p:spPr>
                <a:xfrm rot="5400000">
                  <a:off x="2998437"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ns2:creationId id="{CBCE6BA4-19D2-33BB-2809-C3DACF4A6883}"/>
                  </a:ext>
                </a:extLst>
              </p:cNvPr>
              <p:cNvGrpSpPr/>
              <p:nvPr/>
            </p:nvGrpSpPr>
            <p:grpSpPr>
              <a:xfrm rot="2700000">
                <a:off x="4231705" y="5699604"/>
                <a:ext cx="458527" cy="116379"/>
                <a:chOff x="3462216" y="5975074"/>
                <a:chExt cx="458527" cy="116379"/>
              </a:xfrm>
            </p:grpSpPr>
            <p:sp>
              <p:nvSpPr>
                <p:cNvPr id="15" name="Triangle 14">
                  <a:extLst>
                    <a:ext uri="{FF2B5EF4-FFF2-40B4-BE49-F238E27FC236}">
                      <ns2:creationId id="{753BFA46-EB4C-4313-4832-955CC29B75A9}"/>
                    </a:ext>
                  </a:extLst>
                </p:cNvPr>
                <p:cNvSpPr/>
                <p:nvPr/>
              </p:nvSpPr>
              <p:spPr>
                <a:xfrm rot="16200000">
                  <a:off x="3737864" y="5908572"/>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ns2:creationId id="{A8DF63EE-3E59-637A-A6F5-9BB69F2A9886}"/>
                    </a:ext>
                  </a:extLst>
                </p:cNvPr>
                <p:cNvSpPr/>
                <p:nvPr/>
              </p:nvSpPr>
              <p:spPr>
                <a:xfrm rot="5400000">
                  <a:off x="3528718" y="590857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ns2:creationId id="{3EEF1367-DF19-62E3-9470-D102454AA553}"/>
                  </a:ext>
                </a:extLst>
              </p:cNvPr>
              <p:cNvCxnSpPr>
                <a:cxnSpLocks/>
                <a:stCxn id="12" idx="3"/>
                <a:endCxn id="16" idx="3"/>
              </p:cNvCxnSpPr>
              <p:nvPr/>
            </p:nvCxnSpPr>
            <p:spPr>
              <a:xfrm>
                <a:off x="4125603" y="5595680"/>
                <a:ext cx="173253"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ns2:creationId id="{63448240-84C7-8DB5-D59D-480DC43E389D}"/>
                  </a:ext>
                </a:extLst>
              </p:cNvPr>
              <p:cNvCxnSpPr>
                <a:cxnSpLocks/>
                <a:stCxn id="14" idx="3"/>
                <a:endCxn id="11" idx="3"/>
              </p:cNvCxnSpPr>
              <p:nvPr/>
            </p:nvCxnSpPr>
            <p:spPr>
              <a:xfrm flipH="1" flipV="1">
                <a:off x="3801378" y="5919908"/>
                <a:ext cx="677" cy="173551"/>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ns2:creationId id="{70D1BF0D-4D23-F8BC-BCAD-2FE813E2BF14}"/>
                  </a:ext>
                </a:extLst>
              </p:cNvPr>
              <p:cNvCxnSpPr>
                <a:cxnSpLocks/>
                <a:stCxn id="9" idx="3"/>
                <a:endCxn id="15" idx="3"/>
              </p:cNvCxnSpPr>
              <p:nvPr/>
            </p:nvCxnSpPr>
            <p:spPr>
              <a:xfrm flipH="1" flipV="1">
                <a:off x="4623083" y="5919907"/>
                <a:ext cx="5614" cy="173553"/>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ns2:creationId id="{9F5575F7-5D60-C40E-EC85-FF94E0190F3D}"/>
                  </a:ext>
                </a:extLst>
              </p:cNvPr>
              <p:cNvCxnSpPr>
                <a:cxnSpLocks/>
                <a:stCxn id="13" idx="3"/>
                <a:endCxn id="10" idx="3"/>
              </p:cNvCxnSpPr>
              <p:nvPr/>
            </p:nvCxnSpPr>
            <p:spPr>
              <a:xfrm>
                <a:off x="4126282" y="6417686"/>
                <a:ext cx="178190" cy="2"/>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ns2:creationId id="{F339CCE3-6906-02C9-C5A1-0222FAD39438}"/>
                </a:ext>
              </a:extLst>
            </p:cNvPr>
            <p:cNvSpPr txBox="1"/>
            <p:nvPr/>
          </p:nvSpPr>
          <p:spPr>
            <a:xfrm>
              <a:off x="9851150" y="3169387"/>
              <a:ext cx="570990" cy="261610"/>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a:t>
              </a:r>
            </a:p>
          </p:txBody>
        </p:sp>
        <p:cxnSp>
          <p:nvCxnSpPr>
            <p:cNvPr id="49" name="Straight Arrow Connector 48">
              <a:extLst>
                <a:ext uri="{FF2B5EF4-FFF2-40B4-BE49-F238E27FC236}">
                  <ns2:creationId id="{10CF9551-E499-D191-8D4D-F6A6C3C4C375}"/>
                </a:ext>
              </a:extLst>
            </p:cNvPr>
            <p:cNvCxnSpPr>
              <a:cxnSpLocks/>
            </p:cNvCxnSpPr>
            <p:nvPr/>
          </p:nvCxnSpPr>
          <p:spPr>
            <a:xfrm flipH="1" flipV="1">
              <a:off x="9753600" y="3121025"/>
              <a:ext cx="146469" cy="14899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ns2:creationId id="{46F18FC3-BE40-166D-4932-593786F9F947}"/>
                </a:ext>
              </a:extLst>
            </p:cNvPr>
            <p:cNvSpPr txBox="1"/>
            <p:nvPr/>
          </p:nvSpPr>
          <p:spPr>
            <a:xfrm>
              <a:off x="10194948" y="3730054"/>
              <a:ext cx="592771" cy="377686"/>
            </a:xfrm>
            <a:prstGeom prst="rect">
              <a:avLst/>
            </a:prstGeom>
            <a:noFill/>
          </p:spPr>
          <p:txBody>
            <a:bodyPr wrap="square" rtlCol="0">
              <a:spAutoFit/>
            </a:bodyPr>
            <a:lstStyle/>
            <a:p>
              <a:pPr algn="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polar</a:t>
              </a:r>
              <a:b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vortices</a:t>
              </a:r>
            </a:p>
          </p:txBody>
        </p:sp>
        <p:cxnSp>
          <p:nvCxnSpPr>
            <p:cNvPr id="52" name="Straight Arrow Connector 51">
              <a:extLst>
                <a:ext uri="{FF2B5EF4-FFF2-40B4-BE49-F238E27FC236}">
                  <ns2:creationId id="{01325B96-44D0-9740-1F9D-17C18A797E42}"/>
                </a:ext>
              </a:extLst>
            </p:cNvPr>
            <p:cNvCxnSpPr>
              <a:cxnSpLocks/>
              <a:stCxn id="51" idx="3"/>
            </p:cNvCxnSpPr>
            <p:nvPr/>
          </p:nvCxnSpPr>
          <p:spPr>
            <a:xfrm>
              <a:off x="10787719" y="3918897"/>
              <a:ext cx="19656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ns2:creationId id="{1E99FCF6-4489-EBEC-FB78-440CC9008DAA}"/>
                </a:ext>
              </a:extLst>
            </p:cNvPr>
            <p:cNvCxnSpPr>
              <a:cxnSpLocks/>
              <a:stCxn id="51" idx="2"/>
            </p:cNvCxnSpPr>
            <p:nvPr/>
          </p:nvCxnSpPr>
          <p:spPr>
            <a:xfrm>
              <a:off x="10491333" y="4107740"/>
              <a:ext cx="1" cy="2677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ns2:creationId id="{2AA37DFF-07B4-9D08-FD01-AE0E40B8F027}"/>
                </a:ext>
              </a:extLst>
            </p:cNvPr>
            <p:cNvSpPr txBox="1"/>
            <p:nvPr/>
          </p:nvSpPr>
          <p:spPr>
            <a:xfrm>
              <a:off x="9212511" y="2557847"/>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69" name="TextBox 68">
              <a:extLst>
                <a:ext uri="{FF2B5EF4-FFF2-40B4-BE49-F238E27FC236}">
                  <ns2:creationId id="{6B268216-980D-F119-FE40-9351C9D5FAE3}"/>
                </a:ext>
              </a:extLst>
            </p:cNvPr>
            <p:cNvSpPr txBox="1"/>
            <p:nvPr/>
          </p:nvSpPr>
          <p:spPr>
            <a:xfrm>
              <a:off x="10984283" y="2557847"/>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sp>
          <p:nvSpPr>
            <p:cNvPr id="70" name="TextBox 69">
              <a:extLst>
                <a:ext uri="{FF2B5EF4-FFF2-40B4-BE49-F238E27FC236}">
                  <ns2:creationId id="{70ABAB73-6501-C0BC-CC56-3C2BF5188BF8}"/>
                </a:ext>
              </a:extLst>
            </p:cNvPr>
            <p:cNvSpPr txBox="1"/>
            <p:nvPr/>
          </p:nvSpPr>
          <p:spPr>
            <a:xfrm>
              <a:off x="10993100" y="4462810"/>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71" name="TextBox 70">
              <a:extLst>
                <a:ext uri="{FF2B5EF4-FFF2-40B4-BE49-F238E27FC236}">
                  <ns2:creationId id="{AF9E6D5F-FC9E-AE42-1E91-4C2F70D4A102}"/>
                </a:ext>
              </a:extLst>
            </p:cNvPr>
            <p:cNvSpPr txBox="1"/>
            <p:nvPr/>
          </p:nvSpPr>
          <p:spPr>
            <a:xfrm>
              <a:off x="9203694" y="4462810"/>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grpSp>
      <p:sp>
        <p:nvSpPr>
          <p:cNvPr id="78" name="TextBox 77">
            <a:extLst>
              <a:ext uri="{FF2B5EF4-FFF2-40B4-BE49-F238E27FC236}">
                <ns2:creationId id="{F92F6B3E-561C-1B8D-4973-B0ED24B88912}"/>
              </a:ext>
            </a:extLst>
          </p:cNvPr>
          <p:cNvSpPr txBox="1"/>
          <p:nvPr/>
        </p:nvSpPr>
        <p:spPr>
          <a:xfrm>
            <a:off x="9359207" y="5067204"/>
            <a:ext cx="1621254" cy="553998"/>
          </a:xfrm>
          <a:prstGeom prst="rect">
            <a:avLst/>
          </a:prstGeom>
          <a:noFill/>
        </p:spPr>
        <p:txBody>
          <a:bodyPr wrap="square" rtlCol="0">
            <a:spAutoFit/>
          </a:bodyPr>
          <a:lstStyle/>
          <a:p>
            <a:pPr algn="ctr"/>
            <a:r>
              <a:rPr lang="en-US" sz="1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Two pro and two anti Noether Cores coupled as a Higgs cluster.</a:t>
            </a:r>
          </a:p>
        </p:txBody>
      </p:sp>
      <p:grpSp>
        <p:nvGrpSpPr>
          <p:cNvPr id="89" name="Group 88">
            <a:extLst>
              <a:ext uri="{FF2B5EF4-FFF2-40B4-BE49-F238E27FC236}">
                <ns2:creationId id="{06E606D5-12A1-5ABE-34A5-5817D5105622}"/>
              </a:ext>
            </a:extLst>
          </p:cNvPr>
          <p:cNvGrpSpPr/>
          <p:nvPr/>
        </p:nvGrpSpPr>
        <p:grpSpPr>
          <a:xfrm>
            <a:off x="711483" y="4160806"/>
            <a:ext cx="4575326" cy="2573621"/>
            <a:chOff x="1439708" y="4199519"/>
            <a:chExt cx="4575326" cy="2573621"/>
          </a:xfrm>
        </p:grpSpPr>
        <p:pic>
          <p:nvPicPr>
            <p:cNvPr id="1026" name="Picture 2" descr="An illustration of a helium atom, with two protons and neutrons in its nucleus.">
              <a:extLst>
                <a:ext uri="{FF2B5EF4-FFF2-40B4-BE49-F238E27FC236}">
                  <ns2:creationId id="{EC7B7A5D-5419-BB39-2E97-0D8C963B3246}"/>
                </a:ext>
              </a:extLst>
            </p:cNvPr>
            <p:cNvPicPr>
              <a:picLocks noChangeAspect="1" noChangeArrowheads="1"/>
            </p:cNvPicPr>
            <p:nvPr/>
          </p:nvPicPr>
          <p:blipFill>
            <a:blip r:embed="rId3">
              <a:extLst>
                <a:ext uri="{28A0092B-C50C-407E-A947-70E740481C1C}">
                  <ns4:useLocalDpi val="0"/>
                </a:ext>
              </a:extLst>
            </a:blip>
            <a:srcRect/>
            <a:stretch>
              <a:fillRect/>
            </a:stretch>
          </p:blipFill>
          <p:spPr bwMode="auto">
            <a:xfrm>
              <a:off x="1439708" y="4199519"/>
              <a:ext cx="4575326" cy="2573621"/>
            </a:xfrm>
            <a:prstGeom prst="rect">
              <a:avLst/>
            </a:prstGeom>
            <a:noFill/>
            <a:extLst>
              <a:ext uri="{909E8E84-426E-40DD-AFC4-6F175D3DCCD1}">
                <ns4:hiddenFill>
                  <a:solidFill>
                    <a:srgbClr val="FFFFFF"/>
                  </a:solidFill>
                </ns4:hiddenFill>
              </a:ext>
            </a:extLst>
          </p:spPr>
        </p:pic>
        <p:sp>
          <p:nvSpPr>
            <p:cNvPr id="76" name="TextBox 75">
              <a:extLst>
                <a:ext uri="{FF2B5EF4-FFF2-40B4-BE49-F238E27FC236}">
                  <ns2:creationId id="{601D5D86-7FD4-1F0B-6DA1-D4A04134294C}"/>
                </a:ext>
              </a:extLst>
            </p:cNvPr>
            <p:cNvSpPr txBox="1"/>
            <p:nvPr/>
          </p:nvSpPr>
          <p:spPr>
            <a:xfrm>
              <a:off x="1439708" y="6511530"/>
              <a:ext cx="502061" cy="261610"/>
            </a:xfrm>
            <a:prstGeom prst="rect">
              <a:avLst/>
            </a:prstGeom>
            <a:noFill/>
          </p:spPr>
          <p:txBody>
            <a:bodyPr wrap="none" rtlCol="0">
              <a:spAutoFit/>
            </a:bodyPr>
            <a:lstStyle/>
            <a:p>
              <a:r>
                <a:rPr lang="en-US" sz="1050" dirty="0">
                  <a:solidFill>
                    <a:schemeClr val="bg1">
                      <a:lumMod val="65000"/>
                    </a:schemeClr>
                  </a:solidFill>
                </a:rPr>
                <a:t>Getty</a:t>
              </a:r>
            </a:p>
          </p:txBody>
        </p:sp>
        <p:sp>
          <p:nvSpPr>
            <p:cNvPr id="77" name="TextBox 76">
              <a:extLst>
                <a:ext uri="{FF2B5EF4-FFF2-40B4-BE49-F238E27FC236}">
                  <ns2:creationId id="{57C0C6E2-85B6-8ED6-26B8-E40B70F042F6}"/>
                </a:ext>
              </a:extLst>
            </p:cNvPr>
            <p:cNvSpPr txBox="1"/>
            <p:nvPr/>
          </p:nvSpPr>
          <p:spPr>
            <a:xfrm>
              <a:off x="3874164" y="5317149"/>
              <a:ext cx="2109448" cy="577081"/>
            </a:xfrm>
            <a:prstGeom prst="rect">
              <a:avLst/>
            </a:prstGeom>
            <a:noFill/>
          </p:spPr>
          <p:txBody>
            <a:bodyPr wrap="square" rtlCol="0">
              <a:spAutoFit/>
            </a:bodyPr>
            <a:lstStyle/>
            <a:p>
              <a:pPr algn="r"/>
              <a:r>
                <a:rPr lang="en-US" sz="1050" dirty="0">
                  <a:solidFill>
                    <a:schemeClr val="bg1"/>
                  </a:solidFill>
                </a:rPr>
                <a:t>Helium Nucleus</a:t>
              </a:r>
            </a:p>
            <a:p>
              <a:pPr algn="r"/>
              <a:r>
                <a:rPr lang="en-US" sz="1050" dirty="0">
                  <a:solidFill>
                    <a:schemeClr val="bg1"/>
                  </a:solidFill>
                </a:rPr>
                <a:t>is two protons and  </a:t>
              </a:r>
            </a:p>
            <a:p>
              <a:pPr algn="r"/>
              <a:r>
                <a:rPr lang="en-US" sz="1050" dirty="0">
                  <a:solidFill>
                    <a:schemeClr val="bg1"/>
                  </a:solidFill>
                </a:rPr>
                <a:t>two neutrons</a:t>
              </a:r>
            </a:p>
          </p:txBody>
        </p:sp>
        <p:sp>
          <p:nvSpPr>
            <p:cNvPr id="79" name="TextBox 78">
              <a:extLst>
                <a:ext uri="{FF2B5EF4-FFF2-40B4-BE49-F238E27FC236}">
                  <ns2:creationId id="{BE00E1F2-7CA5-21BB-5077-705A5413D8BF}"/>
                </a:ext>
              </a:extLst>
            </p:cNvPr>
            <p:cNvSpPr txBox="1"/>
            <p:nvPr/>
          </p:nvSpPr>
          <p:spPr>
            <a:xfrm>
              <a:off x="2614813" y="4199519"/>
              <a:ext cx="2109448" cy="253916"/>
            </a:xfrm>
            <a:prstGeom prst="rect">
              <a:avLst/>
            </a:prstGeom>
            <a:noFill/>
          </p:spPr>
          <p:txBody>
            <a:bodyPr wrap="square" rtlCol="0">
              <a:spAutoFit/>
            </a:bodyPr>
            <a:lstStyle/>
            <a:p>
              <a:pPr algn="r"/>
              <a:r>
                <a:rPr lang="en-US" sz="1050" dirty="0">
                  <a:solidFill>
                    <a:schemeClr val="bg1"/>
                  </a:solidFill>
                </a:rPr>
                <a:t>Two orbiting electrons</a:t>
              </a:r>
            </a:p>
          </p:txBody>
        </p:sp>
      </p:grpSp>
    </p:spTree>
    <p:extLst>
      <p:ext uri="{BB962C8B-B14F-4D97-AF65-F5344CB8AC3E}">
        <ns5:creationId val="2673204721"/>
      </p:ext>
    </p:extLst>
  </p:cSld>
  <p:clrMapOvr>
    <a:masterClrMapping/>
  </p:clrMapOvr>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299257" y="1"/>
            <a:ext cx="11734525" cy="914400"/>
          </a:xfrm>
        </p:spPr>
        <p:txBody>
          <a:bodyPr>
            <a:normAutofit fontScale="90000"/>
          </a:bodyPr>
          <a:lstStyle/>
          <a:p>
            <a:r>
              <a:rPr lang="en-US" b="0"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Lorentz Geometry Closure Target</a:t>
            </a:r>
          </a:p>
        </p:txBody>
      </p:sp>
      <p:sp>
        <p:nvSpPr>
          <p:cNvPr id="3" name="Content Placeholder 2">
            <a:extLst>
              <a:ext uri="{FF2B5EF4-FFF2-40B4-BE49-F238E27FC236}">
                <ns2:creationId id="{B79D155D-AAA3-5D9A-34B2-23F2E49ED074}"/>
              </a:ext>
            </a:extLst>
          </p:cNvPr>
          <p:cNvSpPr>
            <a:spLocks noGrp="1"/>
          </p:cNvSpPr>
          <p:nvPr>
            <p:ph idx="1"/>
          </p:nvPr>
        </p:nvSpPr>
        <p:spPr>
          <a:xfrm>
            <a:off x="299258" y="1122219"/>
            <a:ext cx="11587942" cy="5311832"/>
          </a:xfrm>
        </p:spPr>
        <p:txBody>
          <a:bodyPr>
            <a:noAutofit/>
          </a:bodyPr>
          <a:lstStyle/>
          <a:p>
            <a:pPr lvl="0">
              <a:lnSpc>
                <a:spcPct val="80000"/>
              </a:lnSpc>
            </a:pPr>
            <a:r>
              <a:rPr lang="en-US" sz="2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Claim level: closure target, not completed proof.</a:t>
            </a:r>
          </a:p>
          <a:p>
            <a:pPr lvl="1">
              <a:lnSpc>
                <a:spcPct val="80000"/>
              </a:lnSpc>
            </a:pPr>
            <a:r>
              <a:rPr lang="en-US" sz="2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high drift speed, a Noether core should retune its exclusion envelope from a 3D oblate body toward a nearly planar branch.</a:t>
            </a:r>
          </a:p>
          <a:p>
            <a:pPr lvl="1">
              <a:lnSpc>
                <a:spcPct val="80000"/>
              </a:lnSpc>
            </a:pPr>
            <a:r>
              <a:rPr lang="en-US" sz="2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Canonical variables: β = v/c_f, γ = (1 - β²)^(-1/2), and ξ = R∥/R⊥.</a:t>
            </a:r>
          </a:p>
          <a:p>
            <a:pPr lvl="1">
              <a:lnSpc>
                <a:spcPct val="80000"/>
              </a:lnSpc>
            </a:pPr>
            <a:r>
              <a:rPr lang="en-US" sz="2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target is ξ → 1/γ in the homogeneous weak-field limit, with clock-rate extraction kept separate.</a:t>
            </a:r>
          </a:p>
          <a:p>
            <a:pPr lvl="1">
              <a:lnSpc>
                <a:spcPct val="80000"/>
              </a:lnSpc>
            </a:pPr>
            <a:r>
              <a:rPr lang="en-US" sz="2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Open geometry question: how do pro/anti and left/right chirality labels survive as the core approaches planar alignment?</a:t>
            </a:r>
          </a:p>
          <a:p>
            <a:pPr lvl="1">
              <a:lnSpc>
                <a:spcPct val="80000"/>
              </a:lnSpc>
            </a:pPr>
            <a:r>
              <a:rPr lang="en-US" sz="2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Strong-field question: do photon-like pro/anti planar pairs remain distinct at the horizon interface, or compress into a reduced branch record?</a:t>
            </a:r>
          </a:p>
        </p:txBody>
      </p:sp>
    </p:spTree>
    <p:extLst>
      <p:ext uri="{BB962C8B-B14F-4D97-AF65-F5344CB8AC3E}">
        <ns3:creationId val="193964547"/>
      </p:ext>
    </p:extLst>
  </p:cSld>
  <p:clrMapOvr>
    <a:masterClrMapping/>
  </p:clrMapOvr>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299257" y="1"/>
            <a:ext cx="11734525" cy="914400"/>
          </a:xfrm>
        </p:spPr>
        <p:txBody>
          <a:bodyPr>
            <a:normAutofit fontScale="90000"/>
          </a:bodyPr>
          <a:lstStyle/>
          <a:p>
            <a:r>
              <a:rPr lang="en-US" b="0" dirty="0" sz="44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Lorentz Bridge: Core Geometry</a:t>
            </a:r>
          </a:p>
        </p:txBody>
      </p:sp>
      <p:sp>
        <p:nvSpPr>
          <p:cNvPr id="7" name="Content Placeholder 2">
            <a:extLst>
              <a:ext uri="{FF2B5EF4-FFF2-40B4-BE49-F238E27FC236}">
                <ns2:creationId id="{A3D88A00-B5CF-1508-09F1-6A91A0D7A0D5}"/>
              </a:ext>
            </a:extLst>
          </p:cNvPr>
          <p:cNvSpPr>
            <a:spLocks noGrp="1"/>
          </p:cNvSpPr>
          <p:nvPr>
            <p:ph idx="1"/>
          </p:nvPr>
        </p:nvSpPr>
        <p:spPr>
          <a:xfrm>
            <a:off x="6526459" y="773084"/>
            <a:ext cx="5306646" cy="5311832"/>
          </a:xfrm>
        </p:spPr>
        <p:txBody>
          <a:bodyPr>
            <a:noAutofit/>
          </a:bodyPr>
          <a:lstStyle/>
          <a:p>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Standard readout</a:t>
            </a:r>
          </a:p>
          <a:p>
            <a:pPr lvl="1"/>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β = v/c_f</a:t>
            </a:r>
          </a:p>
          <a:p>
            <a:pPr lvl="1"/>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γ = (1 - β²)^(-1/2)</a:t>
            </a:r>
          </a:p>
          <a:p>
            <a:pPr lvl="1"/>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clock and ruler effects</a:t>
            </a:r>
          </a:p>
          <a:p>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AAA geometry bridge</a:t>
            </a:r>
          </a:p>
          <a:p>
            <a:pPr lvl="1"/>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ξ = R∥/R⊥</a:t>
            </a:r>
          </a:p>
          <a:p>
            <a:pPr lvl="1"/>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target: ξ → 1/γ</a:t>
            </a:r>
          </a:p>
          <a:p>
            <a:pPr lvl="1"/>
            <a:r>
              <a:rPr lang="en-US" sz="2500" dirty="0" u="none" b="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derive from branch retuning</a:t>
            </a:r>
          </a:p>
        </p:txBody>
      </p:sp>
      <p:sp>
        <p:nvSpPr>
          <p:cNvPr id="1201" name="Left Formula Summary"/>
          <p:cNvSpPr txBox="1"/>
          <p:nvPr/>
        </p:nvSpPr>
        <p:spPr>
          <a:xfrm>
            <a:off x="650000" y="1250000"/>
            <a:ext cx="5200000" cy="3900000"/>
          </a:xfrm>
          <a:prstGeom prst="rect">
            <a:avLst/>
          </a:prstGeom>
          <a:noFill/>
          <a:ln>
            <a:noFill/>
          </a:ln>
        </p:spPr>
        <p:txBody>
          <a:bodyPr wrap="square" rtlCol="0"/>
          <a:lstStyle/>
          <a:p>
            <a:r>
              <a:rPr sz="2200" u="none" b="0">
                <a:solidFill>
                  <a:srgbClr val="FFFFFF"/>
                </a:solidFill>
              </a:rPr>
              <a:t>Canonical split</a:t>
            </a:r>
          </a:p>
          <a:p>
            <a:pPr lvl="1"/>
            <a:r>
              <a:rPr sz="2200" u="none" b="0">
                <a:solidFill>
                  <a:srgbClr val="FFFFFF"/>
                </a:solidFill>
              </a:rPr>
              <a:t>Standard relativity supplies the tested readout.</a:t>
            </a:r>
          </a:p>
          <a:p>
            <a:pPr lvl="1"/>
            <a:r>
              <a:rPr sz="2200" u="none" b="0">
                <a:solidFill>
                  <a:srgbClr val="FFFFFF"/>
                </a:solidFill>
              </a:rPr>
              <a:t>AAA must derive that readout from tri-binary retuning.</a:t>
            </a:r>
          </a:p>
          <a:p>
            <a:pPr lvl="1"/>
            <a:r>
              <a:rPr sz="2200" u="none" b="0">
                <a:solidFill>
                  <a:srgbClr val="FFFFFF"/>
                </a:solidFill>
              </a:rPr>
              <a:t>Branch state tracks radii, frequencies, speeds, axes, causal roots, and wakes.</a:t>
            </a:r>
          </a:p>
          <a:p>
            <a:pPr lvl="1"/>
            <a:r>
              <a:rPr sz="2200" u="none" b="0">
                <a:solidFill>
                  <a:srgbClr val="FFFFFF"/>
                </a:solidFill>
              </a:rPr>
              <a:t>ξ is a result target, not a definition.</a:t>
            </a:r>
          </a:p>
        </p:txBody>
      </p:sp>
    </p:spTree>
    <p:extLst>
      <p:ext uri="{BB962C8B-B14F-4D97-AF65-F5344CB8AC3E}">
        <ns3:creationId val="77877289"/>
      </p:ext>
    </p:extLst>
  </p:cSld>
  <p:clrMapOvr>
    <a:masterClrMapping/>
  </p:clrMapOvr>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299257" y="1"/>
            <a:ext cx="11784587" cy="914400"/>
          </a:xfrm>
        </p:spPr>
        <p:txBody>
          <a:bodyPr>
            <a:normAutofit/>
          </a:bodyPr>
          <a:lstStyle/>
          <a:p>
            <a:r>
              <a:rPr lang="en-US" b="1"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Partner and Self-Emission Questions</a:t>
            </a:r>
          </a:p>
        </p:txBody>
      </p:sp>
      <p:sp>
        <p:nvSpPr>
          <p:cNvPr id="3" name="Content Placeholder 2">
            <a:extLst>
              <a:ext uri="{FF2B5EF4-FFF2-40B4-BE49-F238E27FC236}">
                <ns2:creationId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Architecture (unperturbed)</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&lt;= c_f the physics is only due to partner emissions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&gt; c_f the physics is due to both partner emissions and self emissions.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Architecture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three binaries have different relationships depending on energy regime of the assembly.</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relationship between generations is complex and depends on physics in each regime.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spacetime assembly clusters.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a Higgs Noether core’s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outer</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binary have v &gt;= c_f.</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assemblies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 photons, (W’s and Z are ephemeral, another topic)</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middle binary have s_M ≈ c_f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quanta h-bar is observable. Therefore, the quanta must remain in the outer binary.</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 this could all be nonsense…. better to simulate</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3:creationId val="2147377089"/>
      </p:ext>
    </p:extLst>
  </p:cSld>
  <p:clrMapOvr>
    <a:masterClrMapping/>
  </p:clrMapOvr>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12BCEC3F-FDDB-5983-8D2C-A4BFED7BAA0A}"/>
              </a:ext>
            </a:extLst>
          </p:cNvPr>
          <p:cNvSpPr>
            <a:spLocks noGrp="1"/>
          </p:cNvSpPr>
          <p:nvPr>
            <p:ph type="title"/>
          </p:nvPr>
        </p:nvSpPr>
        <p:spPr>
          <a:xfrm>
            <a:off x="299257" y="1"/>
            <a:ext cx="11784587" cy="914400"/>
          </a:xfrm>
        </p:spPr>
        <p:txBody>
          <a:bodyPr>
            <a:normAutofit/>
          </a:bodyPr>
          <a:lstStyle/>
          <a:p>
            <a:r>
              <a:rPr lang="en-US" b="1" dirty="0" sz="38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Orbital Orientation Under Acceleration</a:t>
            </a:r>
          </a:p>
        </p:txBody>
      </p:sp>
      <p:sp>
        <p:nvSpPr>
          <p:cNvPr id="3" name="Content Placeholder 2">
            <a:extLst>
              <a:ext uri="{FF2B5EF4-FFF2-40B4-BE49-F238E27FC236}">
                <ns2:creationId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Orbits are presumably elliptical in an assembly relative frame, with influences from translation, acceleration, gravitational gradient, precession, and self or external perturbations. Studying the ideal circular (e.g., elliptical) orbit is recommended.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fruitful to examine the squashed Noether core with modeled/simulated elliptical orbits.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velocity constant or varying in an elliptical orbit? In classical physics velocity varies. </a:t>
            </a:r>
            <a:r>
              <a:rPr lang="en-US" sz="1600" b="1" i="1"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Intuitiion</a:t>
            </a:r>
            <a:r>
              <a:rPr lang="en-US" sz="1600"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 varying.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 truly exotic stable orbits occur? Are there cases where orbitals depart substantially from planar in the short term?</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ellipse, the lengths of the semi-major axis ((a)) and the semi-minor axis ((b)) are different.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an ellipse with semi-major axis ( a ) and semi-minor axis ( b ), there isn’t a simple exact formula for the circumference.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approximation from Ramanujan is often quite accurate : [ C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approx</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\pi \left[ 3(a + b) - \sqrt{(3a + b)(a + 3b)} \right]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circle is technically a special case of an ellipse where the two axes are equal (a = b).</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 circle with radius ( r ), the circumference is given by the simple formula: C = 2 pi r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todo</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check references and formulas</a:t>
            </a:r>
          </a:p>
        </p:txBody>
      </p:sp>
    </p:spTree>
    <p:extLst>
      <p:ext uri="{BB962C8B-B14F-4D97-AF65-F5344CB8AC3E}">
        <ns3:creationId val="240914776"/>
      </p:ext>
    </p:extLst>
  </p:cSld>
  <p:clrMapOvr>
    <a:masterClrMapping/>
  </p:clrMapOvr>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a:extLst>
            <a:ext uri="{FF2B5EF4-FFF2-40B4-BE49-F238E27FC236}">
              <ns2:creationId id="{DEAA16AD-5255-730C-ED48-50C0A0607053}"/>
            </a:ext>
          </a:extLst>
        </p:cNvPr>
        <p:cNvGrpSpPr/>
        <p:nvPr/>
      </p:nvGrpSpPr>
      <p:grpSpPr>
        <a:xfrm>
          <a:off x="0" y="0"/>
          <a:ext cx="0" cy="0"/>
          <a:chOff x="0" y="0"/>
          <a:chExt cx="0" cy="0"/>
        </a:xfrm>
      </p:grpSpPr>
      <p:sp>
        <p:nvSpPr>
          <p:cNvPr id="2" name="Title 1">
            <a:extLst>
              <a:ext uri="{FF2B5EF4-FFF2-40B4-BE49-F238E27FC236}">
                <ns2:creationId id="{7369F6C0-6861-371B-1E5F-E2E09EC6ECAB}"/>
              </a:ext>
            </a:extLst>
          </p:cNvPr>
          <p:cNvSpPr>
            <a:spLocks noGrp="1"/>
          </p:cNvSpPr>
          <p:nvPr>
            <p:ph type="title"/>
          </p:nvPr>
        </p:nvSpPr>
        <p:spPr>
          <a:xfrm>
            <a:off x="299257" y="1"/>
            <a:ext cx="11784587" cy="914400"/>
          </a:xfrm>
        </p:spPr>
        <p:txBody>
          <a:bodyPr>
            <a:normAutofit/>
          </a:bodyPr>
          <a:lstStyle/>
          <a:p>
            <a:r>
              <a:rPr lang="en-US" b="0"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Oblation and Axial Compression</a:t>
            </a:r>
          </a:p>
        </p:txBody>
      </p:sp>
      <p:sp>
        <p:nvSpPr>
          <p:cNvPr id="3" name="Content Placeholder 2">
            <a:extLst>
              <a:ext uri="{FF2B5EF4-FFF2-40B4-BE49-F238E27FC236}">
                <ns2:creationId id="{A553AB31-B546-3F5A-630A-C56877A839C1}"/>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bare Noether core is presumably orthogonal on the cartesian planes, with orbital axis coinciding with x, y, z axes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Electron similar but perhaps more chaotic? All personality electrinos acting upon each other.</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orthogonal core would orient to pi/4 in each orbital plan in the vector direction of the group velocity.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other words, work performed on the Noether core would cause it’s angular momentum vectors to face forward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velocity increases an orthogonal core will become more oblate, and they will continue to converge symmetrically.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asymmetric personality layer will distort the orbital planes (or more broadly path equations) at group velocity = 0.</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moving quark starts distorted and becomes more oblate with speed. Even the ideal scenario is complicated analytically.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They all end up with a planar Noether core at s_M ≈ c_f.</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Personality charges decay along the way.</a:t>
            </a:r>
          </a:p>
        </p:txBody>
      </p:sp>
    </p:spTree>
    <p:extLst>
      <p:ext uri="{BB962C8B-B14F-4D97-AF65-F5344CB8AC3E}">
        <ns3:creationId val="3079415218"/>
      </p:ext>
    </p:extLst>
  </p:cSld>
  <p:clrMapOvr>
    <a:masterClrMapping/>
  </p:clrMapOvr>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a:extLst>
            <a:ext uri="{FF2B5EF4-FFF2-40B4-BE49-F238E27FC236}">
              <ns2:creationId id="{A19887CE-A9D7-EC21-97DA-CA2B35C1F6D3}"/>
            </a:ext>
          </a:extLst>
        </p:cNvPr>
        <p:cNvGrpSpPr/>
        <p:nvPr/>
      </p:nvGrpSpPr>
      <p:grpSpPr>
        <a:xfrm>
          <a:off x="0" y="0"/>
          <a:ext cx="0" cy="0"/>
          <a:chOff x="0" y="0"/>
          <a:chExt cx="0" cy="0"/>
        </a:xfrm>
      </p:grpSpPr>
      <p:sp>
        <p:nvSpPr>
          <p:cNvPr id="2" name="Title 1">
            <a:extLst>
              <a:ext uri="{FF2B5EF4-FFF2-40B4-BE49-F238E27FC236}">
                <ns2:creationId id="{1B848C44-ACC7-309F-3DE5-145AACE17A4F}"/>
              </a:ext>
            </a:extLst>
          </p:cNvPr>
          <p:cNvSpPr>
            <a:spLocks noGrp="1"/>
          </p:cNvSpPr>
          <p:nvPr>
            <p:ph type="title"/>
          </p:nvPr>
        </p:nvSpPr>
        <p:spPr>
          <a:xfrm>
            <a:off x="0" y="1"/>
            <a:ext cx="12191999" cy="914400"/>
          </a:xfrm>
        </p:spPr>
        <p:txBody>
          <a:bodyPr>
            <a:normAutofit/>
          </a:bodyPr>
          <a:lstStyle/>
          <a:p>
            <a:r>
              <a:rPr lang="en-US" b="1" dirty="0" sz="42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Generation-II Symmetry Balance</a:t>
            </a:r>
          </a:p>
        </p:txBody>
      </p:sp>
      <p:sp>
        <p:nvSpPr>
          <p:cNvPr id="3" name="Content Placeholder 2">
            <a:extLst>
              <a:ext uri="{FF2B5EF4-FFF2-40B4-BE49-F238E27FC236}">
                <ns2:creationId id="{6C33FF57-F216-EDDC-F28F-09F51C7D57F3}"/>
              </a:ext>
            </a:extLst>
          </p:cNvPr>
          <p:cNvSpPr>
            <a:spLocks noGrp="1"/>
          </p:cNvSpPr>
          <p:nvPr>
            <p:ph idx="1"/>
          </p:nvPr>
        </p:nvSpPr>
        <p:spPr>
          <a:xfrm>
            <a:off x="302028" y="1207567"/>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Presuming self-powering spiral of the unperturbed binary. ( a sort of new thought dec 2024?)</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that suggests that Gen III devolves to the maximal curvature binary. (also group v = max?)</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a duality to maximally dense regions of black hole cores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consumes all of its PE and converts it to KE.</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its orbital velocity = π c_f / 2 on both zonal and meridional rotation axes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And if the Gen II binary has s_M ≈ c_f how is that related? Why would it form that way?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the Gen III binary has it’s arbitrary frequency and that’s it.</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would be no balance on either side of Gen II, or frequency relationships?</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is simpler, but would it work?  </a:t>
            </a:r>
          </a:p>
          <a:p>
            <a:pPr>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3:creationId val="2432598909"/>
      </p:ext>
    </p:extLst>
  </p:cSld>
  <p:clrMapOvr>
    <a:masterClrMapping/>
  </p:clrMapOvr>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a:extLst>
            <a:ext uri="{FF2B5EF4-FFF2-40B4-BE49-F238E27FC236}">
              <ns2:creationId id="{0E550581-AF1D-F18F-4EF1-D2E001496C55}"/>
            </a:ext>
          </a:extLst>
        </p:cNvPr>
        <p:cNvGrpSpPr/>
        <p:nvPr/>
      </p:nvGrpSpPr>
      <p:grpSpPr>
        <a:xfrm>
          <a:off x="0" y="0"/>
          <a:ext cx="0" cy="0"/>
          <a:chOff x="0" y="0"/>
          <a:chExt cx="0" cy="0"/>
        </a:xfrm>
      </p:grpSpPr>
      <p:sp>
        <p:nvSpPr>
          <p:cNvPr id="2" name="Title 1">
            <a:extLst>
              <a:ext uri="{FF2B5EF4-FFF2-40B4-BE49-F238E27FC236}">
                <ns2:creationId id="{A9D4970C-A651-A67E-FEE0-9258DBF2E1BB}"/>
              </a:ext>
            </a:extLst>
          </p:cNvPr>
          <p:cNvSpPr>
            <a:spLocks noGrp="1"/>
          </p:cNvSpPr>
          <p:nvPr>
            <p:ph type="title"/>
          </p:nvPr>
        </p:nvSpPr>
        <p:spPr>
          <a:xfrm>
            <a:off x="299257" y="1"/>
            <a:ext cx="11784587" cy="914400"/>
          </a:xfrm>
        </p:spPr>
        <p:txBody>
          <a:bodyPr>
            <a:normAutofit/>
          </a:bodyPr>
          <a:lstStyle/>
          <a:p>
            <a:r>
              <a:rPr lang="en-US" b="0"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Symmetry Balancing and Determinism</a:t>
            </a:r>
          </a:p>
        </p:txBody>
      </p:sp>
      <p:sp>
        <p:nvSpPr>
          <p:cNvPr id="3" name="Content Placeholder 2">
            <a:extLst>
              <a:ext uri="{FF2B5EF4-FFF2-40B4-BE49-F238E27FC236}">
                <ns2:creationId id="{FCB2950D-2236-7491-2419-D21A39E71BB1}"/>
              </a:ext>
            </a:extLst>
          </p:cNvPr>
          <p:cNvSpPr>
            <a:spLocks noGrp="1"/>
          </p:cNvSpPr>
          <p:nvPr>
            <p:ph idx="1"/>
          </p:nvPr>
        </p:nvSpPr>
        <p:spPr>
          <a:xfrm>
            <a:off x="299258" y="914401"/>
            <a:ext cx="11587942" cy="5382227"/>
          </a:xfrm>
        </p:spPr>
        <p:txBody>
          <a:bodyPr>
            <a:noAutofit/>
          </a:bodyPr>
          <a:lstStyle/>
          <a:p>
            <a:pPr lvl="0">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Claim level: open question.</a:t>
            </a:r>
          </a:p>
          <a:p>
            <a:pPr lvl="1">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Assume absolute timespace with point-potential dynamics and delayed causal wakes.</a:t>
            </a:r>
          </a:p>
          <a:p>
            <a:pPr lvl="1">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stable Noether cores are dominant survivors, the symmetry-balancing condition must be a dynamical basin, not a postulate.</a:t>
            </a:r>
          </a:p>
          <a:p>
            <a:pPr lvl="1">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Candidate pivot: the middle binary rides near field speed, s_M ≈ c_f, while inner and outer layers retune.</a:t>
            </a:r>
          </a:p>
          <a:p>
            <a:pPr lvl="1">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Open burden: prove whether identical starting states remain deterministic once path-history ledgers and self-hit roots are fixed.</a:t>
            </a:r>
          </a:p>
          <a:p>
            <a:pPr lvl="1">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Preserve as appendix material until the branch certificate can test it.</a:t>
            </a:r>
          </a:p>
        </p:txBody>
      </p:sp>
    </p:spTree>
    <p:extLst>
      <p:ext uri="{BB962C8B-B14F-4D97-AF65-F5344CB8AC3E}">
        <ns3:creationId val="2063794036"/>
      </p:ext>
    </p:extLst>
  </p:cSld>
  <p:clrMapOvr>
    <a:masterClrMapping/>
  </p:clrMapOvr>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a:extLst>
            <a:ext uri="{FF2B5EF4-FFF2-40B4-BE49-F238E27FC236}">
              <ns2:creationId id="{DEFE8304-99FB-720D-36C6-0BA6CE796CF0}"/>
            </a:ext>
          </a:extLst>
        </p:cNvPr>
        <p:cNvGrpSpPr/>
        <p:nvPr/>
      </p:nvGrpSpPr>
      <p:grpSpPr>
        <a:xfrm>
          <a:off x="0" y="0"/>
          <a:ext cx="0" cy="0"/>
          <a:chOff x="0" y="0"/>
          <a:chExt cx="0" cy="0"/>
        </a:xfrm>
      </p:grpSpPr>
      <p:sp>
        <p:nvSpPr>
          <p:cNvPr id="2" name="Title 1">
            <a:extLst>
              <a:ext uri="{FF2B5EF4-FFF2-40B4-BE49-F238E27FC236}">
                <ns2:creationId id="{284665D8-DB54-B8FB-6322-6F256281A7E9}"/>
              </a:ext>
            </a:extLst>
          </p:cNvPr>
          <p:cNvSpPr>
            <a:spLocks noGrp="1"/>
          </p:cNvSpPr>
          <p:nvPr>
            <p:ph type="title"/>
          </p:nvPr>
        </p:nvSpPr>
        <p:spPr>
          <a:xfrm>
            <a:off x="299257" y="1"/>
            <a:ext cx="11784587" cy="914400"/>
          </a:xfrm>
        </p:spPr>
        <p:txBody>
          <a:bodyPr>
            <a:normAutofit/>
          </a:bodyPr>
          <a:lstStyle/>
          <a:p>
            <a:r>
              <a:rPr lang="en-US" b="0" dirty="0" sz="4000" u="none">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Comparison Target: Neutrino Oscillation</a:t>
            </a:r>
          </a:p>
        </p:txBody>
      </p:sp>
      <p:sp>
        <p:nvSpPr>
          <p:cNvPr id="3" name="Content Placeholder 2">
            <a:extLst>
              <a:ext uri="{FF2B5EF4-FFF2-40B4-BE49-F238E27FC236}">
                <ns2:creationId id="{F008E055-59D9-08DF-F5E3-22B62398CD40}"/>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 sure if neutrino musings go here </a:t>
            </a:r>
          </a:p>
        </p:txBody>
      </p:sp>
      <p:pic>
        <p:nvPicPr>
          <p:cNvPr id="4" name="Picture 3">
            <a:extLst>
              <a:ext uri="{FF2B5EF4-FFF2-40B4-BE49-F238E27FC236}">
                <ns2:creationId id="{4C85D3BE-D2FC-24A4-4391-A1DBB398B723}"/>
              </a:ext>
            </a:extLst>
          </p:cNvPr>
          <p:cNvPicPr>
            <a:picLocks noChangeAspect="1"/>
          </p:cNvPicPr>
          <p:nvPr/>
        </p:nvPicPr>
        <p:blipFill>
          <a:blip r:embed="rId2"/>
          <a:stretch>
            <a:fillRect/>
          </a:stretch>
        </p:blipFill>
        <p:spPr>
          <a:xfrm>
            <a:off x="2209800" y="2199861"/>
            <a:ext cx="7772400" cy="2458278"/>
          </a:xfrm>
          <a:prstGeom prst="rect">
            <a:avLst/>
          </a:prstGeom>
        </p:spPr>
      </p:pic>
    </p:spTree>
    <p:extLst>
      <p:ext uri="{BB962C8B-B14F-4D97-AF65-F5344CB8AC3E}">
        <ns4:creationId val="3039050706"/>
      </p:ext>
    </p:extLst>
  </p:cSld>
  <p:clrMapOvr>
    <a:masterClrMapping/>
  </p:clrMapOvr>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ns2:creationId id="{1D77ACA5-3691-8FEB-0266-8D47BBCCF4C6}"/>
              </a:ext>
            </a:extLst>
          </p:cNvPr>
          <p:cNvSpPr txBox="1"/>
          <p:nvPr/>
        </p:nvSpPr>
        <p:spPr>
          <a:xfrm>
            <a:off x="0" y="186247"/>
            <a:ext cx="12191999" cy="33393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AAA Emergent Interactions</a:t>
            </a:r>
          </a:p>
        </p:txBody>
      </p:sp>
    </p:spTree>
    <p:extLst>
      <p:ext uri="{BB962C8B-B14F-4D97-AF65-F5344CB8AC3E}">
        <ns3:creationId val="1147790527"/>
      </p:ext>
    </p:extLst>
  </p:cSld>
  <p:clrMapOvr>
    <a:masterClrMapping/>
  </p:clrMapOvr>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ns2:creationId id="{C21D1148-3071-9B4A-8F3F-362963B39E0C}"/>
              </a:ext>
            </a:extLst>
          </p:cNvPr>
          <p:cNvSpPr>
            <a:spLocks noGrp="1"/>
          </p:cNvSpPr>
          <p:nvPr>
            <p:ph type="title"/>
          </p:nvPr>
        </p:nvSpPr>
        <p:spPr>
          <a:xfrm>
            <a:off x="838200" y="5129106"/>
            <a:ext cx="10515600" cy="777875"/>
          </a:xfrm>
        </p:spPr>
        <p:txBody>
          <a:bodyPr/>
          <a:lstStyle/>
          <a:p>
            <a:pPr lvl="0" algn="ctr"/>
            <a:r>
              <a:rPr lang="en-US" dirty="0">
                <a:solidFill>
                  <a:schemeClr val="tx1">
                    <a:lumMod val="50000"/>
                    <a:lumOff val="50000"/>
                  </a:schemeClr>
                </a:solidFill>
              </a:rPr>
              <a:t>Four Effective Forces from Assembly Coupling</a:t>
            </a:r>
          </a:p>
        </p:txBody>
      </p:sp>
      <p:sp>
        <p:nvSpPr>
          <p:cNvPr id="3" name="Footer Placeholder 2">
            <a:extLst>
              <a:ext uri="{FF2B5EF4-FFF2-40B4-BE49-F238E27FC236}">
                <ns2:creationId id="{2713EB4E-07B3-144F-B19D-8158D9CDB5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March 2020</a:t>
            </a:r>
          </a:p>
        </p:txBody>
      </p:sp>
      <p:grpSp>
        <p:nvGrpSpPr>
          <p:cNvPr id="8" name="Group 7">
            <a:extLst>
              <a:ext uri="{FF2B5EF4-FFF2-40B4-BE49-F238E27FC236}">
                <ns2:creationId id="{AD143478-6D07-F54B-A7F4-688B66CB50DB}"/>
              </a:ext>
            </a:extLst>
          </p:cNvPr>
          <p:cNvGrpSpPr/>
          <p:nvPr/>
        </p:nvGrpSpPr>
        <p:grpSpPr>
          <a:xfrm>
            <a:off x="2740846" y="1339956"/>
            <a:ext cx="2866490" cy="3006832"/>
            <a:chOff x="2188396" y="1955586"/>
            <a:chExt cx="2866490" cy="3006832"/>
          </a:xfrm>
        </p:grpSpPr>
        <p:sp>
          <p:nvSpPr>
            <p:cNvPr id="4" name="Oval 3">
              <a:extLst>
                <a:ext uri="{FF2B5EF4-FFF2-40B4-BE49-F238E27FC236}">
                  <ns2:creationId id="{0640D646-41FF-A24F-AAE6-62E5D86B4887}"/>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val 4">
              <a:extLst>
                <a:ext uri="{FF2B5EF4-FFF2-40B4-BE49-F238E27FC236}">
                  <ns2:creationId id="{B934B02A-2CB3-DF42-B8C1-A0E9E28D660D}"/>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ns2:creationId id="{017FD982-D71F-A249-A795-5E981ACA5003}"/>
                </a:ext>
              </a:extLst>
            </p:cNvPr>
            <p:cNvSpPr/>
            <p:nvPr/>
          </p:nvSpPr>
          <p:spPr>
            <a:xfrm>
              <a:off x="2707313" y="195558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7" name="Rectangle 6">
              <a:extLst>
                <a:ext uri="{FF2B5EF4-FFF2-40B4-BE49-F238E27FC236}">
                  <ns2:creationId id="{5A12AC04-AF68-E742-8291-9DD669C39EF6}"/>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grpSp>
        <p:nvGrpSpPr>
          <p:cNvPr id="9" name="Group 8">
            <a:extLst>
              <a:ext uri="{FF2B5EF4-FFF2-40B4-BE49-F238E27FC236}">
                <ns2:creationId id="{682FECFB-9AE6-7049-98EC-B23D949F6AB3}"/>
              </a:ext>
            </a:extLst>
          </p:cNvPr>
          <p:cNvGrpSpPr/>
          <p:nvPr/>
        </p:nvGrpSpPr>
        <p:grpSpPr>
          <a:xfrm>
            <a:off x="6802158" y="1480298"/>
            <a:ext cx="2866490" cy="2866490"/>
            <a:chOff x="2188396" y="2095928"/>
            <a:chExt cx="2866490" cy="2866490"/>
          </a:xfrm>
        </p:grpSpPr>
        <p:sp>
          <p:nvSpPr>
            <p:cNvPr id="10" name="Oval 9">
              <a:extLst>
                <a:ext uri="{FF2B5EF4-FFF2-40B4-BE49-F238E27FC236}">
                  <ns2:creationId id="{75087440-9A1E-A44B-B6C2-BC5AE232BE86}"/>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Oval 10">
              <a:extLst>
                <a:ext uri="{FF2B5EF4-FFF2-40B4-BE49-F238E27FC236}">
                  <ns2:creationId id="{9B6909E6-9D09-3F43-8543-5352FFB6E61E}"/>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Rectangle 12">
              <a:extLst>
                <a:ext uri="{FF2B5EF4-FFF2-40B4-BE49-F238E27FC236}">
                  <ns2:creationId id="{9BD165CE-8E4F-A745-9C85-21DA5C8F6E60}"/>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cxnSp>
        <p:nvCxnSpPr>
          <p:cNvPr id="15" name="Straight Arrow Connector 14">
            <a:extLst>
              <a:ext uri="{FF2B5EF4-FFF2-40B4-BE49-F238E27FC236}">
                <ns2:creationId id="{04725820-59FB-734E-AEFD-D63EC05D8743}"/>
              </a:ext>
            </a:extLst>
          </p:cNvPr>
          <p:cNvCxnSpPr>
            <a:cxnSpLocks/>
            <a:stCxn id="4" idx="3"/>
            <a:endCxn id="5" idx="3"/>
          </p:cNvCxnSpPr>
          <p:nvPr/>
        </p:nvCxnSpPr>
        <p:spPr>
          <a:xfrm flipV="1">
            <a:off x="3160634" y="3324617"/>
            <a:ext cx="602383" cy="602383"/>
          </a:xfrm>
          <a:prstGeom prst="straightConnector1">
            <a:avLst/>
          </a:prstGeom>
          <a:ln w="381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ns2:creationId id="{7BE6310E-948C-EB40-8893-0F52FCA7D53F}"/>
              </a:ext>
            </a:extLst>
          </p:cNvPr>
          <p:cNvSpPr txBox="1"/>
          <p:nvPr/>
        </p:nvSpPr>
        <p:spPr>
          <a:xfrm rot="18900000">
            <a:off x="3043215" y="3413991"/>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WEAK</a:t>
            </a:r>
          </a:p>
        </p:txBody>
      </p:sp>
      <p:cxnSp>
        <p:nvCxnSpPr>
          <p:cNvPr id="17" name="Straight Arrow Connector 16">
            <a:extLst>
              <a:ext uri="{FF2B5EF4-FFF2-40B4-BE49-F238E27FC236}">
                <ns2:creationId id="{297B8DB3-9F6A-494B-8641-293BBD164D97}"/>
              </a:ext>
            </a:extLst>
          </p:cNvPr>
          <p:cNvCxnSpPr>
            <a:cxnSpLocks/>
          </p:cNvCxnSpPr>
          <p:nvPr/>
        </p:nvCxnSpPr>
        <p:spPr>
          <a:xfrm>
            <a:off x="5564777" y="2507454"/>
            <a:ext cx="1277348" cy="0"/>
          </a:xfrm>
          <a:prstGeom prst="straightConnector1">
            <a:avLst/>
          </a:prstGeom>
          <a:ln w="38100">
            <a:solidFill>
              <a:srgbClr val="00B05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ns2:creationId id="{6320E437-BC32-974A-A06C-C24B0A29CF16}"/>
              </a:ext>
            </a:extLst>
          </p:cNvPr>
          <p:cNvSpPr txBox="1"/>
          <p:nvPr/>
        </p:nvSpPr>
        <p:spPr>
          <a:xfrm>
            <a:off x="5750681" y="2079819"/>
            <a:ext cx="94448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MAGNETIC</a:t>
            </a:r>
          </a:p>
        </p:txBody>
      </p:sp>
      <p:cxnSp>
        <p:nvCxnSpPr>
          <p:cNvPr id="21" name="Straight Arrow Connector 20">
            <a:extLst>
              <a:ext uri="{FF2B5EF4-FFF2-40B4-BE49-F238E27FC236}">
                <ns2:creationId id="{68C26AE1-4773-3749-9F90-E5C02E3FA509}"/>
              </a:ext>
            </a:extLst>
          </p:cNvPr>
          <p:cNvCxnSpPr>
            <a:cxnSpLocks/>
          </p:cNvCxnSpPr>
          <p:nvPr/>
        </p:nvCxnSpPr>
        <p:spPr>
          <a:xfrm>
            <a:off x="4749087" y="3110227"/>
            <a:ext cx="2911320" cy="0"/>
          </a:xfrm>
          <a:prstGeom prst="straightConnector1">
            <a:avLst/>
          </a:prstGeom>
          <a:ln w="38100">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ns2:creationId id="{4A7D7B8F-4FE6-C143-8905-C1376196BF18}"/>
              </a:ext>
            </a:extLst>
          </p:cNvPr>
          <p:cNvSpPr txBox="1"/>
          <p:nvPr/>
        </p:nvSpPr>
        <p:spPr>
          <a:xfrm>
            <a:off x="5811851" y="3154680"/>
            <a:ext cx="785793"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STRONG</a:t>
            </a:r>
            <a:b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gluon</a:t>
            </a:r>
          </a:p>
        </p:txBody>
      </p:sp>
      <p:sp>
        <p:nvSpPr>
          <p:cNvPr id="24" name="Rectangle 23">
            <a:extLst>
              <a:ext uri="{FF2B5EF4-FFF2-40B4-BE49-F238E27FC236}">
                <ns2:creationId id="{E658ABB8-5033-C443-A141-507F219FFAD0}"/>
              </a:ext>
            </a:extLst>
          </p:cNvPr>
          <p:cNvSpPr/>
          <p:nvPr/>
        </p:nvSpPr>
        <p:spPr>
          <a:xfrm>
            <a:off x="7321073" y="133995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12" name="Lightning Bolt 11">
            <a:extLst>
              <a:ext uri="{FF2B5EF4-FFF2-40B4-BE49-F238E27FC236}">
                <ns2:creationId id="{2D64B5AD-0C90-CC1C-FCC4-EE7E790D53C7}"/>
              </a:ext>
            </a:extLst>
          </p:cNvPr>
          <p:cNvSpPr/>
          <p:nvPr/>
        </p:nvSpPr>
        <p:spPr>
          <a:xfrm rot="20030957">
            <a:off x="9635675" y="2651499"/>
            <a:ext cx="1458852" cy="370604"/>
          </a:xfrm>
          <a:prstGeom prst="lightningBolt">
            <a:avLst/>
          </a:prstGeom>
          <a:solidFill>
            <a:schemeClr val="accent2"/>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TextBox 17">
            <a:extLst>
              <a:ext uri="{FF2B5EF4-FFF2-40B4-BE49-F238E27FC236}">
                <ns2:creationId id="{F93868B6-E690-FC38-23C9-C9E665DE4F9B}"/>
              </a:ext>
            </a:extLst>
          </p:cNvPr>
          <p:cNvSpPr txBox="1"/>
          <p:nvPr/>
        </p:nvSpPr>
        <p:spPr>
          <a:xfrm>
            <a:off x="9775636" y="3079390"/>
            <a:ext cx="60971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 is caused by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Emitted potential exciting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Spacetime Noether cores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Which then change shape</a:t>
            </a:r>
            <a:endPar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endParaRPr>
          </a:p>
        </p:txBody>
      </p:sp>
    </p:spTree>
    <p:extLst>
      <p:ext uri="{BB962C8B-B14F-4D97-AF65-F5344CB8AC3E}">
        <ns3:creationId val="215706238"/>
      </p:ext>
    </p:extLst>
  </p:cSld>
  <p:clrMapOvr>
    <a:masterClrMapping/>
  </p:clrMapOvr>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ns2:creationId id="{204E5B8A-167D-1947-A18F-1C9CC4445BEA}"/>
              </a:ext>
            </a:extLst>
          </p:cNvPr>
          <p:cNvSpPr>
            <a:spLocks noGrp="1"/>
          </p:cNvSpPr>
          <p:nvPr>
            <p:ph type="title"/>
          </p:nvPr>
        </p:nvSpPr>
        <p:spPr/>
        <p:txBody>
          <a:bodyPr/>
          <a:lstStyle/>
          <a:p>
            <a:pPr lvl="0" algn="ctr"/>
            <a:r>
              <a:rPr lang="en-US" b="1" dirty="0">
                <a:solidFill>
                  <a:schemeClr val="bg1"/>
                </a:solidFill>
              </a:rPr>
              <a:t>Gravity as Noether-Sea Response</a:t>
            </a:r>
          </a:p>
        </p:txBody>
      </p:sp>
      <p:sp>
        <p:nvSpPr>
          <p:cNvPr id="3" name="Content Placeholder 2">
            <a:extLst>
              <a:ext uri="{FF2B5EF4-FFF2-40B4-BE49-F238E27FC236}">
                <ns2:creationId id="{9B46ABE7-9DBF-A34F-BAC6-A1B986F41E3A}"/>
              </a:ext>
            </a:extLst>
          </p:cNvPr>
          <p:cNvSpPr>
            <a:spLocks noGrp="1"/>
          </p:cNvSpPr>
          <p:nvPr>
            <p:ph idx="1"/>
          </p:nvPr>
        </p:nvSpPr>
        <p:spPr/>
        <p:txBody>
          <a:bodyPr>
            <a:normAutofit/>
          </a:bodyPr>
          <a:lstStyle/>
          <a:p>
            <a:r>
              <a:rPr lang="en-US" sz="2400" dirty="0">
                <a:solidFill>
                  <a:schemeClr val="bg1"/>
                </a:solidFill>
              </a:rPr>
              <a:t>All matter assemblies continuously exchange wake-mediated energy with neighboring assemblies.</a:t>
            </a:r>
          </a:p>
          <a:p>
            <a:r>
              <a:rPr lang="en-US" sz="2400" dirty="0">
                <a:solidFill>
                  <a:schemeClr val="bg1"/>
                </a:solidFill>
              </a:rPr>
              <a:t>When standard matter changes local medium response, the Noether Sea retunes cadence, strain, and envelope scale.</a:t>
            </a:r>
          </a:p>
          <a:p>
            <a:r>
              <a:rPr lang="en-US" sz="2400" dirty="0">
                <a:solidFill>
                  <a:schemeClr val="bg1"/>
                </a:solidFill>
              </a:rPr>
              <a:t>A gradient in that response is the proposed route to observer-level gravity.</a:t>
            </a:r>
          </a:p>
          <a:p>
            <a:r>
              <a:rPr lang="en-US" sz="2400" dirty="0">
                <a:solidFill>
                  <a:schemeClr val="bg1"/>
                </a:solidFill>
              </a:rPr>
              <a:t>This is a closure target: derive the effective force law and PPN limits from the medium-response variables.</a:t>
            </a:r>
          </a:p>
        </p:txBody>
      </p:sp>
      <p:sp>
        <p:nvSpPr>
          <p:cNvPr id="4" name="Footer Placeholder 3">
            <a:extLst>
              <a:ext uri="{FF2B5EF4-FFF2-40B4-BE49-F238E27FC236}">
                <ns2:creationId id="{2B5F665D-58EE-074F-AAAD-E624095EEF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May 2019</a:t>
            </a:r>
            <a:endPar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ns3:creationId val="1750700428"/>
      </p:ext>
    </p:extLst>
  </p:cSld>
  <p:clrMapOvr>
    <a:masterClrMapping/>
  </p:clrMapOvr>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ns2:creationId id="{BBC171C8-6518-9C4C-99FA-279F594C8E67}"/>
              </a:ext>
            </a:extLst>
          </p:cNvPr>
          <p:cNvSpPr>
            <a:spLocks noGrp="1"/>
          </p:cNvSpPr>
          <p:nvPr>
            <p:ph type="title"/>
          </p:nvPr>
        </p:nvSpPr>
        <p:spPr/>
        <p:txBody>
          <a:bodyPr/>
          <a:lstStyle/>
          <a:p>
            <a:r>
              <a:rPr lang="en-US" dirty="0" sz="3600" u="none" b="0">
                <a:solidFill>
                  <a:srgbClr val="FFFFFF"/>
                </a:solidFill>
              </a:rPr>
              <a:t>Effective Force Unification</a:t>
            </a:r>
          </a:p>
        </p:txBody>
      </p:sp>
      <p:sp>
        <p:nvSpPr>
          <p:cNvPr id="3" name="Content Placeholder 2">
            <a:extLst>
              <a:ext uri="{FF2B5EF4-FFF2-40B4-BE49-F238E27FC236}">
                <ns2:creationId id="{5DBFD086-826D-C347-BC0F-0E293D5D92CB}"/>
              </a:ext>
            </a:extLst>
          </p:cNvPr>
          <p:cNvSpPr>
            <a:spLocks noGrp="1"/>
          </p:cNvSpPr>
          <p:nvPr>
            <p:ph idx="1"/>
          </p:nvPr>
        </p:nvSpPr>
        <p:spPr>
          <a:xfrm>
            <a:off x="838200" y="1295400"/>
            <a:ext cx="6194083" cy="4881563"/>
          </a:xfrm>
        </p:spPr>
        <p:txBody>
          <a:bodyPr>
            <a:normAutofit/>
          </a:bodyPr>
          <a:lstStyle/>
          <a:p>
            <a:r>
              <a:rPr lang="en-US" dirty="0"/>
              <a:t>Photons have a 6/6 composition of electrinos and positrinos. </a:t>
            </a:r>
          </a:p>
          <a:p>
            <a:r>
              <a:rPr lang="en-US" dirty="0"/>
              <a:t>Superfluid is mostly slow photons and neutrinos, around 2.7 Kelvin. </a:t>
            </a:r>
          </a:p>
          <a:p>
            <a:r>
              <a:rPr lang="en-US" dirty="0"/>
              <a:t>The chart shows gravity beginning near 10</a:t>
            </a:r>
            <a:r>
              <a:rPr lang="en-US" baseline="30000" dirty="0"/>
              <a:t>-32 </a:t>
            </a:r>
            <a:r>
              <a:rPr lang="en-US" dirty="0"/>
              <a:t>Kelvin and 10</a:t>
            </a:r>
            <a:r>
              <a:rPr lang="en-US" baseline="30000" dirty="0"/>
              <a:t>-43 </a:t>
            </a:r>
            <a:r>
              <a:rPr lang="en-US" dirty="0"/>
              <a:t>seconds. </a:t>
            </a:r>
          </a:p>
          <a:p>
            <a:r>
              <a:rPr lang="en-US" dirty="0"/>
              <a:t>It seems that the emergence of the spacetime aether is primarily due to </a:t>
            </a:r>
            <a:r>
              <a:rPr lang="en-US" dirty="0" err="1"/>
              <a:t>redshifting</a:t>
            </a:r>
            <a:r>
              <a:rPr lang="en-US" dirty="0"/>
              <a:t> photons and neutrinos.</a:t>
            </a:r>
          </a:p>
        </p:txBody>
      </p:sp>
      <p:sp>
        <p:nvSpPr>
          <p:cNvPr id="4" name="Footer Placeholder 3">
            <a:extLst>
              <a:ext uri="{FF2B5EF4-FFF2-40B4-BE49-F238E27FC236}">
                <ns2:creationId id="{57FD0D29-16FB-D945-B13D-2586D22D3368}"/>
              </a:ext>
            </a:extLst>
          </p:cNvPr>
          <p:cNvSpPr>
            <a:spLocks noGrp="1"/>
          </p:cNvSpPr>
          <p:nvPr>
            <p:ph type="ftr" sz="quarter" idx="1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June 2019</a:t>
            </a:r>
          </a:p>
        </p:txBody>
      </p:sp>
      <p:grpSp>
        <p:nvGrpSpPr>
          <p:cNvPr id="7" name="Group 6">
            <a:extLst>
              <a:ext uri="{FF2B5EF4-FFF2-40B4-BE49-F238E27FC236}">
                <ns2:creationId id="{10268E70-F9FA-C547-A11C-048607DCC3F0}"/>
              </a:ext>
            </a:extLst>
          </p:cNvPr>
          <p:cNvGrpSpPr/>
          <p:nvPr/>
        </p:nvGrpSpPr>
        <p:grpSpPr>
          <a:xfrm>
            <a:off x="7032284" y="1436637"/>
            <a:ext cx="5159716" cy="3751439"/>
            <a:chOff x="7032284" y="1436637"/>
            <a:chExt cx="5159716" cy="3751439"/>
          </a:xfrm>
        </p:grpSpPr>
        <p:pic>
          <p:nvPicPr>
            <p:cNvPr id="5" name="Picture 4">
              <a:extLst>
                <a:ext uri="{FF2B5EF4-FFF2-40B4-BE49-F238E27FC236}">
                  <ns2:creationId id="{1DA8E8D6-34C5-F645-B6AC-11846AFE25AB}"/>
                </a:ext>
              </a:extLst>
            </p:cNvPr>
            <p:cNvPicPr>
              <a:picLocks noChangeAspect="1"/>
            </p:cNvPicPr>
            <p:nvPr/>
          </p:nvPicPr>
          <p:blipFill>
            <a:blip r:embed="rId3"/>
            <a:stretch>
              <a:fillRect/>
            </a:stretch>
          </p:blipFill>
          <p:spPr>
            <a:xfrm>
              <a:off x="7032284" y="1436637"/>
              <a:ext cx="5159716" cy="3744082"/>
            </a:xfrm>
            <a:prstGeom prst="rect">
              <a:avLst/>
            </a:prstGeom>
          </p:spPr>
        </p:pic>
        <p:sp>
          <p:nvSpPr>
            <p:cNvPr id="6" name="TextBox 5">
              <a:extLst>
                <a:ext uri="{FF2B5EF4-FFF2-40B4-BE49-F238E27FC236}">
                  <ns2:creationId id="{6CAD5D9E-AE68-3643-BB9E-AF7410EF3FCB}"/>
                </a:ext>
              </a:extLst>
            </p:cNvPr>
            <p:cNvSpPr txBox="1"/>
            <p:nvPr/>
          </p:nvSpPr>
          <p:spPr>
            <a:xfrm>
              <a:off x="10536194" y="4941855"/>
              <a:ext cx="14077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lumMod val="50000"/>
                      <a:lumOff val="50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Credit: Colby College</a:t>
              </a:r>
            </a:p>
          </p:txBody>
        </p:sp>
      </p:grpSp>
    </p:spTree>
    <p:extLst>
      <p:ext uri="{BB962C8B-B14F-4D97-AF65-F5344CB8AC3E}">
        <ns4:creationId val="1777485011"/>
      </p:ext>
    </p:extLst>
  </p:cSld>
  <p:clrMapOvr>
    <a:masterClrMapping/>
  </p:clrMapOvr>
</p:sld>
</file>

<file path=ppt/slides/slide29.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bg>
      <p:bgPr>
        <a:solidFill>
          <a:srgbClr val="7030A0"/>
        </a:solidFill>
        <a:effectLst/>
      </p:bgPr>
    </p:bg>
    <p:spTree>
      <p:nvGrpSpPr>
        <p:cNvPr id="1" name=""/>
        <p:cNvGrpSpPr/>
        <p:nvPr/>
      </p:nvGrpSpPr>
      <p:grpSpPr>
        <a:xfrm>
          <a:off x="0" y="0"/>
          <a:ext cx="0" cy="0"/>
          <a:chOff x="0" y="0"/>
          <a:chExt cx="0" cy="0"/>
        </a:xfrm>
      </p:grpSpPr>
      <p:pic>
        <p:nvPicPr>
          <p:cNvPr id="2050" name="Picture 2">
            <a:extLst>
              <a:ext uri="{FF2B5EF4-FFF2-40B4-BE49-F238E27FC236}">
                <ns2:creationId id="{BDEB983A-A656-8D89-E8EB-FCEBD8881647}"/>
              </a:ext>
            </a:extLst>
          </p:cNvPr>
          <p:cNvPicPr>
            <a:picLocks noChangeAspect="1" noChangeArrowheads="1"/>
          </p:cNvPicPr>
          <p:nvPr/>
        </p:nvPicPr>
        <p:blipFill>
          <a:blip r:embed="rId2">
            <a:extLst>
              <a:ext uri="{28A0092B-C50C-407E-A947-70E740481C1C}">
                <ns4:useLocalDpi val="0"/>
              </a:ext>
            </a:extLst>
          </a:blip>
          <a:srcRect/>
          <a:stretch>
            <a:fillRect/>
          </a:stretch>
        </p:blipFill>
        <p:spPr bwMode="auto">
          <a:xfrm>
            <a:off x="1365250" y="469900"/>
            <a:ext cx="9461500" cy="5918200"/>
          </a:xfrm>
          <a:prstGeom prst="rect">
            <a:avLst/>
          </a:prstGeom>
          <a:noFill/>
          <a:ln w="76200">
            <a:solidFill>
              <a:schemeClr val="bg1"/>
            </a:solidFill>
          </a:ln>
          <a:extLst>
            <a:ext uri="{909E8E84-426E-40DD-AFC4-6F175D3DCCD1}">
              <ns4:hiddenFill>
                <a:solidFill>
                  <a:srgbClr val="FFFFFF"/>
                </a:solidFill>
              </ns4:hiddenFill>
            </a:ext>
          </a:extLst>
        </p:spPr>
      </p:pic>
      <p:sp>
        <p:nvSpPr>
          <p:cNvPr id="3" name="TextBox 2">
            <a:extLst>
              <a:ext uri="{FF2B5EF4-FFF2-40B4-BE49-F238E27FC236}">
                <ns2:creationId id="{E52D0E94-A2EB-94DC-09A9-7F44EE70ECB1}"/>
              </a:ext>
            </a:extLst>
          </p:cNvPr>
          <p:cNvSpPr txBox="1"/>
          <p:nvPr/>
        </p:nvSpPr>
        <p:spPr>
          <a:xfrm>
            <a:off x="2129742" y="5061646"/>
            <a:ext cx="103105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Standard Force Scale: Comparison Reference</a:t>
            </a:r>
          </a:p>
        </p:txBody>
      </p:sp>
      <p:sp>
        <p:nvSpPr>
          <p:cNvPr id="4" name="TextBox 3">
            <a:extLst>
              <a:ext uri="{FF2B5EF4-FFF2-40B4-BE49-F238E27FC236}">
                <ns2:creationId id="{363866A5-4442-083F-DDDE-62B8E83FA88A}"/>
              </a:ext>
            </a:extLst>
          </p:cNvPr>
          <p:cNvSpPr txBox="1"/>
          <p:nvPr/>
        </p:nvSpPr>
        <p:spPr>
          <a:xfrm>
            <a:off x="3833150" y="5307867"/>
            <a:ext cx="9076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Inflation</a:t>
            </a:r>
          </a:p>
        </p:txBody>
      </p:sp>
      <p:sp>
        <p:nvSpPr>
          <p:cNvPr id="5" name="TextBox 4">
            <a:extLst>
              <a:ext uri="{FF2B5EF4-FFF2-40B4-BE49-F238E27FC236}">
                <ns2:creationId id="{FDB1D1FB-CA30-4E81-2C7A-1916C0FC2EB2}"/>
              </a:ext>
            </a:extLst>
          </p:cNvPr>
          <p:cNvSpPr txBox="1"/>
          <p:nvPr/>
        </p:nvSpPr>
        <p:spPr>
          <a:xfrm>
            <a:off x="6241445" y="5061646"/>
            <a:ext cx="135646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t>
            </a:r>
            <a:r>
              <a:rPr kumimoji="0" lang="en-US" sz="16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Confinement</a:t>
            </a:r>
          </a:p>
        </p:txBody>
      </p:sp>
      <p:sp>
        <p:nvSpPr>
          <p:cNvPr id="6" name="TextBox 5">
            <a:extLst>
              <a:ext uri="{FF2B5EF4-FFF2-40B4-BE49-F238E27FC236}">
                <ns2:creationId id="{D55B057B-F8DD-47CA-AC9D-9570270CF5FA}"/>
              </a:ext>
            </a:extLst>
          </p:cNvPr>
          <p:cNvSpPr txBox="1"/>
          <p:nvPr/>
        </p:nvSpPr>
        <p:spPr>
          <a:xfrm>
            <a:off x="753140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Neutrino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
        <p:nvSpPr>
          <p:cNvPr id="7" name="TextBox 6">
            <a:extLst>
              <a:ext uri="{FF2B5EF4-FFF2-40B4-BE49-F238E27FC236}">
                <ns2:creationId id="{DF521C23-84D3-B8BF-9D33-B5BD1E891D41}"/>
              </a:ext>
            </a:extLst>
          </p:cNvPr>
          <p:cNvSpPr txBox="1"/>
          <p:nvPr/>
        </p:nvSpPr>
        <p:spPr>
          <a:xfrm>
            <a:off x="884336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Photon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Tree>
    <p:extLst>
      <p:ext uri="{BB962C8B-B14F-4D97-AF65-F5344CB8AC3E}">
        <ns5:creationId val="1588823562"/>
      </p:ext>
    </p:extLst>
  </p:cSld>
  <p:clrMapOvr>
    <a:masterClrMapping/>
  </p:clrMapOvr>
</p:sld>
</file>

<file path=ppt/slides/slide30.xml><?xml version="1.0" encoding="utf-8"?>
<p:sld xmlns:a="http://schemas.openxmlformats.org/drawingml/2006/main" xmlns:ns2="http://schemas.microsoft.com/office/drawing/2014/main" xmlns:ns3="http://schemas.microsoft.com/office/drawing/2017/decorative" xmlns:ns4="http://schemas.microsoft.com/office/powerpoint/2015/main" xmlns:ns5="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ns2:creationId id="{2A8AA5BC-4F7A-4226-8F99-6D824B226A9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ns2:creationId id="{3E5445C6-DD42-4979-86FF-03730E8C6DB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ns2:creationId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Appendix: Open Symmetry Questions</a:t>
            </a:r>
          </a:p>
        </p:txBody>
      </p:sp>
      <p:sp>
        <p:nvSpPr>
          <p:cNvPr id="3" name="Subtitle 2">
            <a:extLst>
              <a:ext uri="{FF2B5EF4-FFF2-40B4-BE49-F238E27FC236}">
                <ns2:creationId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Preserved as hypothesis material</a:t>
            </a:r>
          </a:p>
        </p:txBody>
      </p:sp>
      <p:cxnSp>
        <p:nvCxnSpPr>
          <p:cNvPr id="13" name="Straight Connector 12">
            <a:extLst>
              <a:ext uri="{FF2B5EF4-FFF2-40B4-BE49-F238E27FC236}">
                <ns2:creationId id="{45000665-DFC7-417E-8FD7-516A0F15C975}"/>
              </a:ext>
              <a:ext uri="{C183D7F6-B498-43B3-948B-1728B52AA6E4}">
                <ns3:decorative val="1"/>
              </a:ext>
            </a:extLst>
          </p:cNvPr>
          <p:cNvCxnSpPr>
            <a:cxnSpLocks noGrp="1" noRot="1" noChangeAspect="1" noMove="1" noResize="1" noEditPoints="1" noAdjustHandles="1" noChangeArrowheads="1" noChangeShapeType="1"/>
          </p:cNvCxnSpPr>
          <p:nvPr>
            <p:extLst>
              <p:ext uri="{386F3935-93C4-4BCD-93E2-E3B085C9AB24}">
                <ns4:designElem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ns2:creationId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ns5:creationId val="2194095465"/>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ns2: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ns2:creationId id="{C1D15DA8-274F-5947-B33A-2CC9705A3468}"/>
              </a:ext>
            </a:extLst>
          </p:cNvPr>
          <p:cNvSpPr/>
          <p:nvPr/>
        </p:nvSpPr>
        <p:spPr>
          <a:xfrm>
            <a:off x="1013582" y="241177"/>
            <a:ext cx="1016483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Closure Target: Symmetry Breaking at the Middle Binary</a:t>
            </a:r>
          </a:p>
        </p:txBody>
      </p:sp>
      <p:sp>
        <p:nvSpPr>
          <p:cNvPr id="2" name="TextBox 1">
            <a:extLst>
              <a:ext uri="{FF2B5EF4-FFF2-40B4-BE49-F238E27FC236}">
                <ns2:creationId id="{7DB03928-EBCC-FBA2-4139-45199C922898}"/>
              </a:ext>
            </a:extLst>
          </p:cNvPr>
          <p:cNvSpPr txBox="1"/>
          <p:nvPr/>
        </p:nvSpPr>
        <p:spPr>
          <a:xfrm>
            <a:off x="191869" y="1028442"/>
            <a:ext cx="11874641"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Hypothesis: the middle binary is the field-speed hinge of the tri-binary.</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Terminal target: s_M = c_f with radius/frequency retuning.</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Planck-scale framing maps to tri-binary alignment unless a separate derivation links it elsewhere.</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Useful estimate: 2π R_M ν_M ≈ c_f.</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Open task: derive which Planck constants, if any, follow from middle-binary closure rather than importing them.</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Closure question: when angular momentum enters from an external assembly, which layer accepts the action transaction?</a:t>
            </a:r>
          </a:p>
        </p:txBody>
      </p:sp>
    </p:spTree>
    <p:extLst>
      <p:ext uri="{BB962C8B-B14F-4D97-AF65-F5344CB8AC3E}">
        <ns3:creationId val="3281663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2"/>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21305</TotalTime>
  <Words>2735</Words>
  <Application>Microsoft Macintosh PowerPoint</Application>
  <PresentationFormat>Widescreen</PresentationFormat>
  <Paragraphs>421</Paragraphs>
  <Slides>31</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Arial</vt:lpstr>
      <vt:lpstr>Calibri</vt:lpstr>
      <vt:lpstr>Calibri Light</vt:lpstr>
      <vt:lpstr>Helvetica Neue</vt:lpstr>
      <vt:lpstr>Helvetica Neue Condensed Black</vt:lpstr>
      <vt:lpstr>Helvetica Neue Light</vt:lpstr>
      <vt:lpstr>1_Office Theme</vt:lpstr>
      <vt:lpstr>2_Office Theme</vt:lpstr>
      <vt:lpstr>PowerPoint Presentation</vt:lpstr>
      <vt:lpstr>PowerPoint Presentation</vt:lpstr>
      <vt:lpstr>Shielding Tiers Expose Deeper Core Energy</vt:lpstr>
      <vt:lpstr>PowerPoint Presentation</vt:lpstr>
      <vt:lpstr>Noether Core: Neutral Tri-Binary Scaffold</vt:lpstr>
      <vt:lpstr>PowerPoint Presentation</vt:lpstr>
      <vt:lpstr>PowerPoint Presentation</vt:lpstr>
      <vt:lpstr>PowerPoint Presentation</vt:lpstr>
      <vt:lpstr>PowerPoint Presentation</vt:lpstr>
      <vt:lpstr>PowerPoint Presentation</vt:lpstr>
      <vt:lpstr>PowerPoint Presentation</vt:lpstr>
      <vt:lpstr>Part II: Dynamics and Closure Targets</vt:lpstr>
      <vt:lpstr>Noether-Core Dynamics: Medium-Response Hypothesis</vt:lpstr>
      <vt:lpstr>Velocity Retunes Noether-Core Geometry</vt:lpstr>
      <vt:lpstr>Energy Transfer Retunes the Noether Sea</vt:lpstr>
      <vt:lpstr>Open Dynamics Questions</vt:lpstr>
      <vt:lpstr>Lorentz Geometry: Oblation as a Closure Target</vt:lpstr>
      <vt:lpstr>Lorentz Bridge: Standard Readout and Core Geometry</vt:lpstr>
      <vt:lpstr>Open Question: Partner Emissions and Self-Emissions</vt:lpstr>
      <vt:lpstr>Open Question: Orbital Orientation Under Acceleration</vt:lpstr>
      <vt:lpstr>Open Question: Oblation and Axial Compression</vt:lpstr>
      <vt:lpstr>Fresh Hypothesis: Generation-II Symmetry Balance</vt:lpstr>
      <vt:lpstr>Open Question: Symmetry Balancing and Determinism</vt:lpstr>
      <vt:lpstr>Comparison Target: Comparison Target: Neutrino Oscillation</vt:lpstr>
      <vt:lpstr>PowerPoint Presentation</vt:lpstr>
      <vt:lpstr>Four Effective Forces from Assembly Coupling</vt:lpstr>
      <vt:lpstr>Gravity as Noether-Sea Response</vt:lpstr>
      <vt:lpstr>Effective Force Unification: Comparison Target</vt:lpstr>
      <vt:lpstr>PowerPoint Presentation</vt:lpstr>
      <vt:lpstr>Appendix: Open Symmetry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AAA Noether Core - Editorial Pass</dc:title>
  <dc:creator>Mark Morris</dc:creator>
  <cp:lastModifiedBy>Mark Morris</cp:lastModifiedBy>
  <cp:revision>164</cp:revision>
  <dcterms:created xsi:type="dcterms:W3CDTF">2019-06-10T19:11:01Z</dcterms:created>
  <dcterms:modified xsi:type="dcterms:W3CDTF">2026-05-19T01:44:15Z</dcterms:modified>
</cp:coreProperties>
</file>